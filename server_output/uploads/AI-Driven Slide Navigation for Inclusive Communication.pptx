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1" r:id="rId2"/>
    <p:sldMasterId id="2147483694" r:id="rId3"/>
  </p:sldMasterIdLst>
  <p:notesMasterIdLst>
    <p:notesMasterId r:id="rId12"/>
  </p:notesMasterIdLst>
  <p:sldIdLst>
    <p:sldId id="256" r:id="rId4"/>
    <p:sldId id="259" r:id="rId5"/>
    <p:sldId id="260" r:id="rId6"/>
    <p:sldId id="261" r:id="rId7"/>
    <p:sldId id="262" r:id="rId8"/>
    <p:sldId id="263" r:id="rId9"/>
    <p:sldId id="265" r:id="rId10"/>
    <p:sldId id="267"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58545" autoAdjust="0"/>
  </p:normalViewPr>
  <p:slideViewPr>
    <p:cSldViewPr snapToGrid="0">
      <p:cViewPr varScale="1">
        <p:scale>
          <a:sx n="64" d="100"/>
          <a:sy n="64" d="100"/>
        </p:scale>
        <p:origin x="142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C8E8D-36A9-49FD-9869-FB3EAD251245}"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210B6A-8179-4217-999F-339DBA12AA12}" type="slidenum">
              <a:rPr kumimoji="1" lang="ja-JP" altLang="en-US" smtClean="0"/>
              <a:t>‹#›</a:t>
            </a:fld>
            <a:endParaRPr kumimoji="1" lang="ja-JP" altLang="en-US"/>
          </a:p>
        </p:txBody>
      </p:sp>
    </p:spTree>
    <p:extLst>
      <p:ext uri="{BB962C8B-B14F-4D97-AF65-F5344CB8AC3E}">
        <p14:creationId xmlns:p14="http://schemas.microsoft.com/office/powerpoint/2010/main" val="8834147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b="0" i="0" kern="1200" dirty="0">
                <a:solidFill>
                  <a:schemeClr val="tx1"/>
                </a:solidFill>
                <a:effectLst/>
                <a:latin typeface="+mn-lt"/>
                <a:ea typeface="+mn-ea"/>
                <a:cs typeface="+mn-cs"/>
              </a:rPr>
              <a:t>Hello everyone. Today, I would like to present my research titled </a:t>
            </a:r>
            <a:r>
              <a:rPr kumimoji="1" lang="ja-JP" altLang="ja-JP" sz="1200" b="1" i="0" kern="1200" dirty="0">
                <a:solidFill>
                  <a:schemeClr val="tx1"/>
                </a:solidFill>
                <a:effectLst/>
                <a:latin typeface="+mn-lt"/>
                <a:ea typeface="+mn-ea"/>
                <a:cs typeface="+mn-cs"/>
              </a:rPr>
              <a:t>'AI-Driven Slide Navigation for Inclusive Communication: A Semantic Understanding Approach.'</a:t>
            </a:r>
            <a:r>
              <a:rPr kumimoji="1" lang="ja-JP" altLang="ja-JP" sz="1200" b="0" i="0" kern="1200" dirty="0">
                <a:solidFill>
                  <a:schemeClr val="tx1"/>
                </a:solidFill>
                <a:effectLst/>
                <a:latin typeface="+mn-lt"/>
                <a:ea typeface="+mn-ea"/>
                <a:cs typeface="+mn-cs"/>
              </a:rPr>
              <a:t> I will discuss how this technology contributes to a human-centered society, known as Society 5.0.</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dirty="0"/>
              <a:t>みなさん、こんにちは。本日は、「インクルーシブなコミュニケーションのための</a:t>
            </a:r>
            <a:r>
              <a:rPr kumimoji="1" lang="en-US" altLang="ja-JP" dirty="0"/>
              <a:t>AI</a:t>
            </a:r>
            <a:r>
              <a:rPr kumimoji="1" lang="ja-JP" altLang="en-US" dirty="0"/>
              <a:t>駆動型スライドポインティング：意味理解アプローチ」と題した私の研究について発表させていただきます。この技術が、「</a:t>
            </a:r>
            <a:r>
              <a:rPr kumimoji="1" lang="en-US" altLang="ja-JP" dirty="0"/>
              <a:t>Society 5.0</a:t>
            </a:r>
            <a:r>
              <a:rPr kumimoji="1" lang="ja-JP" altLang="en-US" dirty="0"/>
              <a:t>」と呼ばれる人間中心の社会にどのように貢献するかについてお話しします。</a:t>
            </a:r>
            <a:endParaRPr kumimoji="1" lang="en-US" altLang="ja-JP" dirty="0"/>
          </a:p>
          <a:p>
            <a:endParaRPr kumimoji="1" lang="en-US" altLang="ja-JP" dirty="0"/>
          </a:p>
          <a:p>
            <a:r>
              <a:rPr kumimoji="1" lang="ja-JP" altLang="en-US" dirty="0"/>
              <a:t>ファイブポイントゼロ</a:t>
            </a:r>
          </a:p>
        </p:txBody>
      </p:sp>
      <p:sp>
        <p:nvSpPr>
          <p:cNvPr id="4" name="スライド番号プレースホルダー 3"/>
          <p:cNvSpPr>
            <a:spLocks noGrp="1"/>
          </p:cNvSpPr>
          <p:nvPr>
            <p:ph type="sldNum" sz="quarter" idx="5"/>
          </p:nvPr>
        </p:nvSpPr>
        <p:spPr/>
        <p:txBody>
          <a:bodyPr/>
          <a:lstStyle/>
          <a:p>
            <a:fld id="{E3210B6A-8179-4217-999F-339DBA12AA12}" type="slidenum">
              <a:rPr kumimoji="1" lang="ja-JP" altLang="en-US" smtClean="0"/>
              <a:t>1</a:t>
            </a:fld>
            <a:endParaRPr kumimoji="1" lang="ja-JP" altLang="en-US"/>
          </a:p>
        </p:txBody>
      </p:sp>
    </p:spTree>
    <p:extLst>
      <p:ext uri="{BB962C8B-B14F-4D97-AF65-F5344CB8AC3E}">
        <p14:creationId xmlns:p14="http://schemas.microsoft.com/office/powerpoint/2010/main" val="1375940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b="0" i="0" kern="1200" dirty="0">
                <a:solidFill>
                  <a:schemeClr val="tx1"/>
                </a:solidFill>
                <a:effectLst/>
                <a:latin typeface="+mn-lt"/>
                <a:ea typeface="+mn-ea"/>
                <a:cs typeface="+mn-cs"/>
              </a:rPr>
              <a:t>First, let's look at the background. We are moving toward </a:t>
            </a:r>
            <a:r>
              <a:rPr kumimoji="1" lang="ja-JP" altLang="ja-JP" sz="1200" b="1" i="0" kern="1200" dirty="0">
                <a:solidFill>
                  <a:schemeClr val="tx1"/>
                </a:solidFill>
                <a:effectLst/>
                <a:latin typeface="+mn-lt"/>
                <a:ea typeface="+mn-ea"/>
                <a:cs typeface="+mn-cs"/>
              </a:rPr>
              <a:t>Society 5.0</a:t>
            </a:r>
            <a:r>
              <a:rPr kumimoji="1" lang="ja-JP" altLang="ja-JP" sz="1200" b="0" i="0" kern="1200" dirty="0">
                <a:solidFill>
                  <a:schemeClr val="tx1"/>
                </a:solidFill>
                <a:effectLst/>
                <a:latin typeface="+mn-lt"/>
                <a:ea typeface="+mn-ea"/>
                <a:cs typeface="+mn-cs"/>
              </a:rPr>
              <a:t>. This is a human-centered society that balances economic advancement with the resolution of social problems. The key concept here is the high-level integration of </a:t>
            </a:r>
            <a:r>
              <a:rPr kumimoji="1" lang="ja-JP" altLang="ja-JP" sz="1200" b="1" i="0" kern="1200" dirty="0">
                <a:solidFill>
                  <a:schemeClr val="tx1"/>
                </a:solidFill>
                <a:effectLst/>
                <a:latin typeface="+mn-lt"/>
                <a:ea typeface="+mn-ea"/>
                <a:cs typeface="+mn-cs"/>
              </a:rPr>
              <a:t>cyber space</a:t>
            </a:r>
            <a:r>
              <a:rPr kumimoji="1" lang="ja-JP" altLang="ja-JP" sz="1200" b="0" i="0" kern="1200" dirty="0">
                <a:solidFill>
                  <a:schemeClr val="tx1"/>
                </a:solidFill>
                <a:effectLst/>
                <a:latin typeface="+mn-lt"/>
                <a:ea typeface="+mn-ea"/>
                <a:cs typeface="+mn-cs"/>
              </a:rPr>
              <a:t> and </a:t>
            </a:r>
            <a:r>
              <a:rPr kumimoji="1" lang="ja-JP" altLang="ja-JP" sz="1200" b="1" i="0" kern="1200" dirty="0">
                <a:solidFill>
                  <a:schemeClr val="tx1"/>
                </a:solidFill>
                <a:effectLst/>
                <a:latin typeface="+mn-lt"/>
                <a:ea typeface="+mn-ea"/>
                <a:cs typeface="+mn-cs"/>
              </a:rPr>
              <a:t>physical space</a:t>
            </a:r>
            <a:r>
              <a:rPr kumimoji="1" lang="ja-JP" altLang="ja-JP" sz="1200" b="0" i="0" kern="1200" dirty="0">
                <a:solidFill>
                  <a:schemeClr val="tx1"/>
                </a:solidFill>
                <a:effectLst/>
                <a:latin typeface="+mn-lt"/>
                <a:ea typeface="+mn-ea"/>
                <a:cs typeface="+mn-cs"/>
              </a:rPr>
              <a:t>. In Society 4.0, information sharing was often insufficient, and humans had to analyze vast amounts of data, which was a heavy burden.</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lang="ja-JP" altLang="ja-JP" dirty="0"/>
              <a:t>まず、その背景について見てみましょう。私たちは「Society 5.0」へと向かっています。これは、経済の発展と社会問題の解決とのバランスを保った、人間中心の社会です。ここでの重要な概念は、サイバー空間と物理空間の高度な融合です。「Society 4.0」では、情報共有が不十分な場合が多く、人間が膨大な量のデータを分析しなければならず、それが大きな負担となっていました。</a:t>
            </a:r>
          </a:p>
        </p:txBody>
      </p:sp>
      <p:sp>
        <p:nvSpPr>
          <p:cNvPr id="4" name="スライド番号プレースホルダー 3"/>
          <p:cNvSpPr>
            <a:spLocks noGrp="1"/>
          </p:cNvSpPr>
          <p:nvPr>
            <p:ph type="sldNum" sz="quarter" idx="5"/>
          </p:nvPr>
        </p:nvSpPr>
        <p:spPr/>
        <p:txBody>
          <a:bodyPr/>
          <a:lstStyle/>
          <a:p>
            <a:fld id="{E3210B6A-8179-4217-999F-339DBA12AA12}" type="slidenum">
              <a:rPr kumimoji="1" lang="ja-JP" altLang="en-US" smtClean="0"/>
              <a:t>2</a:t>
            </a:fld>
            <a:endParaRPr kumimoji="1" lang="ja-JP" altLang="en-US"/>
          </a:p>
        </p:txBody>
      </p:sp>
    </p:spTree>
    <p:extLst>
      <p:ext uri="{BB962C8B-B14F-4D97-AF65-F5344CB8AC3E}">
        <p14:creationId xmlns:p14="http://schemas.microsoft.com/office/powerpoint/2010/main" val="1558561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b="0" i="0" kern="1200" dirty="0">
                <a:solidFill>
                  <a:schemeClr val="tx1"/>
                </a:solidFill>
                <a:effectLst/>
                <a:latin typeface="+mn-lt"/>
                <a:ea typeface="+mn-ea"/>
                <a:cs typeface="+mn-cs"/>
              </a:rPr>
              <a:t>Why does inclusive communication matter? Conventional presentation tools often assume a 'standard' physical ability. This is a </a:t>
            </a:r>
            <a:r>
              <a:rPr kumimoji="1" lang="ja-JP" altLang="ja-JP" sz="1200" b="1" i="0" kern="1200" dirty="0">
                <a:solidFill>
                  <a:schemeClr val="tx1"/>
                </a:solidFill>
                <a:effectLst/>
                <a:latin typeface="+mn-lt"/>
                <a:ea typeface="+mn-ea"/>
                <a:cs typeface="+mn-cs"/>
              </a:rPr>
              <a:t>'one-size-fits-all'</a:t>
            </a:r>
            <a:r>
              <a:rPr kumimoji="1" lang="ja-JP" altLang="ja-JP" sz="1200" b="0" i="0" kern="1200" dirty="0">
                <a:solidFill>
                  <a:schemeClr val="tx1"/>
                </a:solidFill>
                <a:effectLst/>
                <a:latin typeface="+mn-lt"/>
                <a:ea typeface="+mn-ea"/>
                <a:cs typeface="+mn-cs"/>
              </a:rPr>
              <a:t> model. However, presenters with physical constraints, the elderly, or those in remote environments face barriers. Our goal is aligned with the SDGs: </a:t>
            </a:r>
            <a:r>
              <a:rPr kumimoji="1" lang="ja-JP" altLang="ja-JP" sz="1200" b="1" i="0" kern="1200" dirty="0">
                <a:solidFill>
                  <a:schemeClr val="tx1"/>
                </a:solidFill>
                <a:effectLst/>
                <a:latin typeface="+mn-lt"/>
                <a:ea typeface="+mn-ea"/>
                <a:cs typeface="+mn-cs"/>
              </a:rPr>
              <a:t>'Leave No One Behind' (LNOB)</a:t>
            </a:r>
            <a:r>
              <a:rPr kumimoji="1" lang="ja-JP" altLang="ja-JP" sz="1200" b="0" i="0" kern="1200" dirty="0">
                <a:solidFill>
                  <a:schemeClr val="tx1"/>
                </a:solidFill>
                <a:effectLst/>
                <a:latin typeface="+mn-lt"/>
                <a:ea typeface="+mn-ea"/>
                <a:cs typeface="+mn-cs"/>
              </a:rPr>
              <a:t> in the digital era.</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lang="ja-JP" altLang="ja-JP" dirty="0"/>
              <a:t>インクルーシブなコミュニケーションがなぜ重要なのでしょうか？従来のプレゼンテーションツールは、多くの場合、「標準的」な身体能力を前提としています。これは「画一的な」モデルです。しかし、身体的な制約のあるプレゼンターや高齢者、遠隔地にいる人々は、障壁に直面しています。私たちの目標は、デジタル時代におけるSDGsの「誰一人取り残さない（LNOB）」という理念と一致しています。</a:t>
            </a:r>
          </a:p>
        </p:txBody>
      </p:sp>
      <p:sp>
        <p:nvSpPr>
          <p:cNvPr id="4" name="スライド番号プレースホルダー 3"/>
          <p:cNvSpPr>
            <a:spLocks noGrp="1"/>
          </p:cNvSpPr>
          <p:nvPr>
            <p:ph type="sldNum" sz="quarter" idx="5"/>
          </p:nvPr>
        </p:nvSpPr>
        <p:spPr/>
        <p:txBody>
          <a:bodyPr/>
          <a:lstStyle/>
          <a:p>
            <a:fld id="{E3210B6A-8179-4217-999F-339DBA12AA12}" type="slidenum">
              <a:rPr kumimoji="1" lang="ja-JP" altLang="en-US" smtClean="0"/>
              <a:t>3</a:t>
            </a:fld>
            <a:endParaRPr kumimoji="1" lang="ja-JP" altLang="en-US"/>
          </a:p>
        </p:txBody>
      </p:sp>
    </p:spTree>
    <p:extLst>
      <p:ext uri="{BB962C8B-B14F-4D97-AF65-F5344CB8AC3E}">
        <p14:creationId xmlns:p14="http://schemas.microsoft.com/office/powerpoint/2010/main" val="3928497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b="0" i="0" kern="1200" dirty="0">
                <a:solidFill>
                  <a:schemeClr val="tx1"/>
                </a:solidFill>
                <a:effectLst/>
                <a:latin typeface="+mn-lt"/>
                <a:ea typeface="+mn-ea"/>
                <a:cs typeface="+mn-cs"/>
              </a:rPr>
              <a:t>My research focuses on an </a:t>
            </a:r>
            <a:r>
              <a:rPr kumimoji="1" lang="ja-JP" altLang="ja-JP" sz="1200" b="1" i="0" kern="1200" dirty="0">
                <a:solidFill>
                  <a:schemeClr val="tx1"/>
                </a:solidFill>
                <a:effectLst/>
                <a:latin typeface="+mn-lt"/>
                <a:ea typeface="+mn-ea"/>
                <a:cs typeface="+mn-cs"/>
              </a:rPr>
              <a:t>'Automatic Slide Pointing System based on Semantic Speech Understanding'</a:t>
            </a:r>
            <a:r>
              <a:rPr kumimoji="1" lang="ja-JP" altLang="ja-JP" sz="1200" b="0" i="0" kern="1200" dirty="0">
                <a:solidFill>
                  <a:schemeClr val="tx1"/>
                </a:solidFill>
                <a:effectLst/>
                <a:latin typeface="+mn-lt"/>
                <a:ea typeface="+mn-ea"/>
                <a:cs typeface="+mn-cs"/>
              </a:rPr>
              <a:t>. This system bridges the gap between physical and cyber spaces. It captures the presenter's natural speech (Physical) and automatically highlights the digital slide elements (Cyber) by understanding the speaker's intent in real-time.</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lang="ja-JP" altLang="ja-JP" dirty="0"/>
              <a:t>私の研究は、「意味論的音声理解に基づく自動スライド指し示しシステム」に焦点を当てています。このシステムは、物理空間とサイバー空間の隔たりを埋めるものです。発表者の自然な話し言葉（物理空間）を捉え、話者の意図をリアルタイムで理解することで、デジタルスライド上の要素（サイバー空間）を自動的にハイライト表示します。</a:t>
            </a:r>
          </a:p>
        </p:txBody>
      </p:sp>
      <p:sp>
        <p:nvSpPr>
          <p:cNvPr id="4" name="スライド番号プレースホルダー 3"/>
          <p:cNvSpPr>
            <a:spLocks noGrp="1"/>
          </p:cNvSpPr>
          <p:nvPr>
            <p:ph type="sldNum" sz="quarter" idx="5"/>
          </p:nvPr>
        </p:nvSpPr>
        <p:spPr/>
        <p:txBody>
          <a:bodyPr/>
          <a:lstStyle/>
          <a:p>
            <a:fld id="{E3210B6A-8179-4217-999F-339DBA12AA12}" type="slidenum">
              <a:rPr kumimoji="1" lang="ja-JP" altLang="en-US" smtClean="0"/>
              <a:t>4</a:t>
            </a:fld>
            <a:endParaRPr kumimoji="1" lang="ja-JP" altLang="en-US"/>
          </a:p>
        </p:txBody>
      </p:sp>
    </p:spTree>
    <p:extLst>
      <p:ext uri="{BB962C8B-B14F-4D97-AF65-F5344CB8AC3E}">
        <p14:creationId xmlns:p14="http://schemas.microsoft.com/office/powerpoint/2010/main" val="3680316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b="0" i="0" kern="1200" dirty="0">
                <a:solidFill>
                  <a:schemeClr val="tx1"/>
                </a:solidFill>
                <a:effectLst/>
                <a:latin typeface="+mn-lt"/>
                <a:ea typeface="+mn-ea"/>
                <a:cs typeface="+mn-cs"/>
              </a:rPr>
              <a:t>I am applying the concept of </a:t>
            </a:r>
            <a:r>
              <a:rPr kumimoji="1" lang="ja-JP" altLang="ja-JP" sz="1200" b="1" i="0" kern="1200" dirty="0">
                <a:solidFill>
                  <a:schemeClr val="tx1"/>
                </a:solidFill>
                <a:effectLst/>
                <a:latin typeface="+mn-lt"/>
                <a:ea typeface="+mn-ea"/>
                <a:cs typeface="+mn-cs"/>
              </a:rPr>
              <a:t>'Gendered Innovations'</a:t>
            </a:r>
            <a:r>
              <a:rPr kumimoji="1" lang="ja-JP" altLang="ja-JP" sz="1200" b="0" i="0" kern="1200" dirty="0">
                <a:solidFill>
                  <a:schemeClr val="tx1"/>
                </a:solidFill>
                <a:effectLst/>
                <a:latin typeface="+mn-lt"/>
                <a:ea typeface="+mn-ea"/>
                <a:cs typeface="+mn-cs"/>
              </a:rPr>
              <a:t> to this engineering challenge. Instead of designing for a single 'standard' user, we analyze diverse user characteristics. By removing the need for manual pointing, this system empowers a wider range of people to share their ideas effectively, regardless of their physical dexterity.</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lang="ja-JP" altLang="ja-JP" dirty="0"/>
              <a:t>私はこの工学上の課題に「ジェンダー・イノベーション」という概念を適用しています。単一の「標準的な」ユーザーを想定して設計するのではなく、多様なユーザーの特性を分析しています。手動でのポインティング操作を不要にすることで、このシステムは、身体的な器用さに関わらず、より幅広い人々が効果的にアイデアを共有できるようにします。</a:t>
            </a:r>
          </a:p>
        </p:txBody>
      </p:sp>
      <p:sp>
        <p:nvSpPr>
          <p:cNvPr id="4" name="スライド番号プレースホルダー 3"/>
          <p:cNvSpPr>
            <a:spLocks noGrp="1"/>
          </p:cNvSpPr>
          <p:nvPr>
            <p:ph type="sldNum" sz="quarter" idx="5"/>
          </p:nvPr>
        </p:nvSpPr>
        <p:spPr/>
        <p:txBody>
          <a:bodyPr/>
          <a:lstStyle/>
          <a:p>
            <a:fld id="{E3210B6A-8179-4217-999F-339DBA12AA12}" type="slidenum">
              <a:rPr kumimoji="1" lang="ja-JP" altLang="en-US" smtClean="0"/>
              <a:t>5</a:t>
            </a:fld>
            <a:endParaRPr kumimoji="1" lang="ja-JP" altLang="en-US"/>
          </a:p>
        </p:txBody>
      </p:sp>
    </p:spTree>
    <p:extLst>
      <p:ext uri="{BB962C8B-B14F-4D97-AF65-F5344CB8AC3E}">
        <p14:creationId xmlns:p14="http://schemas.microsoft.com/office/powerpoint/2010/main" val="3939366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b="0" i="0" kern="1200" dirty="0">
                <a:solidFill>
                  <a:schemeClr val="tx1"/>
                </a:solidFill>
                <a:effectLst/>
                <a:latin typeface="+mn-lt"/>
                <a:ea typeface="+mn-ea"/>
                <a:cs typeface="+mn-cs"/>
              </a:rPr>
              <a:t>The core technology uses </a:t>
            </a:r>
            <a:r>
              <a:rPr kumimoji="1" lang="ja-JP" altLang="ja-JP" sz="1200" b="1" i="0" kern="1200" dirty="0">
                <a:solidFill>
                  <a:schemeClr val="tx1"/>
                </a:solidFill>
                <a:effectLst/>
                <a:latin typeface="+mn-lt"/>
                <a:ea typeface="+mn-ea"/>
                <a:cs typeface="+mn-cs"/>
              </a:rPr>
              <a:t>Large Language Models (LLMs)</a:t>
            </a:r>
            <a:r>
              <a:rPr kumimoji="1" lang="ja-JP" altLang="ja-JP" sz="1200" b="0" i="0" kern="1200" dirty="0">
                <a:solidFill>
                  <a:schemeClr val="tx1"/>
                </a:solidFill>
                <a:effectLst/>
                <a:latin typeface="+mn-lt"/>
                <a:ea typeface="+mn-ea"/>
                <a:cs typeface="+mn-cs"/>
              </a:rPr>
              <a:t> like Llama3 for real-time semantic analysis. As an engineer, my role is not just about science, but about </a:t>
            </a:r>
            <a:r>
              <a:rPr kumimoji="1" lang="ja-JP" altLang="ja-JP" sz="1200" b="1" i="0" kern="1200" dirty="0">
                <a:solidFill>
                  <a:schemeClr val="tx1"/>
                </a:solidFill>
                <a:effectLst/>
                <a:latin typeface="+mn-lt"/>
                <a:ea typeface="+mn-ea"/>
                <a:cs typeface="+mn-cs"/>
              </a:rPr>
              <a:t>'embodying ideas'</a:t>
            </a:r>
            <a:r>
              <a:rPr kumimoji="1" lang="ja-JP" altLang="ja-JP" sz="1200" b="0" i="0" kern="1200" dirty="0">
                <a:solidFill>
                  <a:schemeClr val="tx1"/>
                </a:solidFill>
                <a:effectLst/>
                <a:latin typeface="+mn-lt"/>
                <a:ea typeface="+mn-ea"/>
                <a:cs typeface="+mn-cs"/>
              </a:rPr>
              <a:t> into forms that people can actually use to improve their lives and society.</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dirty="0"/>
              <a:t>中核となる技術では、</a:t>
            </a:r>
            <a:r>
              <a:rPr kumimoji="1" lang="en-US" altLang="ja-JP" dirty="0"/>
              <a:t>Llama3</a:t>
            </a:r>
            <a:r>
              <a:rPr kumimoji="1" lang="ja-JP" altLang="en-US" dirty="0"/>
              <a:t>などの大規模言語モデル（</a:t>
            </a:r>
            <a:r>
              <a:rPr kumimoji="1" lang="en-US" altLang="ja-JP" dirty="0"/>
              <a:t>LLM</a:t>
            </a:r>
            <a:r>
              <a:rPr kumimoji="1" lang="ja-JP" altLang="en-US" dirty="0"/>
              <a:t>）を用いてリアルタイムの意味解析を行っています。エンジニアとしての私の役割は、単に科学的な研究にとどまらず、人々の生活や社会をより良くするために実際に活用できる形へと「アイデアを具現化すること」にあります。</a:t>
            </a:r>
          </a:p>
        </p:txBody>
      </p:sp>
      <p:sp>
        <p:nvSpPr>
          <p:cNvPr id="4" name="スライド番号プレースホルダー 3"/>
          <p:cNvSpPr>
            <a:spLocks noGrp="1"/>
          </p:cNvSpPr>
          <p:nvPr>
            <p:ph type="sldNum" sz="quarter" idx="5"/>
          </p:nvPr>
        </p:nvSpPr>
        <p:spPr/>
        <p:txBody>
          <a:bodyPr/>
          <a:lstStyle/>
          <a:p>
            <a:fld id="{E3210B6A-8179-4217-999F-339DBA12AA12}" type="slidenum">
              <a:rPr kumimoji="1" lang="ja-JP" altLang="en-US" smtClean="0"/>
              <a:t>6</a:t>
            </a:fld>
            <a:endParaRPr kumimoji="1" lang="ja-JP" altLang="en-US"/>
          </a:p>
        </p:txBody>
      </p:sp>
    </p:spTree>
    <p:extLst>
      <p:ext uri="{BB962C8B-B14F-4D97-AF65-F5344CB8AC3E}">
        <p14:creationId xmlns:p14="http://schemas.microsoft.com/office/powerpoint/2010/main" val="1580323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b="0" i="0" kern="1200" dirty="0">
                <a:solidFill>
                  <a:schemeClr val="tx1"/>
                </a:solidFill>
                <a:effectLst/>
                <a:latin typeface="+mn-lt"/>
                <a:ea typeface="+mn-ea"/>
                <a:cs typeface="+mn-cs"/>
              </a:rPr>
              <a:t>Through this course, I learned the importance of </a:t>
            </a:r>
            <a:r>
              <a:rPr kumimoji="1" lang="ja-JP" altLang="ja-JP" sz="1200" b="1" i="0" kern="1200" dirty="0">
                <a:solidFill>
                  <a:schemeClr val="tx1"/>
                </a:solidFill>
                <a:effectLst/>
                <a:latin typeface="+mn-lt"/>
                <a:ea typeface="+mn-ea"/>
                <a:cs typeface="+mn-cs"/>
              </a:rPr>
              <a:t>'Transformative Competencies'</a:t>
            </a:r>
            <a:r>
              <a:rPr kumimoji="1" lang="ja-JP" altLang="ja-JP" sz="1200" b="0" i="0" kern="1200" dirty="0">
                <a:solidFill>
                  <a:schemeClr val="tx1"/>
                </a:solidFill>
                <a:effectLst/>
                <a:latin typeface="+mn-lt"/>
                <a:ea typeface="+mn-ea"/>
                <a:cs typeface="+mn-cs"/>
              </a:rPr>
              <a:t>. My goal is to become an engineer who can </a:t>
            </a:r>
            <a:r>
              <a:rPr kumimoji="1" lang="ja-JP" altLang="ja-JP" sz="1200" b="1" i="0" kern="1200" dirty="0">
                <a:solidFill>
                  <a:schemeClr val="tx1"/>
                </a:solidFill>
                <a:effectLst/>
                <a:latin typeface="+mn-lt"/>
                <a:ea typeface="+mn-ea"/>
                <a:cs typeface="+mn-cs"/>
              </a:rPr>
              <a:t>'Create New Value'</a:t>
            </a:r>
            <a:r>
              <a:rPr kumimoji="1" lang="ja-JP" altLang="ja-JP" sz="1200" b="0" i="0" kern="1200" dirty="0">
                <a:solidFill>
                  <a:schemeClr val="tx1"/>
                </a:solidFill>
                <a:effectLst/>
                <a:latin typeface="+mn-lt"/>
                <a:ea typeface="+mn-ea"/>
                <a:cs typeface="+mn-cs"/>
              </a:rPr>
              <a:t> and exercise </a:t>
            </a:r>
            <a:r>
              <a:rPr kumimoji="1" lang="ja-JP" altLang="ja-JP" sz="1200" b="1" i="0" kern="1200" dirty="0">
                <a:solidFill>
                  <a:schemeClr val="tx1"/>
                </a:solidFill>
                <a:effectLst/>
                <a:latin typeface="+mn-lt"/>
                <a:ea typeface="+mn-ea"/>
                <a:cs typeface="+mn-cs"/>
              </a:rPr>
              <a:t>'Co-agency'</a:t>
            </a:r>
            <a:r>
              <a:rPr kumimoji="1" lang="ja-JP" altLang="ja-JP" sz="1200" b="0" i="0" kern="1200" dirty="0">
                <a:solidFill>
                  <a:schemeClr val="tx1"/>
                </a:solidFill>
                <a:effectLst/>
                <a:latin typeface="+mn-lt"/>
                <a:ea typeface="+mn-ea"/>
                <a:cs typeface="+mn-cs"/>
              </a:rPr>
              <a:t> by working with people from diverse fields. I want to bridge advanced AI technology with real-world social needs to help realize Society 5.0.</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lang="ja-JP" altLang="ja-JP" dirty="0"/>
              <a:t>このコースを通じて、「変革的コンピテンシー」の重要性を学びました。私の目標は、多様な分野の人々と協働し、「新たな価値を創造」し、「共創」を実践できるエンジニアになることです。最先端のAI技術と現実社会のニーズを結びつけ、Society 5.0の実現に貢献したいと考えています。</a:t>
            </a:r>
          </a:p>
        </p:txBody>
      </p:sp>
      <p:sp>
        <p:nvSpPr>
          <p:cNvPr id="4" name="スライド番号プレースホルダー 3"/>
          <p:cNvSpPr>
            <a:spLocks noGrp="1"/>
          </p:cNvSpPr>
          <p:nvPr>
            <p:ph type="sldNum" sz="quarter" idx="5"/>
          </p:nvPr>
        </p:nvSpPr>
        <p:spPr/>
        <p:txBody>
          <a:bodyPr/>
          <a:lstStyle/>
          <a:p>
            <a:fld id="{E3210B6A-8179-4217-999F-339DBA12AA12}" type="slidenum">
              <a:rPr kumimoji="1" lang="ja-JP" altLang="en-US" smtClean="0"/>
              <a:t>7</a:t>
            </a:fld>
            <a:endParaRPr kumimoji="1" lang="ja-JP" altLang="en-US"/>
          </a:p>
        </p:txBody>
      </p:sp>
    </p:spTree>
    <p:extLst>
      <p:ext uri="{BB962C8B-B14F-4D97-AF65-F5344CB8AC3E}">
        <p14:creationId xmlns:p14="http://schemas.microsoft.com/office/powerpoint/2010/main" val="319013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b="0" i="0" kern="1200" dirty="0">
                <a:solidFill>
                  <a:schemeClr val="tx1"/>
                </a:solidFill>
                <a:effectLst/>
                <a:latin typeface="+mn-lt"/>
                <a:ea typeface="+mn-ea"/>
                <a:cs typeface="+mn-cs"/>
              </a:rPr>
              <a:t>In conclusion, my research on AI-driven slide navigation is a step toward the inclusive communication required in Society 5.0. I believe that technology should always adapt to humans, not the other way around. Let's build a society where everyone can communicate their ideas with confidence. Thank you for your attention.</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lang="ja-JP" altLang="ja-JP" dirty="0"/>
              <a:t>結論として、AIを活用したスライド操作に関する私の研究は、Society 5.0で求められる「包摂的なコミュニケーション」に向けた一歩です。技術は常に人間に適応すべきであり、その逆であってはならないと私は考えています。誰もが自信を持って自分の考えを伝えられる社会を築いていきましょう。ご清聴ありがとうございました。</a:t>
            </a:r>
          </a:p>
          <a:p>
            <a:endParaRPr lang="en-US" altLang="ja-JP" dirty="0"/>
          </a:p>
          <a:p>
            <a:endParaRPr lang="ja-JP" altLang="ja-JP" dirty="0"/>
          </a:p>
        </p:txBody>
      </p:sp>
      <p:sp>
        <p:nvSpPr>
          <p:cNvPr id="4" name="スライド番号プレースホルダー 3"/>
          <p:cNvSpPr>
            <a:spLocks noGrp="1"/>
          </p:cNvSpPr>
          <p:nvPr>
            <p:ph type="sldNum" sz="quarter" idx="5"/>
          </p:nvPr>
        </p:nvSpPr>
        <p:spPr/>
        <p:txBody>
          <a:bodyPr/>
          <a:lstStyle/>
          <a:p>
            <a:fld id="{E3210B6A-8179-4217-999F-339DBA12AA12}" type="slidenum">
              <a:rPr kumimoji="1" lang="ja-JP" altLang="en-US" smtClean="0"/>
              <a:t>8</a:t>
            </a:fld>
            <a:endParaRPr kumimoji="1" lang="ja-JP" altLang="en-US"/>
          </a:p>
        </p:txBody>
      </p:sp>
    </p:spTree>
    <p:extLst>
      <p:ext uri="{BB962C8B-B14F-4D97-AF65-F5344CB8AC3E}">
        <p14:creationId xmlns:p14="http://schemas.microsoft.com/office/powerpoint/2010/main" val="1324704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s://freepik.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1352733"/>
            <a:ext cx="8598718" cy="2959600"/>
          </a:xfrm>
          <a:prstGeom prst="rect">
            <a:avLst/>
          </a:prstGeom>
        </p:spPr>
        <p:txBody>
          <a:bodyPr spcFirstLastPara="1" wrap="square" lIns="91425" tIns="91425" rIns="91425" bIns="91425" anchor="b" anchorCtr="0">
            <a:noAutofit/>
          </a:bodyPr>
          <a:lstStyle>
            <a:lvl1pPr lvl="0" algn="l">
              <a:spcBef>
                <a:spcPts val="0"/>
              </a:spcBef>
              <a:spcAft>
                <a:spcPts val="0"/>
              </a:spcAft>
              <a:buSzPts val="4700"/>
              <a:buNone/>
              <a:defRPr sz="4800">
                <a:latin typeface="LINE Seed JP App_TTF Bold" panose="02020700000000000000" pitchFamily="18" charset="-128"/>
                <a:ea typeface="LINE Seed JP App_TTF Bold" panose="02020700000000000000" pitchFamily="18" charset="-128"/>
              </a:defRPr>
            </a:lvl1pPr>
            <a:lvl2pPr lvl="1" algn="l">
              <a:spcBef>
                <a:spcPts val="0"/>
              </a:spcBef>
              <a:spcAft>
                <a:spcPts val="0"/>
              </a:spcAft>
              <a:buSzPts val="4700"/>
              <a:buNone/>
              <a:defRPr sz="6267"/>
            </a:lvl2pPr>
            <a:lvl3pPr lvl="2" algn="l">
              <a:spcBef>
                <a:spcPts val="0"/>
              </a:spcBef>
              <a:spcAft>
                <a:spcPts val="0"/>
              </a:spcAft>
              <a:buSzPts val="4700"/>
              <a:buNone/>
              <a:defRPr sz="6267"/>
            </a:lvl3pPr>
            <a:lvl4pPr lvl="3" algn="l">
              <a:spcBef>
                <a:spcPts val="0"/>
              </a:spcBef>
              <a:spcAft>
                <a:spcPts val="0"/>
              </a:spcAft>
              <a:buSzPts val="4700"/>
              <a:buNone/>
              <a:defRPr sz="6267"/>
            </a:lvl4pPr>
            <a:lvl5pPr lvl="4" algn="l">
              <a:spcBef>
                <a:spcPts val="0"/>
              </a:spcBef>
              <a:spcAft>
                <a:spcPts val="0"/>
              </a:spcAft>
              <a:buSzPts val="4700"/>
              <a:buNone/>
              <a:defRPr sz="6267"/>
            </a:lvl5pPr>
            <a:lvl6pPr lvl="5" algn="l">
              <a:spcBef>
                <a:spcPts val="0"/>
              </a:spcBef>
              <a:spcAft>
                <a:spcPts val="0"/>
              </a:spcAft>
              <a:buSzPts val="4700"/>
              <a:buNone/>
              <a:defRPr sz="6267"/>
            </a:lvl6pPr>
            <a:lvl7pPr lvl="6" algn="l">
              <a:spcBef>
                <a:spcPts val="0"/>
              </a:spcBef>
              <a:spcAft>
                <a:spcPts val="0"/>
              </a:spcAft>
              <a:buSzPts val="4700"/>
              <a:buNone/>
              <a:defRPr sz="6267"/>
            </a:lvl7pPr>
            <a:lvl8pPr lvl="7" algn="l">
              <a:spcBef>
                <a:spcPts val="0"/>
              </a:spcBef>
              <a:spcAft>
                <a:spcPts val="0"/>
              </a:spcAft>
              <a:buSzPts val="4700"/>
              <a:buNone/>
              <a:defRPr sz="6267"/>
            </a:lvl8pPr>
            <a:lvl9pPr lvl="8" algn="l">
              <a:spcBef>
                <a:spcPts val="0"/>
              </a:spcBef>
              <a:spcAft>
                <a:spcPts val="0"/>
              </a:spcAft>
              <a:buSzPts val="4700"/>
              <a:buNone/>
              <a:defRPr sz="6267"/>
            </a:lvl9pPr>
          </a:lstStyle>
          <a:p>
            <a:r>
              <a:rPr lang="ja-JP" altLang="en-US"/>
              <a:t>マスター タイトルの書式設定</a:t>
            </a:r>
            <a:endParaRPr dirty="0"/>
          </a:p>
        </p:txBody>
      </p:sp>
      <p:sp>
        <p:nvSpPr>
          <p:cNvPr id="10" name="Google Shape;10;p2"/>
          <p:cNvSpPr txBox="1">
            <a:spLocks noGrp="1"/>
          </p:cNvSpPr>
          <p:nvPr>
            <p:ph type="subTitle" idx="1"/>
          </p:nvPr>
        </p:nvSpPr>
        <p:spPr>
          <a:xfrm>
            <a:off x="950966" y="4421300"/>
            <a:ext cx="8598718" cy="968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2400">
                <a:latin typeface="+mn-ea"/>
                <a:ea typeface="+mn-ea"/>
              </a:defRPr>
            </a:lvl1pPr>
            <a:lvl2pPr lvl="1">
              <a:lnSpc>
                <a:spcPct val="115000"/>
              </a:lnSpc>
              <a:spcBef>
                <a:spcPts val="0"/>
              </a:spcBef>
              <a:spcAft>
                <a:spcPts val="0"/>
              </a:spcAft>
              <a:buSzPts val="1850"/>
              <a:buNone/>
              <a:defRPr sz="2467"/>
            </a:lvl2pPr>
            <a:lvl3pPr lvl="2">
              <a:lnSpc>
                <a:spcPct val="115000"/>
              </a:lnSpc>
              <a:spcBef>
                <a:spcPts val="0"/>
              </a:spcBef>
              <a:spcAft>
                <a:spcPts val="0"/>
              </a:spcAft>
              <a:buSzPts val="1850"/>
              <a:buNone/>
              <a:defRPr sz="2467"/>
            </a:lvl3pPr>
            <a:lvl4pPr lvl="3">
              <a:lnSpc>
                <a:spcPct val="115000"/>
              </a:lnSpc>
              <a:spcBef>
                <a:spcPts val="0"/>
              </a:spcBef>
              <a:spcAft>
                <a:spcPts val="0"/>
              </a:spcAft>
              <a:buSzPts val="1850"/>
              <a:buNone/>
              <a:defRPr sz="2467"/>
            </a:lvl4pPr>
            <a:lvl5pPr lvl="4">
              <a:lnSpc>
                <a:spcPct val="115000"/>
              </a:lnSpc>
              <a:spcBef>
                <a:spcPts val="0"/>
              </a:spcBef>
              <a:spcAft>
                <a:spcPts val="0"/>
              </a:spcAft>
              <a:buSzPts val="1850"/>
              <a:buNone/>
              <a:defRPr sz="2467"/>
            </a:lvl5pPr>
            <a:lvl6pPr lvl="5">
              <a:lnSpc>
                <a:spcPct val="115000"/>
              </a:lnSpc>
              <a:spcBef>
                <a:spcPts val="0"/>
              </a:spcBef>
              <a:spcAft>
                <a:spcPts val="0"/>
              </a:spcAft>
              <a:buSzPts val="1850"/>
              <a:buNone/>
              <a:defRPr sz="2467"/>
            </a:lvl6pPr>
            <a:lvl7pPr lvl="6">
              <a:lnSpc>
                <a:spcPct val="115000"/>
              </a:lnSpc>
              <a:spcBef>
                <a:spcPts val="0"/>
              </a:spcBef>
              <a:spcAft>
                <a:spcPts val="0"/>
              </a:spcAft>
              <a:buSzPts val="1850"/>
              <a:buNone/>
              <a:defRPr sz="2467"/>
            </a:lvl7pPr>
            <a:lvl8pPr lvl="7">
              <a:lnSpc>
                <a:spcPct val="115000"/>
              </a:lnSpc>
              <a:spcBef>
                <a:spcPts val="0"/>
              </a:spcBef>
              <a:spcAft>
                <a:spcPts val="0"/>
              </a:spcAft>
              <a:buSzPts val="1850"/>
              <a:buNone/>
              <a:defRPr sz="2467"/>
            </a:lvl8pPr>
            <a:lvl9pPr lvl="8">
              <a:lnSpc>
                <a:spcPct val="115000"/>
              </a:lnSpc>
              <a:spcBef>
                <a:spcPts val="0"/>
              </a:spcBef>
              <a:spcAft>
                <a:spcPts val="0"/>
              </a:spcAft>
              <a:buSzPts val="1850"/>
              <a:buNone/>
              <a:defRPr sz="2467"/>
            </a:lvl9pPr>
          </a:lstStyle>
          <a:p>
            <a:r>
              <a:rPr lang="ja-JP" altLang="en-US"/>
              <a:t>マスター サブタイトルの書式設定</a:t>
            </a:r>
            <a:endParaRPr dirty="0"/>
          </a:p>
        </p:txBody>
      </p:sp>
      <p:sp>
        <p:nvSpPr>
          <p:cNvPr id="11" name="Google Shape;11;p2"/>
          <p:cNvSpPr/>
          <p:nvPr/>
        </p:nvSpPr>
        <p:spPr>
          <a:xfrm>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 name="Google Shape;12;p2"/>
          <p:cNvGrpSpPr/>
          <p:nvPr/>
        </p:nvGrpSpPr>
        <p:grpSpPr>
          <a:xfrm>
            <a:off x="-73833" y="719333"/>
            <a:ext cx="12265800" cy="6138667"/>
            <a:chOff x="-55375" y="539500"/>
            <a:chExt cx="9199350" cy="4604000"/>
          </a:xfrm>
        </p:grpSpPr>
        <p:cxnSp>
          <p:nvCxnSpPr>
            <p:cNvPr id="13" name="Google Shape;13;p2"/>
            <p:cNvCxnSpPr/>
            <p:nvPr/>
          </p:nvCxnSpPr>
          <p:spPr>
            <a:xfrm>
              <a:off x="-55375" y="460857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4" name="Google Shape;14;p2"/>
            <p:cNvCxnSpPr/>
            <p:nvPr/>
          </p:nvCxnSpPr>
          <p:spPr>
            <a:xfrm>
              <a:off x="4751675" y="539500"/>
              <a:ext cx="4392300" cy="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5;p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292619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31" name="Google Shape;31;p5"/>
          <p:cNvSpPr txBox="1">
            <a:spLocks noGrp="1"/>
          </p:cNvSpPr>
          <p:nvPr>
            <p:ph type="subTitle" idx="1"/>
          </p:nvPr>
        </p:nvSpPr>
        <p:spPr>
          <a:xfrm>
            <a:off x="2502806" y="2754000"/>
            <a:ext cx="7186326"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4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32" name="Google Shape;32;p5"/>
          <p:cNvSpPr txBox="1">
            <a:spLocks noGrp="1"/>
          </p:cNvSpPr>
          <p:nvPr>
            <p:ph type="subTitle" idx="2"/>
          </p:nvPr>
        </p:nvSpPr>
        <p:spPr>
          <a:xfrm>
            <a:off x="2502837" y="2025900"/>
            <a:ext cx="7186326"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800">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33" name="Google Shape;33;p5"/>
          <p:cNvSpPr txBox="1">
            <a:spLocks noGrp="1"/>
          </p:cNvSpPr>
          <p:nvPr>
            <p:ph type="subTitle" idx="3"/>
          </p:nvPr>
        </p:nvSpPr>
        <p:spPr>
          <a:xfrm>
            <a:off x="2502806" y="4845532"/>
            <a:ext cx="7186326"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4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34" name="Google Shape;34;p5"/>
          <p:cNvSpPr txBox="1">
            <a:spLocks noGrp="1"/>
          </p:cNvSpPr>
          <p:nvPr>
            <p:ph type="subTitle" idx="4"/>
          </p:nvPr>
        </p:nvSpPr>
        <p:spPr>
          <a:xfrm>
            <a:off x="2502806" y="4147932"/>
            <a:ext cx="7186326"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800">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35" name="Google Shape;35;p5"/>
          <p:cNvSpPr/>
          <p:nvPr/>
        </p:nvSpPr>
        <p:spPr>
          <a:xfrm flipH="1">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36" name="Google Shape;36;p5"/>
          <p:cNvCxnSpPr/>
          <p:nvPr/>
        </p:nvCxnSpPr>
        <p:spPr>
          <a:xfrm rot="10800000">
            <a:off x="11819767" y="0"/>
            <a:ext cx="0" cy="550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841723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39" name="Google Shape;39;p6"/>
          <p:cNvSpPr/>
          <p:nvPr/>
        </p:nvSpPr>
        <p:spPr>
          <a:xfrm>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0" name="Google Shape;40;p6"/>
          <p:cNvGrpSpPr/>
          <p:nvPr/>
        </p:nvGrpSpPr>
        <p:grpSpPr>
          <a:xfrm>
            <a:off x="189201" y="-34"/>
            <a:ext cx="12002700" cy="6501401"/>
            <a:chOff x="141900" y="-26"/>
            <a:chExt cx="9002025" cy="4876051"/>
          </a:xfrm>
        </p:grpSpPr>
        <p:cxnSp>
          <p:nvCxnSpPr>
            <p:cNvPr id="41" name="Google Shape;41;p6"/>
            <p:cNvCxnSpPr/>
            <p:nvPr/>
          </p:nvCxnSpPr>
          <p:spPr>
            <a:xfrm>
              <a:off x="4576425" y="4876025"/>
              <a:ext cx="4567500" cy="0"/>
            </a:xfrm>
            <a:prstGeom prst="straightConnector1">
              <a:avLst/>
            </a:prstGeom>
            <a:noFill/>
            <a:ln w="9525" cap="flat" cmpd="sng">
              <a:solidFill>
                <a:schemeClr val="dk1"/>
              </a:solidFill>
              <a:prstDash val="solid"/>
              <a:round/>
              <a:headEnd type="none" w="med" len="med"/>
              <a:tailEnd type="none" w="med" len="med"/>
            </a:ln>
          </p:spPr>
        </p:cxnSp>
        <p:cxnSp>
          <p:nvCxnSpPr>
            <p:cNvPr id="42" name="Google Shape;42;p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532342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950967" y="692100"/>
            <a:ext cx="3719600" cy="2629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lnSpc>
                <a:spcPct val="90000"/>
              </a:lnSpc>
              <a:spcBef>
                <a:spcPts val="0"/>
              </a:spcBef>
              <a:spcAft>
                <a:spcPts val="0"/>
              </a:spcAft>
              <a:buSzPts val="3100"/>
              <a:buNone/>
              <a:defRPr/>
            </a:lvl2pPr>
            <a:lvl3pPr lvl="2" rtl="0">
              <a:lnSpc>
                <a:spcPct val="90000"/>
              </a:lnSpc>
              <a:spcBef>
                <a:spcPts val="0"/>
              </a:spcBef>
              <a:spcAft>
                <a:spcPts val="0"/>
              </a:spcAft>
              <a:buSzPts val="3100"/>
              <a:buNone/>
              <a:defRPr/>
            </a:lvl3pPr>
            <a:lvl4pPr lvl="3" rtl="0">
              <a:lnSpc>
                <a:spcPct val="90000"/>
              </a:lnSpc>
              <a:spcBef>
                <a:spcPts val="0"/>
              </a:spcBef>
              <a:spcAft>
                <a:spcPts val="0"/>
              </a:spcAft>
              <a:buSzPts val="3100"/>
              <a:buNone/>
              <a:defRPr/>
            </a:lvl4pPr>
            <a:lvl5pPr lvl="4" rtl="0">
              <a:lnSpc>
                <a:spcPct val="90000"/>
              </a:lnSpc>
              <a:spcBef>
                <a:spcPts val="0"/>
              </a:spcBef>
              <a:spcAft>
                <a:spcPts val="0"/>
              </a:spcAft>
              <a:buSzPts val="3100"/>
              <a:buNone/>
              <a:defRPr/>
            </a:lvl5pPr>
            <a:lvl6pPr lvl="5" rtl="0">
              <a:lnSpc>
                <a:spcPct val="90000"/>
              </a:lnSpc>
              <a:spcBef>
                <a:spcPts val="0"/>
              </a:spcBef>
              <a:spcAft>
                <a:spcPts val="0"/>
              </a:spcAft>
              <a:buSzPts val="3100"/>
              <a:buNone/>
              <a:defRPr/>
            </a:lvl6pPr>
            <a:lvl7pPr lvl="6" rtl="0">
              <a:lnSpc>
                <a:spcPct val="90000"/>
              </a:lnSpc>
              <a:spcBef>
                <a:spcPts val="0"/>
              </a:spcBef>
              <a:spcAft>
                <a:spcPts val="0"/>
              </a:spcAft>
              <a:buSzPts val="3100"/>
              <a:buNone/>
              <a:defRPr/>
            </a:lvl7pPr>
            <a:lvl8pPr lvl="7" rtl="0">
              <a:lnSpc>
                <a:spcPct val="90000"/>
              </a:lnSpc>
              <a:spcBef>
                <a:spcPts val="0"/>
              </a:spcBef>
              <a:spcAft>
                <a:spcPts val="0"/>
              </a:spcAft>
              <a:buSzPts val="3100"/>
              <a:buNone/>
              <a:defRPr/>
            </a:lvl8pPr>
            <a:lvl9pPr lvl="8" rtl="0">
              <a:lnSpc>
                <a:spcPct val="90000"/>
              </a:lnSpc>
              <a:spcBef>
                <a:spcPts val="0"/>
              </a:spcBef>
              <a:spcAft>
                <a:spcPts val="0"/>
              </a:spcAft>
              <a:buSzPts val="3100"/>
              <a:buNone/>
              <a:defRPr/>
            </a:lvl9pPr>
          </a:lstStyle>
          <a:p>
            <a:r>
              <a:rPr lang="ja-JP" altLang="en-US"/>
              <a:t>マスター タイトルの書式設定</a:t>
            </a:r>
            <a:endParaRPr dirty="0"/>
          </a:p>
        </p:txBody>
      </p:sp>
      <p:sp>
        <p:nvSpPr>
          <p:cNvPr id="45" name="Google Shape;45;p7"/>
          <p:cNvSpPr txBox="1">
            <a:spLocks noGrp="1"/>
          </p:cNvSpPr>
          <p:nvPr>
            <p:ph type="subTitle" idx="1"/>
          </p:nvPr>
        </p:nvSpPr>
        <p:spPr>
          <a:xfrm>
            <a:off x="950967" y="3411841"/>
            <a:ext cx="3719600" cy="186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46" name="Google Shape;46;p7"/>
          <p:cNvSpPr>
            <a:spLocks noGrp="1"/>
          </p:cNvSpPr>
          <p:nvPr>
            <p:ph type="pic" idx="2"/>
          </p:nvPr>
        </p:nvSpPr>
        <p:spPr>
          <a:xfrm>
            <a:off x="6096000" y="0"/>
            <a:ext cx="6096000" cy="68580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a:t>アイコンをクリックして図を追加</a:t>
            </a:r>
            <a:endParaRPr lang="ja-JP" altLang="en-US" dirty="0"/>
          </a:p>
        </p:txBody>
      </p:sp>
      <p:sp>
        <p:nvSpPr>
          <p:cNvPr id="47" name="Google Shape;47;p7"/>
          <p:cNvSpPr/>
          <p:nvPr/>
        </p:nvSpPr>
        <p:spPr>
          <a:xfrm>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8" name="Google Shape;48;p7"/>
          <p:cNvGrpSpPr/>
          <p:nvPr/>
        </p:nvGrpSpPr>
        <p:grpSpPr>
          <a:xfrm>
            <a:off x="1" y="-400"/>
            <a:ext cx="5083033" cy="6145167"/>
            <a:chOff x="0" y="-300"/>
            <a:chExt cx="3812275" cy="4608875"/>
          </a:xfrm>
        </p:grpSpPr>
        <p:cxnSp>
          <p:nvCxnSpPr>
            <p:cNvPr id="49" name="Google Shape;49;p7"/>
            <p:cNvCxnSpPr/>
            <p:nvPr/>
          </p:nvCxnSpPr>
          <p:spPr>
            <a:xfrm rot="10800000">
              <a:off x="3812275" y="-300"/>
              <a:ext cx="0" cy="699000"/>
            </a:xfrm>
            <a:prstGeom prst="straightConnector1">
              <a:avLst/>
            </a:prstGeom>
            <a:noFill/>
            <a:ln w="9525" cap="flat" cmpd="sng">
              <a:solidFill>
                <a:schemeClr val="dk1"/>
              </a:solidFill>
              <a:prstDash val="solid"/>
              <a:round/>
              <a:headEnd type="none" w="med" len="med"/>
              <a:tailEnd type="none" w="med" len="med"/>
            </a:ln>
          </p:spPr>
        </p:cxnSp>
        <p:cxnSp>
          <p:nvCxnSpPr>
            <p:cNvPr id="50" name="Google Shape;50;p7"/>
            <p:cNvCxnSpPr/>
            <p:nvPr/>
          </p:nvCxnSpPr>
          <p:spPr>
            <a:xfrm>
              <a:off x="0" y="4608575"/>
              <a:ext cx="33870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883921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2486400" y="1625367"/>
            <a:ext cx="7219200" cy="30648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6000"/>
              <a:buNone/>
              <a:defRPr sz="5400">
                <a:latin typeface="LINE Seed JP App_TTF Bold" panose="02020700000000000000" pitchFamily="18" charset="-128"/>
                <a:ea typeface="LINE Seed JP App_TTF Bold" panose="02020700000000000000" pitchFamily="18" charset="-128"/>
              </a:defRPr>
            </a:lvl1pPr>
            <a:lvl2pPr lvl="1">
              <a:lnSpc>
                <a:spcPct val="90000"/>
              </a:lnSpc>
              <a:spcBef>
                <a:spcPts val="0"/>
              </a:spcBef>
              <a:spcAft>
                <a:spcPts val="0"/>
              </a:spcAft>
              <a:buSzPts val="6000"/>
              <a:buNone/>
              <a:defRPr sz="8000"/>
            </a:lvl2pPr>
            <a:lvl3pPr lvl="2">
              <a:lnSpc>
                <a:spcPct val="90000"/>
              </a:lnSpc>
              <a:spcBef>
                <a:spcPts val="0"/>
              </a:spcBef>
              <a:spcAft>
                <a:spcPts val="0"/>
              </a:spcAft>
              <a:buSzPts val="6000"/>
              <a:buNone/>
              <a:defRPr sz="8000"/>
            </a:lvl3pPr>
            <a:lvl4pPr lvl="3">
              <a:lnSpc>
                <a:spcPct val="90000"/>
              </a:lnSpc>
              <a:spcBef>
                <a:spcPts val="0"/>
              </a:spcBef>
              <a:spcAft>
                <a:spcPts val="0"/>
              </a:spcAft>
              <a:buSzPts val="6000"/>
              <a:buNone/>
              <a:defRPr sz="8000"/>
            </a:lvl4pPr>
            <a:lvl5pPr lvl="4">
              <a:lnSpc>
                <a:spcPct val="90000"/>
              </a:lnSpc>
              <a:spcBef>
                <a:spcPts val="0"/>
              </a:spcBef>
              <a:spcAft>
                <a:spcPts val="0"/>
              </a:spcAft>
              <a:buSzPts val="6000"/>
              <a:buNone/>
              <a:defRPr sz="8000"/>
            </a:lvl5pPr>
            <a:lvl6pPr lvl="5">
              <a:lnSpc>
                <a:spcPct val="90000"/>
              </a:lnSpc>
              <a:spcBef>
                <a:spcPts val="0"/>
              </a:spcBef>
              <a:spcAft>
                <a:spcPts val="0"/>
              </a:spcAft>
              <a:buSzPts val="6000"/>
              <a:buNone/>
              <a:defRPr sz="8000"/>
            </a:lvl6pPr>
            <a:lvl7pPr lvl="6">
              <a:lnSpc>
                <a:spcPct val="90000"/>
              </a:lnSpc>
              <a:spcBef>
                <a:spcPts val="0"/>
              </a:spcBef>
              <a:spcAft>
                <a:spcPts val="0"/>
              </a:spcAft>
              <a:buSzPts val="6000"/>
              <a:buNone/>
              <a:defRPr sz="8000"/>
            </a:lvl7pPr>
            <a:lvl8pPr lvl="7">
              <a:lnSpc>
                <a:spcPct val="90000"/>
              </a:lnSpc>
              <a:spcBef>
                <a:spcPts val="0"/>
              </a:spcBef>
              <a:spcAft>
                <a:spcPts val="0"/>
              </a:spcAft>
              <a:buSzPts val="6000"/>
              <a:buNone/>
              <a:defRPr sz="8000"/>
            </a:lvl8pPr>
            <a:lvl9pPr lvl="8">
              <a:lnSpc>
                <a:spcPct val="90000"/>
              </a:lnSpc>
              <a:spcBef>
                <a:spcPts val="0"/>
              </a:spcBef>
              <a:spcAft>
                <a:spcPts val="0"/>
              </a:spcAft>
              <a:buSzPts val="6000"/>
              <a:buNone/>
              <a:defRPr sz="8000"/>
            </a:lvl9pPr>
          </a:lstStyle>
          <a:p>
            <a:r>
              <a:rPr lang="ja-JP" altLang="en-US"/>
              <a:t>マスター タイトルの書式設定</a:t>
            </a:r>
            <a:endParaRPr dirty="0"/>
          </a:p>
        </p:txBody>
      </p:sp>
      <p:sp>
        <p:nvSpPr>
          <p:cNvPr id="53" name="Google Shape;53;p8"/>
          <p:cNvSpPr/>
          <p:nvPr/>
        </p:nvSpPr>
        <p:spPr>
          <a:xfrm flipH="1">
            <a:off x="-73833"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 name="Google Shape;54;p8"/>
          <p:cNvGrpSpPr/>
          <p:nvPr/>
        </p:nvGrpSpPr>
        <p:grpSpPr>
          <a:xfrm flipH="1">
            <a:off x="-73600" y="719333"/>
            <a:ext cx="12265600" cy="6138667"/>
            <a:chOff x="-55375" y="539500"/>
            <a:chExt cx="9199200" cy="4604000"/>
          </a:xfrm>
        </p:grpSpPr>
        <p:cxnSp>
          <p:nvCxnSpPr>
            <p:cNvPr id="55" name="Google Shape;55;p8"/>
            <p:cNvCxnSpPr/>
            <p:nvPr/>
          </p:nvCxnSpPr>
          <p:spPr>
            <a:xfrm>
              <a:off x="-55375" y="4608575"/>
              <a:ext cx="56592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8"/>
            <p:cNvCxnSpPr/>
            <p:nvPr/>
          </p:nvCxnSpPr>
          <p:spPr>
            <a:xfrm>
              <a:off x="4502525" y="539500"/>
              <a:ext cx="4641300" cy="0"/>
            </a:xfrm>
            <a:prstGeom prst="straightConnector1">
              <a:avLst/>
            </a:prstGeom>
            <a:noFill/>
            <a:ln w="9525" cap="flat" cmpd="sng">
              <a:solidFill>
                <a:schemeClr val="dk1"/>
              </a:solidFill>
              <a:prstDash val="solid"/>
              <a:round/>
              <a:headEnd type="none" w="med" len="med"/>
              <a:tailEnd type="none" w="med" len="med"/>
            </a:ln>
          </p:spPr>
        </p:cxnSp>
        <p:cxnSp>
          <p:nvCxnSpPr>
            <p:cNvPr id="57" name="Google Shape;57;p8"/>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757348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5"/>
        <p:cNvGrpSpPr/>
        <p:nvPr/>
      </p:nvGrpSpPr>
      <p:grpSpPr>
        <a:xfrm>
          <a:off x="0" y="0"/>
          <a:ext cx="0" cy="0"/>
          <a:chOff x="0" y="0"/>
          <a:chExt cx="0" cy="0"/>
        </a:xfrm>
      </p:grpSpPr>
      <p:sp>
        <p:nvSpPr>
          <p:cNvPr id="66" name="Google Shape;66;p10"/>
          <p:cNvSpPr>
            <a:spLocks noGrp="1"/>
          </p:cNvSpPr>
          <p:nvPr>
            <p:ph type="pic" idx="2"/>
          </p:nvPr>
        </p:nvSpPr>
        <p:spPr>
          <a:xfrm>
            <a:off x="0" y="0"/>
            <a:ext cx="12192000" cy="68580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a:t>アイコンをクリックして図を追加</a:t>
            </a:r>
            <a:endParaRPr lang="ja-JP" altLang="en-US" dirty="0"/>
          </a:p>
        </p:txBody>
      </p:sp>
      <p:sp>
        <p:nvSpPr>
          <p:cNvPr id="67" name="Google Shape;67;p10"/>
          <p:cNvSpPr txBox="1">
            <a:spLocks noGrp="1"/>
          </p:cNvSpPr>
          <p:nvPr>
            <p:ph type="title"/>
          </p:nvPr>
        </p:nvSpPr>
        <p:spPr>
          <a:xfrm>
            <a:off x="950967" y="5262500"/>
            <a:ext cx="10290000" cy="8824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lgn="l" rtl="0">
              <a:spcBef>
                <a:spcPts val="0"/>
              </a:spcBef>
              <a:spcAft>
                <a:spcPts val="0"/>
              </a:spcAft>
              <a:buSzPts val="3100"/>
              <a:buNone/>
              <a:defRPr/>
            </a:lvl2pPr>
            <a:lvl3pPr lvl="2" algn="l" rtl="0">
              <a:spcBef>
                <a:spcPts val="0"/>
              </a:spcBef>
              <a:spcAft>
                <a:spcPts val="0"/>
              </a:spcAft>
              <a:buSzPts val="3100"/>
              <a:buNone/>
              <a:defRPr/>
            </a:lvl3pPr>
            <a:lvl4pPr lvl="3" algn="l" rtl="0">
              <a:spcBef>
                <a:spcPts val="0"/>
              </a:spcBef>
              <a:spcAft>
                <a:spcPts val="0"/>
              </a:spcAft>
              <a:buSzPts val="3100"/>
              <a:buNone/>
              <a:defRPr/>
            </a:lvl4pPr>
            <a:lvl5pPr lvl="4" algn="l" rtl="0">
              <a:spcBef>
                <a:spcPts val="0"/>
              </a:spcBef>
              <a:spcAft>
                <a:spcPts val="0"/>
              </a:spcAft>
              <a:buSzPts val="3100"/>
              <a:buNone/>
              <a:defRPr/>
            </a:lvl5pPr>
            <a:lvl6pPr lvl="5" algn="l" rtl="0">
              <a:spcBef>
                <a:spcPts val="0"/>
              </a:spcBef>
              <a:spcAft>
                <a:spcPts val="0"/>
              </a:spcAft>
              <a:buSzPts val="3100"/>
              <a:buNone/>
              <a:defRPr/>
            </a:lvl6pPr>
            <a:lvl7pPr lvl="6" algn="l" rtl="0">
              <a:spcBef>
                <a:spcPts val="0"/>
              </a:spcBef>
              <a:spcAft>
                <a:spcPts val="0"/>
              </a:spcAft>
              <a:buSzPts val="3100"/>
              <a:buNone/>
              <a:defRPr/>
            </a:lvl7pPr>
            <a:lvl8pPr lvl="7" algn="l" rtl="0">
              <a:spcBef>
                <a:spcPts val="0"/>
              </a:spcBef>
              <a:spcAft>
                <a:spcPts val="0"/>
              </a:spcAft>
              <a:buSzPts val="3100"/>
              <a:buNone/>
              <a:defRPr/>
            </a:lvl8pPr>
            <a:lvl9pPr lvl="8" algn="l" rtl="0">
              <a:spcBef>
                <a:spcPts val="0"/>
              </a:spcBef>
              <a:spcAft>
                <a:spcPts val="0"/>
              </a:spcAft>
              <a:buSzPts val="3100"/>
              <a:buNone/>
              <a:defRPr/>
            </a:lvl9pPr>
          </a:lstStyle>
          <a:p>
            <a:r>
              <a:rPr lang="ja-JP" altLang="en-US"/>
              <a:t>マスター タイトルの書式設定</a:t>
            </a:r>
            <a:endParaRPr dirty="0"/>
          </a:p>
        </p:txBody>
      </p:sp>
    </p:spTree>
    <p:extLst>
      <p:ext uri="{BB962C8B-B14F-4D97-AF65-F5344CB8AC3E}">
        <p14:creationId xmlns:p14="http://schemas.microsoft.com/office/powerpoint/2010/main" val="46455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8"/>
        <p:cNvGrpSpPr/>
        <p:nvPr/>
      </p:nvGrpSpPr>
      <p:grpSpPr>
        <a:xfrm>
          <a:off x="0" y="0"/>
          <a:ext cx="0" cy="0"/>
          <a:chOff x="0" y="0"/>
          <a:chExt cx="0" cy="0"/>
        </a:xfrm>
      </p:grpSpPr>
      <p:sp>
        <p:nvSpPr>
          <p:cNvPr id="69" name="Google Shape;69;p11"/>
          <p:cNvSpPr txBox="1">
            <a:spLocks noGrp="1"/>
          </p:cNvSpPr>
          <p:nvPr>
            <p:ph type="title" hasCustomPrompt="1"/>
          </p:nvPr>
        </p:nvSpPr>
        <p:spPr>
          <a:xfrm>
            <a:off x="2139200" y="1806077"/>
            <a:ext cx="7913600" cy="2459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3000"/>
              <a:buNone/>
              <a:defRPr sz="9866">
                <a:latin typeface="LINE Seed JP App_TTF Bold" panose="02020700000000000000" pitchFamily="18" charset="-128"/>
                <a:ea typeface="LINE Seed JP App_TTF Bold" panose="02020700000000000000" pitchFamily="18" charset="-128"/>
              </a:defRPr>
            </a:lvl1pPr>
            <a:lvl2pPr lvl="1" algn="ctr">
              <a:spcBef>
                <a:spcPts val="0"/>
              </a:spcBef>
              <a:spcAft>
                <a:spcPts val="0"/>
              </a:spcAft>
              <a:buSzPts val="13000"/>
              <a:buNone/>
              <a:defRPr sz="17333"/>
            </a:lvl2pPr>
            <a:lvl3pPr lvl="2" algn="ctr">
              <a:spcBef>
                <a:spcPts val="0"/>
              </a:spcBef>
              <a:spcAft>
                <a:spcPts val="0"/>
              </a:spcAft>
              <a:buSzPts val="13000"/>
              <a:buNone/>
              <a:defRPr sz="17333"/>
            </a:lvl3pPr>
            <a:lvl4pPr lvl="3" algn="ctr">
              <a:spcBef>
                <a:spcPts val="0"/>
              </a:spcBef>
              <a:spcAft>
                <a:spcPts val="0"/>
              </a:spcAft>
              <a:buSzPts val="13000"/>
              <a:buNone/>
              <a:defRPr sz="17333"/>
            </a:lvl4pPr>
            <a:lvl5pPr lvl="4" algn="ctr">
              <a:spcBef>
                <a:spcPts val="0"/>
              </a:spcBef>
              <a:spcAft>
                <a:spcPts val="0"/>
              </a:spcAft>
              <a:buSzPts val="13000"/>
              <a:buNone/>
              <a:defRPr sz="17333"/>
            </a:lvl5pPr>
            <a:lvl6pPr lvl="5" algn="ctr">
              <a:spcBef>
                <a:spcPts val="0"/>
              </a:spcBef>
              <a:spcAft>
                <a:spcPts val="0"/>
              </a:spcAft>
              <a:buSzPts val="13000"/>
              <a:buNone/>
              <a:defRPr sz="17333"/>
            </a:lvl6pPr>
            <a:lvl7pPr lvl="6" algn="ctr">
              <a:spcBef>
                <a:spcPts val="0"/>
              </a:spcBef>
              <a:spcAft>
                <a:spcPts val="0"/>
              </a:spcAft>
              <a:buSzPts val="13000"/>
              <a:buNone/>
              <a:defRPr sz="17333"/>
            </a:lvl7pPr>
            <a:lvl8pPr lvl="7" algn="ctr">
              <a:spcBef>
                <a:spcPts val="0"/>
              </a:spcBef>
              <a:spcAft>
                <a:spcPts val="0"/>
              </a:spcAft>
              <a:buSzPts val="13000"/>
              <a:buNone/>
              <a:defRPr sz="17333"/>
            </a:lvl8pPr>
            <a:lvl9pPr lvl="8" algn="ctr">
              <a:spcBef>
                <a:spcPts val="0"/>
              </a:spcBef>
              <a:spcAft>
                <a:spcPts val="0"/>
              </a:spcAft>
              <a:buSzPts val="13000"/>
              <a:buNone/>
              <a:defRPr sz="17333"/>
            </a:lvl9pPr>
          </a:lstStyle>
          <a:p>
            <a:r>
              <a:rPr dirty="0"/>
              <a:t>xx%</a:t>
            </a:r>
          </a:p>
        </p:txBody>
      </p:sp>
      <p:sp>
        <p:nvSpPr>
          <p:cNvPr id="70" name="Google Shape;70;p11"/>
          <p:cNvSpPr txBox="1">
            <a:spLocks noGrp="1"/>
          </p:cNvSpPr>
          <p:nvPr>
            <p:ph type="subTitle" idx="1"/>
          </p:nvPr>
        </p:nvSpPr>
        <p:spPr>
          <a:xfrm>
            <a:off x="2139200" y="4265523"/>
            <a:ext cx="7913600" cy="786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850"/>
              <a:buNone/>
              <a:defRPr sz="2467"/>
            </a:lvl2pPr>
            <a:lvl3pPr lvl="2" algn="ctr" rtl="0">
              <a:lnSpc>
                <a:spcPct val="115000"/>
              </a:lnSpc>
              <a:spcBef>
                <a:spcPts val="0"/>
              </a:spcBef>
              <a:spcAft>
                <a:spcPts val="0"/>
              </a:spcAft>
              <a:buSzPts val="1850"/>
              <a:buNone/>
              <a:defRPr sz="2467"/>
            </a:lvl3pPr>
            <a:lvl4pPr lvl="3" algn="ctr" rtl="0">
              <a:lnSpc>
                <a:spcPct val="115000"/>
              </a:lnSpc>
              <a:spcBef>
                <a:spcPts val="0"/>
              </a:spcBef>
              <a:spcAft>
                <a:spcPts val="0"/>
              </a:spcAft>
              <a:buSzPts val="1850"/>
              <a:buNone/>
              <a:defRPr sz="2467"/>
            </a:lvl4pPr>
            <a:lvl5pPr lvl="4" algn="ctr" rtl="0">
              <a:lnSpc>
                <a:spcPct val="115000"/>
              </a:lnSpc>
              <a:spcBef>
                <a:spcPts val="0"/>
              </a:spcBef>
              <a:spcAft>
                <a:spcPts val="0"/>
              </a:spcAft>
              <a:buSzPts val="1850"/>
              <a:buNone/>
              <a:defRPr sz="2467"/>
            </a:lvl5pPr>
            <a:lvl6pPr lvl="5" algn="ctr" rtl="0">
              <a:lnSpc>
                <a:spcPct val="115000"/>
              </a:lnSpc>
              <a:spcBef>
                <a:spcPts val="0"/>
              </a:spcBef>
              <a:spcAft>
                <a:spcPts val="0"/>
              </a:spcAft>
              <a:buSzPts val="1850"/>
              <a:buNone/>
              <a:defRPr sz="2467"/>
            </a:lvl6pPr>
            <a:lvl7pPr lvl="6" algn="ctr" rtl="0">
              <a:lnSpc>
                <a:spcPct val="115000"/>
              </a:lnSpc>
              <a:spcBef>
                <a:spcPts val="0"/>
              </a:spcBef>
              <a:spcAft>
                <a:spcPts val="0"/>
              </a:spcAft>
              <a:buSzPts val="1850"/>
              <a:buNone/>
              <a:defRPr sz="2467"/>
            </a:lvl7pPr>
            <a:lvl8pPr lvl="7" algn="ctr" rtl="0">
              <a:lnSpc>
                <a:spcPct val="115000"/>
              </a:lnSpc>
              <a:spcBef>
                <a:spcPts val="0"/>
              </a:spcBef>
              <a:spcAft>
                <a:spcPts val="0"/>
              </a:spcAft>
              <a:buSzPts val="1850"/>
              <a:buNone/>
              <a:defRPr sz="2467"/>
            </a:lvl8pPr>
            <a:lvl9pPr lvl="8" algn="ctr" rtl="0">
              <a:lnSpc>
                <a:spcPct val="115000"/>
              </a:lnSpc>
              <a:spcBef>
                <a:spcPts val="0"/>
              </a:spcBef>
              <a:spcAft>
                <a:spcPts val="0"/>
              </a:spcAft>
              <a:buSzPts val="1850"/>
              <a:buNone/>
              <a:defRPr sz="2467"/>
            </a:lvl9pPr>
          </a:lstStyle>
          <a:p>
            <a:r>
              <a:rPr lang="ja-JP" altLang="en-US"/>
              <a:t>マスター サブタイトルの書式設定</a:t>
            </a:r>
            <a:endParaRPr dirty="0"/>
          </a:p>
        </p:txBody>
      </p:sp>
      <p:sp>
        <p:nvSpPr>
          <p:cNvPr id="71" name="Google Shape;71;p11"/>
          <p:cNvSpPr/>
          <p:nvPr/>
        </p:nvSpPr>
        <p:spPr>
          <a:xfrm rot="10800000">
            <a:off x="-73833"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2" name="Google Shape;72;p11"/>
          <p:cNvGrpSpPr/>
          <p:nvPr/>
        </p:nvGrpSpPr>
        <p:grpSpPr>
          <a:xfrm rot="10800000">
            <a:off x="-73766" y="0"/>
            <a:ext cx="12265767" cy="6138667"/>
            <a:chOff x="-55375" y="539500"/>
            <a:chExt cx="9199325" cy="4604000"/>
          </a:xfrm>
        </p:grpSpPr>
        <p:cxnSp>
          <p:nvCxnSpPr>
            <p:cNvPr id="73" name="Google Shape;73;p11"/>
            <p:cNvCxnSpPr/>
            <p:nvPr/>
          </p:nvCxnSpPr>
          <p:spPr>
            <a:xfrm>
              <a:off x="-55375" y="4608575"/>
              <a:ext cx="4563600" cy="0"/>
            </a:xfrm>
            <a:prstGeom prst="straightConnector1">
              <a:avLst/>
            </a:prstGeom>
            <a:noFill/>
            <a:ln w="9525" cap="flat" cmpd="sng">
              <a:solidFill>
                <a:schemeClr val="dk1"/>
              </a:solidFill>
              <a:prstDash val="solid"/>
              <a:round/>
              <a:headEnd type="none" w="med" len="med"/>
              <a:tailEnd type="none" w="med" len="med"/>
            </a:ln>
          </p:spPr>
        </p:cxnSp>
        <p:cxnSp>
          <p:nvCxnSpPr>
            <p:cNvPr id="74" name="Google Shape;74;p11"/>
            <p:cNvCxnSpPr/>
            <p:nvPr/>
          </p:nvCxnSpPr>
          <p:spPr>
            <a:xfrm>
              <a:off x="2576350" y="539500"/>
              <a:ext cx="6567600" cy="0"/>
            </a:xfrm>
            <a:prstGeom prst="straightConnector1">
              <a:avLst/>
            </a:prstGeom>
            <a:noFill/>
            <a:ln w="9525" cap="flat" cmpd="sng">
              <a:solidFill>
                <a:schemeClr val="dk1"/>
              </a:solidFill>
              <a:prstDash val="solid"/>
              <a:round/>
              <a:headEnd type="none" w="med" len="med"/>
              <a:tailEnd type="none" w="med" len="med"/>
            </a:ln>
          </p:spPr>
        </p:cxnSp>
        <p:cxnSp>
          <p:nvCxnSpPr>
            <p:cNvPr id="75" name="Google Shape;75;p11"/>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840059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6"/>
        <p:cNvGrpSpPr/>
        <p:nvPr/>
      </p:nvGrpSpPr>
      <p:grpSpPr>
        <a:xfrm>
          <a:off x="0" y="0"/>
          <a:ext cx="0" cy="0"/>
          <a:chOff x="0" y="0"/>
          <a:chExt cx="0" cy="0"/>
        </a:xfrm>
      </p:grpSpPr>
    </p:spTree>
    <p:extLst>
      <p:ext uri="{BB962C8B-B14F-4D97-AF65-F5344CB8AC3E}">
        <p14:creationId xmlns:p14="http://schemas.microsoft.com/office/powerpoint/2010/main" val="3635253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7"/>
        <p:cNvGrpSpPr/>
        <p:nvPr/>
      </p:nvGrpSpPr>
      <p:grpSpPr>
        <a:xfrm>
          <a:off x="0" y="0"/>
          <a:ext cx="0" cy="0"/>
          <a:chOff x="0" y="0"/>
          <a:chExt cx="0" cy="0"/>
        </a:xfrm>
      </p:grpSpPr>
      <p:sp>
        <p:nvSpPr>
          <p:cNvPr id="78" name="Google Shape;78;p13"/>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79" name="Google Shape;79;p13"/>
          <p:cNvSpPr txBox="1">
            <a:spLocks noGrp="1"/>
          </p:cNvSpPr>
          <p:nvPr>
            <p:ph type="subTitle" idx="1"/>
          </p:nvPr>
        </p:nvSpPr>
        <p:spPr>
          <a:xfrm>
            <a:off x="2581467" y="2839136"/>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0" name="Google Shape;80;p13"/>
          <p:cNvSpPr txBox="1">
            <a:spLocks noGrp="1"/>
          </p:cNvSpPr>
          <p:nvPr>
            <p:ph type="subTitle" idx="2"/>
          </p:nvPr>
        </p:nvSpPr>
        <p:spPr>
          <a:xfrm>
            <a:off x="2581467" y="18270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81" name="Google Shape;81;p13"/>
          <p:cNvSpPr txBox="1">
            <a:spLocks noGrp="1"/>
          </p:cNvSpPr>
          <p:nvPr>
            <p:ph type="title" idx="3" hasCustomPrompt="1"/>
          </p:nvPr>
        </p:nvSpPr>
        <p:spPr>
          <a:xfrm>
            <a:off x="1324800" y="1977867"/>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2" name="Google Shape;82;p13"/>
          <p:cNvSpPr txBox="1">
            <a:spLocks noGrp="1"/>
          </p:cNvSpPr>
          <p:nvPr>
            <p:ph type="subTitle" idx="4"/>
          </p:nvPr>
        </p:nvSpPr>
        <p:spPr>
          <a:xfrm>
            <a:off x="2581467" y="5102900"/>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3" name="Google Shape;83;p13"/>
          <p:cNvSpPr txBox="1">
            <a:spLocks noGrp="1"/>
          </p:cNvSpPr>
          <p:nvPr>
            <p:ph type="subTitle" idx="5"/>
          </p:nvPr>
        </p:nvSpPr>
        <p:spPr>
          <a:xfrm>
            <a:off x="2581467" y="40909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84" name="Google Shape;84;p13"/>
          <p:cNvSpPr txBox="1">
            <a:spLocks noGrp="1"/>
          </p:cNvSpPr>
          <p:nvPr>
            <p:ph type="title" idx="6" hasCustomPrompt="1"/>
          </p:nvPr>
        </p:nvSpPr>
        <p:spPr>
          <a:xfrm>
            <a:off x="1324800" y="4239616"/>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5" name="Google Shape;85;p13"/>
          <p:cNvSpPr txBox="1">
            <a:spLocks noGrp="1"/>
          </p:cNvSpPr>
          <p:nvPr>
            <p:ph type="subTitle" idx="7"/>
          </p:nvPr>
        </p:nvSpPr>
        <p:spPr>
          <a:xfrm>
            <a:off x="7959427" y="2839136"/>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6" name="Google Shape;86;p13"/>
          <p:cNvSpPr txBox="1">
            <a:spLocks noGrp="1"/>
          </p:cNvSpPr>
          <p:nvPr>
            <p:ph type="subTitle" idx="8"/>
          </p:nvPr>
        </p:nvSpPr>
        <p:spPr>
          <a:xfrm>
            <a:off x="7959427" y="18270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87" name="Google Shape;87;p13"/>
          <p:cNvSpPr txBox="1">
            <a:spLocks noGrp="1"/>
          </p:cNvSpPr>
          <p:nvPr>
            <p:ph type="title" idx="9" hasCustomPrompt="1"/>
          </p:nvPr>
        </p:nvSpPr>
        <p:spPr>
          <a:xfrm>
            <a:off x="6711707" y="1977867"/>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8" name="Google Shape;88;p13"/>
          <p:cNvSpPr txBox="1">
            <a:spLocks noGrp="1"/>
          </p:cNvSpPr>
          <p:nvPr>
            <p:ph type="subTitle" idx="13"/>
          </p:nvPr>
        </p:nvSpPr>
        <p:spPr>
          <a:xfrm>
            <a:off x="7959427" y="5102900"/>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9" name="Google Shape;89;p13"/>
          <p:cNvSpPr txBox="1">
            <a:spLocks noGrp="1"/>
          </p:cNvSpPr>
          <p:nvPr>
            <p:ph type="subTitle" idx="14"/>
          </p:nvPr>
        </p:nvSpPr>
        <p:spPr>
          <a:xfrm>
            <a:off x="7959427" y="40909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90" name="Google Shape;90;p13"/>
          <p:cNvSpPr txBox="1">
            <a:spLocks noGrp="1"/>
          </p:cNvSpPr>
          <p:nvPr>
            <p:ph type="title" idx="15" hasCustomPrompt="1"/>
          </p:nvPr>
        </p:nvSpPr>
        <p:spPr>
          <a:xfrm>
            <a:off x="6711707" y="4239616"/>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cxnSp>
        <p:nvCxnSpPr>
          <p:cNvPr id="91" name="Google Shape;91;p13"/>
          <p:cNvCxnSpPr/>
          <p:nvPr/>
        </p:nvCxnSpPr>
        <p:spPr>
          <a:xfrm rot="10800000">
            <a:off x="12002800" y="-133"/>
            <a:ext cx="0" cy="35368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570654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92"/>
        <p:cNvGrpSpPr/>
        <p:nvPr/>
      </p:nvGrpSpPr>
      <p:grpSpPr>
        <a:xfrm>
          <a:off x="0" y="0"/>
          <a:ext cx="0" cy="0"/>
          <a:chOff x="0" y="0"/>
          <a:chExt cx="0" cy="0"/>
        </a:xfrm>
      </p:grpSpPr>
      <p:sp>
        <p:nvSpPr>
          <p:cNvPr id="93" name="Google Shape;93;p14"/>
          <p:cNvSpPr txBox="1">
            <a:spLocks noGrp="1"/>
          </p:cNvSpPr>
          <p:nvPr>
            <p:ph type="title"/>
          </p:nvPr>
        </p:nvSpPr>
        <p:spPr>
          <a:xfrm>
            <a:off x="1044200" y="5226900"/>
            <a:ext cx="10103600" cy="738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ja-JP" altLang="en-US"/>
              <a:t>マスター タイトルの書式設定</a:t>
            </a:r>
            <a:endParaRPr dirty="0"/>
          </a:p>
        </p:txBody>
      </p:sp>
      <p:sp>
        <p:nvSpPr>
          <p:cNvPr id="94" name="Google Shape;94;p14"/>
          <p:cNvSpPr txBox="1">
            <a:spLocks noGrp="1"/>
          </p:cNvSpPr>
          <p:nvPr>
            <p:ph type="subTitle" idx="1"/>
          </p:nvPr>
        </p:nvSpPr>
        <p:spPr>
          <a:xfrm>
            <a:off x="1044200" y="2296499"/>
            <a:ext cx="10103600" cy="2828000"/>
          </a:xfrm>
          <a:prstGeom prst="rect">
            <a:avLst/>
          </a:prstGeom>
        </p:spPr>
        <p:txBody>
          <a:bodyPr spcFirstLastPara="1" wrap="square" lIns="91425" tIns="91425" rIns="91425" bIns="91425" anchor="b" anchorCtr="0">
            <a:noAutofit/>
          </a:bodyPr>
          <a:lstStyle>
            <a:lvl1pPr lvl="0" algn="r" rtl="0">
              <a:lnSpc>
                <a:spcPct val="115000"/>
              </a:lnSpc>
              <a:spcBef>
                <a:spcPts val="0"/>
              </a:spcBef>
              <a:spcAft>
                <a:spcPts val="0"/>
              </a:spcAft>
              <a:buSzPts val="3500"/>
              <a:buNone/>
              <a:defRPr sz="4133">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3500"/>
              <a:buNone/>
              <a:defRPr sz="4667"/>
            </a:lvl2pPr>
            <a:lvl3pPr lvl="2" algn="ctr" rtl="0">
              <a:lnSpc>
                <a:spcPct val="115000"/>
              </a:lnSpc>
              <a:spcBef>
                <a:spcPts val="0"/>
              </a:spcBef>
              <a:spcAft>
                <a:spcPts val="0"/>
              </a:spcAft>
              <a:buSzPts val="3500"/>
              <a:buNone/>
              <a:defRPr sz="4667"/>
            </a:lvl3pPr>
            <a:lvl4pPr lvl="3" algn="ctr" rtl="0">
              <a:lnSpc>
                <a:spcPct val="115000"/>
              </a:lnSpc>
              <a:spcBef>
                <a:spcPts val="0"/>
              </a:spcBef>
              <a:spcAft>
                <a:spcPts val="0"/>
              </a:spcAft>
              <a:buSzPts val="3500"/>
              <a:buNone/>
              <a:defRPr sz="4667"/>
            </a:lvl4pPr>
            <a:lvl5pPr lvl="4" algn="ctr" rtl="0">
              <a:lnSpc>
                <a:spcPct val="115000"/>
              </a:lnSpc>
              <a:spcBef>
                <a:spcPts val="0"/>
              </a:spcBef>
              <a:spcAft>
                <a:spcPts val="0"/>
              </a:spcAft>
              <a:buSzPts val="3500"/>
              <a:buNone/>
              <a:defRPr sz="4667"/>
            </a:lvl5pPr>
            <a:lvl6pPr lvl="5" algn="ctr" rtl="0">
              <a:lnSpc>
                <a:spcPct val="115000"/>
              </a:lnSpc>
              <a:spcBef>
                <a:spcPts val="0"/>
              </a:spcBef>
              <a:spcAft>
                <a:spcPts val="0"/>
              </a:spcAft>
              <a:buSzPts val="3500"/>
              <a:buNone/>
              <a:defRPr sz="4667"/>
            </a:lvl6pPr>
            <a:lvl7pPr lvl="6" algn="ctr" rtl="0">
              <a:lnSpc>
                <a:spcPct val="115000"/>
              </a:lnSpc>
              <a:spcBef>
                <a:spcPts val="0"/>
              </a:spcBef>
              <a:spcAft>
                <a:spcPts val="0"/>
              </a:spcAft>
              <a:buSzPts val="3500"/>
              <a:buNone/>
              <a:defRPr sz="4667"/>
            </a:lvl7pPr>
            <a:lvl8pPr lvl="7" algn="ctr" rtl="0">
              <a:lnSpc>
                <a:spcPct val="115000"/>
              </a:lnSpc>
              <a:spcBef>
                <a:spcPts val="0"/>
              </a:spcBef>
              <a:spcAft>
                <a:spcPts val="0"/>
              </a:spcAft>
              <a:buSzPts val="3500"/>
              <a:buNone/>
              <a:defRPr sz="4667"/>
            </a:lvl8pPr>
            <a:lvl9pPr lvl="8" algn="ctr" rtl="0">
              <a:lnSpc>
                <a:spcPct val="115000"/>
              </a:lnSpc>
              <a:spcBef>
                <a:spcPts val="0"/>
              </a:spcBef>
              <a:spcAft>
                <a:spcPts val="0"/>
              </a:spcAft>
              <a:buSzPts val="3500"/>
              <a:buNone/>
              <a:defRPr sz="4667"/>
            </a:lvl9pPr>
          </a:lstStyle>
          <a:p>
            <a:r>
              <a:rPr lang="ja-JP" altLang="en-US"/>
              <a:t>マスター サブタイトルの書式設定</a:t>
            </a:r>
            <a:endParaRPr dirty="0"/>
          </a:p>
        </p:txBody>
      </p:sp>
      <p:cxnSp>
        <p:nvCxnSpPr>
          <p:cNvPr id="95" name="Google Shape;95;p14"/>
          <p:cNvCxnSpPr/>
          <p:nvPr/>
        </p:nvCxnSpPr>
        <p:spPr>
          <a:xfrm rot="10800000">
            <a:off x="100" y="6501367"/>
            <a:ext cx="110096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673604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flipH="1">
            <a:off x="2737100" y="2715067"/>
            <a:ext cx="7438800" cy="1970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4500"/>
              <a:buNone/>
              <a:defRPr sz="5600">
                <a:latin typeface="LINE Seed JP App_TTF Bold" panose="02020700000000000000" pitchFamily="18" charset="-128"/>
                <a:ea typeface="LINE Seed JP App_TTF Bold" panose="02020700000000000000" pitchFamily="18" charset="-128"/>
              </a:defRPr>
            </a:lvl1pPr>
            <a:lvl2pPr lvl="1" algn="r" rtl="0">
              <a:spcBef>
                <a:spcPts val="0"/>
              </a:spcBef>
              <a:spcAft>
                <a:spcPts val="0"/>
              </a:spcAft>
              <a:buSzPts val="4500"/>
              <a:buNone/>
              <a:defRPr sz="6000"/>
            </a:lvl2pPr>
            <a:lvl3pPr lvl="2" algn="r" rtl="0">
              <a:spcBef>
                <a:spcPts val="0"/>
              </a:spcBef>
              <a:spcAft>
                <a:spcPts val="0"/>
              </a:spcAft>
              <a:buSzPts val="4500"/>
              <a:buNone/>
              <a:defRPr sz="6000"/>
            </a:lvl3pPr>
            <a:lvl4pPr lvl="3" algn="r" rtl="0">
              <a:spcBef>
                <a:spcPts val="0"/>
              </a:spcBef>
              <a:spcAft>
                <a:spcPts val="0"/>
              </a:spcAft>
              <a:buSzPts val="4500"/>
              <a:buNone/>
              <a:defRPr sz="6000"/>
            </a:lvl4pPr>
            <a:lvl5pPr lvl="4" algn="r" rtl="0">
              <a:spcBef>
                <a:spcPts val="0"/>
              </a:spcBef>
              <a:spcAft>
                <a:spcPts val="0"/>
              </a:spcAft>
              <a:buSzPts val="4500"/>
              <a:buNone/>
              <a:defRPr sz="6000"/>
            </a:lvl5pPr>
            <a:lvl6pPr lvl="5" algn="r" rtl="0">
              <a:spcBef>
                <a:spcPts val="0"/>
              </a:spcBef>
              <a:spcAft>
                <a:spcPts val="0"/>
              </a:spcAft>
              <a:buSzPts val="4500"/>
              <a:buNone/>
              <a:defRPr sz="6000"/>
            </a:lvl6pPr>
            <a:lvl7pPr lvl="6" algn="r" rtl="0">
              <a:spcBef>
                <a:spcPts val="0"/>
              </a:spcBef>
              <a:spcAft>
                <a:spcPts val="0"/>
              </a:spcAft>
              <a:buSzPts val="4500"/>
              <a:buNone/>
              <a:defRPr sz="6000"/>
            </a:lvl7pPr>
            <a:lvl8pPr lvl="7" algn="r" rtl="0">
              <a:spcBef>
                <a:spcPts val="0"/>
              </a:spcBef>
              <a:spcAft>
                <a:spcPts val="0"/>
              </a:spcAft>
              <a:buSzPts val="4500"/>
              <a:buNone/>
              <a:defRPr sz="6000"/>
            </a:lvl8pPr>
            <a:lvl9pPr lvl="8" algn="r" rtl="0">
              <a:spcBef>
                <a:spcPts val="0"/>
              </a:spcBef>
              <a:spcAft>
                <a:spcPts val="0"/>
              </a:spcAft>
              <a:buSzPts val="4500"/>
              <a:buNone/>
              <a:defRPr sz="6000"/>
            </a:lvl9pPr>
          </a:lstStyle>
          <a:p>
            <a:r>
              <a:rPr lang="ja-JP" altLang="en-US"/>
              <a:t>マスター タイトルの書式設定</a:t>
            </a:r>
            <a:endParaRPr dirty="0"/>
          </a:p>
        </p:txBody>
      </p:sp>
      <p:sp>
        <p:nvSpPr>
          <p:cNvPr id="98" name="Google Shape;98;p15"/>
          <p:cNvSpPr txBox="1">
            <a:spLocks noGrp="1"/>
          </p:cNvSpPr>
          <p:nvPr>
            <p:ph type="title" idx="2" hasCustomPrompt="1"/>
          </p:nvPr>
        </p:nvSpPr>
        <p:spPr>
          <a:xfrm flipH="1">
            <a:off x="8741100" y="1350000"/>
            <a:ext cx="1434800" cy="116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5300"/>
              <a:buNone/>
              <a:defRPr sz="5600">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5300"/>
              <a:buNone/>
              <a:defRPr sz="7066"/>
            </a:lvl2pPr>
            <a:lvl3pPr lvl="2" algn="ctr" rtl="0">
              <a:spcBef>
                <a:spcPts val="0"/>
              </a:spcBef>
              <a:spcAft>
                <a:spcPts val="0"/>
              </a:spcAft>
              <a:buSzPts val="5300"/>
              <a:buNone/>
              <a:defRPr sz="7066"/>
            </a:lvl3pPr>
            <a:lvl4pPr lvl="3" algn="ctr" rtl="0">
              <a:spcBef>
                <a:spcPts val="0"/>
              </a:spcBef>
              <a:spcAft>
                <a:spcPts val="0"/>
              </a:spcAft>
              <a:buSzPts val="5300"/>
              <a:buNone/>
              <a:defRPr sz="7066"/>
            </a:lvl4pPr>
            <a:lvl5pPr lvl="4" algn="ctr" rtl="0">
              <a:spcBef>
                <a:spcPts val="0"/>
              </a:spcBef>
              <a:spcAft>
                <a:spcPts val="0"/>
              </a:spcAft>
              <a:buSzPts val="5300"/>
              <a:buNone/>
              <a:defRPr sz="7066"/>
            </a:lvl5pPr>
            <a:lvl6pPr lvl="5" algn="ctr" rtl="0">
              <a:spcBef>
                <a:spcPts val="0"/>
              </a:spcBef>
              <a:spcAft>
                <a:spcPts val="0"/>
              </a:spcAft>
              <a:buSzPts val="5300"/>
              <a:buNone/>
              <a:defRPr sz="7066"/>
            </a:lvl6pPr>
            <a:lvl7pPr lvl="6" algn="ctr" rtl="0">
              <a:spcBef>
                <a:spcPts val="0"/>
              </a:spcBef>
              <a:spcAft>
                <a:spcPts val="0"/>
              </a:spcAft>
              <a:buSzPts val="5300"/>
              <a:buNone/>
              <a:defRPr sz="7066"/>
            </a:lvl7pPr>
            <a:lvl8pPr lvl="7" algn="ctr" rtl="0">
              <a:spcBef>
                <a:spcPts val="0"/>
              </a:spcBef>
              <a:spcAft>
                <a:spcPts val="0"/>
              </a:spcAft>
              <a:buSzPts val="5300"/>
              <a:buNone/>
              <a:defRPr sz="7066"/>
            </a:lvl8pPr>
            <a:lvl9pPr lvl="8" algn="ctr" rtl="0">
              <a:spcBef>
                <a:spcPts val="0"/>
              </a:spcBef>
              <a:spcAft>
                <a:spcPts val="0"/>
              </a:spcAft>
              <a:buSzPts val="5300"/>
              <a:buNone/>
              <a:defRPr sz="7066"/>
            </a:lvl9pPr>
          </a:lstStyle>
          <a:p>
            <a:r>
              <a:rPr dirty="0"/>
              <a:t>xx%</a:t>
            </a:r>
          </a:p>
        </p:txBody>
      </p:sp>
      <p:sp>
        <p:nvSpPr>
          <p:cNvPr id="99" name="Google Shape;99;p15"/>
          <p:cNvSpPr txBox="1">
            <a:spLocks noGrp="1"/>
          </p:cNvSpPr>
          <p:nvPr>
            <p:ph type="subTitle" idx="1"/>
          </p:nvPr>
        </p:nvSpPr>
        <p:spPr>
          <a:xfrm flipH="1">
            <a:off x="2737100" y="4764367"/>
            <a:ext cx="7438800" cy="930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r" rtl="0">
              <a:lnSpc>
                <a:spcPct val="115000"/>
              </a:lnSpc>
              <a:spcBef>
                <a:spcPts val="0"/>
              </a:spcBef>
              <a:spcAft>
                <a:spcPts val="0"/>
              </a:spcAft>
              <a:buSzPts val="1850"/>
              <a:buNone/>
              <a:defRPr sz="2467"/>
            </a:lvl2pPr>
            <a:lvl3pPr lvl="2" algn="r" rtl="0">
              <a:lnSpc>
                <a:spcPct val="115000"/>
              </a:lnSpc>
              <a:spcBef>
                <a:spcPts val="0"/>
              </a:spcBef>
              <a:spcAft>
                <a:spcPts val="0"/>
              </a:spcAft>
              <a:buSzPts val="1850"/>
              <a:buNone/>
              <a:defRPr sz="2467"/>
            </a:lvl3pPr>
            <a:lvl4pPr lvl="3" algn="r" rtl="0">
              <a:lnSpc>
                <a:spcPct val="115000"/>
              </a:lnSpc>
              <a:spcBef>
                <a:spcPts val="0"/>
              </a:spcBef>
              <a:spcAft>
                <a:spcPts val="0"/>
              </a:spcAft>
              <a:buSzPts val="1850"/>
              <a:buNone/>
              <a:defRPr sz="2467"/>
            </a:lvl4pPr>
            <a:lvl5pPr lvl="4" algn="r" rtl="0">
              <a:lnSpc>
                <a:spcPct val="115000"/>
              </a:lnSpc>
              <a:spcBef>
                <a:spcPts val="0"/>
              </a:spcBef>
              <a:spcAft>
                <a:spcPts val="0"/>
              </a:spcAft>
              <a:buSzPts val="1850"/>
              <a:buNone/>
              <a:defRPr sz="2467"/>
            </a:lvl5pPr>
            <a:lvl6pPr lvl="5" algn="r" rtl="0">
              <a:lnSpc>
                <a:spcPct val="115000"/>
              </a:lnSpc>
              <a:spcBef>
                <a:spcPts val="0"/>
              </a:spcBef>
              <a:spcAft>
                <a:spcPts val="0"/>
              </a:spcAft>
              <a:buSzPts val="1850"/>
              <a:buNone/>
              <a:defRPr sz="2467"/>
            </a:lvl6pPr>
            <a:lvl7pPr lvl="6" algn="r" rtl="0">
              <a:lnSpc>
                <a:spcPct val="115000"/>
              </a:lnSpc>
              <a:spcBef>
                <a:spcPts val="0"/>
              </a:spcBef>
              <a:spcAft>
                <a:spcPts val="0"/>
              </a:spcAft>
              <a:buSzPts val="1850"/>
              <a:buNone/>
              <a:defRPr sz="2467"/>
            </a:lvl7pPr>
            <a:lvl8pPr lvl="7" algn="r" rtl="0">
              <a:lnSpc>
                <a:spcPct val="115000"/>
              </a:lnSpc>
              <a:spcBef>
                <a:spcPts val="0"/>
              </a:spcBef>
              <a:spcAft>
                <a:spcPts val="0"/>
              </a:spcAft>
              <a:buSzPts val="1850"/>
              <a:buNone/>
              <a:defRPr sz="2467"/>
            </a:lvl8pPr>
            <a:lvl9pPr lvl="8" algn="r" rtl="0">
              <a:lnSpc>
                <a:spcPct val="115000"/>
              </a:lnSpc>
              <a:spcBef>
                <a:spcPts val="0"/>
              </a:spcBef>
              <a:spcAft>
                <a:spcPts val="0"/>
              </a:spcAft>
              <a:buSzPts val="1850"/>
              <a:buNone/>
              <a:defRPr sz="2467"/>
            </a:lvl9pPr>
          </a:lstStyle>
          <a:p>
            <a:r>
              <a:rPr lang="ja-JP" altLang="en-US"/>
              <a:t>マスター サブタイトルの書式設定</a:t>
            </a:r>
            <a:endParaRPr dirty="0"/>
          </a:p>
        </p:txBody>
      </p:sp>
      <p:sp>
        <p:nvSpPr>
          <p:cNvPr id="100" name="Google Shape;100;p15"/>
          <p:cNvSpPr/>
          <p:nvPr/>
        </p:nvSpPr>
        <p:spPr>
          <a:xfrm flipH="1">
            <a:off x="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01" name="Google Shape;101;p15"/>
          <p:cNvCxnSpPr/>
          <p:nvPr/>
        </p:nvCxnSpPr>
        <p:spPr>
          <a:xfrm rot="10800000">
            <a:off x="0" y="6501367"/>
            <a:ext cx="64944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93689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104" name="Google Shape;104;p16"/>
          <p:cNvSpPr txBox="1">
            <a:spLocks noGrp="1"/>
          </p:cNvSpPr>
          <p:nvPr>
            <p:ph type="subTitle" idx="1"/>
          </p:nvPr>
        </p:nvSpPr>
        <p:spPr>
          <a:xfrm>
            <a:off x="950967"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05" name="Google Shape;105;p16"/>
          <p:cNvSpPr txBox="1">
            <a:spLocks noGrp="1"/>
          </p:cNvSpPr>
          <p:nvPr>
            <p:ph type="title" idx="2" hasCustomPrompt="1"/>
          </p:nvPr>
        </p:nvSpPr>
        <p:spPr>
          <a:xfrm>
            <a:off x="950967"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06" name="Google Shape;106;p16"/>
          <p:cNvSpPr txBox="1">
            <a:spLocks noGrp="1"/>
          </p:cNvSpPr>
          <p:nvPr>
            <p:ph type="subTitle" idx="3"/>
          </p:nvPr>
        </p:nvSpPr>
        <p:spPr>
          <a:xfrm>
            <a:off x="950967"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07" name="Google Shape;107;p16"/>
          <p:cNvSpPr txBox="1">
            <a:spLocks noGrp="1"/>
          </p:cNvSpPr>
          <p:nvPr>
            <p:ph type="subTitle" idx="4"/>
          </p:nvPr>
        </p:nvSpPr>
        <p:spPr>
          <a:xfrm>
            <a:off x="8040633"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08" name="Google Shape;108;p16"/>
          <p:cNvSpPr txBox="1">
            <a:spLocks noGrp="1"/>
          </p:cNvSpPr>
          <p:nvPr>
            <p:ph type="title" idx="5" hasCustomPrompt="1"/>
          </p:nvPr>
        </p:nvSpPr>
        <p:spPr>
          <a:xfrm>
            <a:off x="8040633"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09" name="Google Shape;109;p16"/>
          <p:cNvSpPr txBox="1">
            <a:spLocks noGrp="1"/>
          </p:cNvSpPr>
          <p:nvPr>
            <p:ph type="subTitle" idx="6"/>
          </p:nvPr>
        </p:nvSpPr>
        <p:spPr>
          <a:xfrm>
            <a:off x="8040633"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10" name="Google Shape;110;p16"/>
          <p:cNvSpPr txBox="1">
            <a:spLocks noGrp="1"/>
          </p:cNvSpPr>
          <p:nvPr>
            <p:ph type="subTitle" idx="7"/>
          </p:nvPr>
        </p:nvSpPr>
        <p:spPr>
          <a:xfrm>
            <a:off x="4495800"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11" name="Google Shape;111;p16"/>
          <p:cNvSpPr txBox="1">
            <a:spLocks noGrp="1"/>
          </p:cNvSpPr>
          <p:nvPr>
            <p:ph type="title" idx="8" hasCustomPrompt="1"/>
          </p:nvPr>
        </p:nvSpPr>
        <p:spPr>
          <a:xfrm>
            <a:off x="4495800"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12" name="Google Shape;112;p16"/>
          <p:cNvSpPr txBox="1">
            <a:spLocks noGrp="1"/>
          </p:cNvSpPr>
          <p:nvPr>
            <p:ph type="subTitle" idx="9"/>
          </p:nvPr>
        </p:nvSpPr>
        <p:spPr>
          <a:xfrm>
            <a:off x="4495800"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cxnSp>
        <p:nvCxnSpPr>
          <p:cNvPr id="113" name="Google Shape;113;p16"/>
          <p:cNvCxnSpPr/>
          <p:nvPr/>
        </p:nvCxnSpPr>
        <p:spPr>
          <a:xfrm rot="10800000">
            <a:off x="6714400" y="6396767"/>
            <a:ext cx="54776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502308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24"/>
        <p:cNvGrpSpPr/>
        <p:nvPr/>
      </p:nvGrpSpPr>
      <p:grpSpPr>
        <a:xfrm>
          <a:off x="0" y="0"/>
          <a:ext cx="0" cy="0"/>
          <a:chOff x="0" y="0"/>
          <a:chExt cx="0" cy="0"/>
        </a:xfrm>
      </p:grpSpPr>
      <p:sp>
        <p:nvSpPr>
          <p:cNvPr id="125" name="Google Shape;125;p18"/>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grpSp>
        <p:nvGrpSpPr>
          <p:cNvPr id="126" name="Google Shape;126;p18"/>
          <p:cNvGrpSpPr/>
          <p:nvPr/>
        </p:nvGrpSpPr>
        <p:grpSpPr>
          <a:xfrm flipH="1">
            <a:off x="0" y="6501367"/>
            <a:ext cx="12192000" cy="356800"/>
            <a:chOff x="0" y="4876025"/>
            <a:chExt cx="9144000" cy="267600"/>
          </a:xfrm>
        </p:grpSpPr>
        <p:sp>
          <p:nvSpPr>
            <p:cNvPr id="127" name="Google Shape;127;p18"/>
            <p:cNvSpPr/>
            <p:nvPr/>
          </p:nvSpPr>
          <p:spPr>
            <a:xfrm>
              <a:off x="0" y="4876025"/>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28" name="Google Shape;128;p18"/>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25546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cxnSp>
        <p:nvCxnSpPr>
          <p:cNvPr id="131" name="Google Shape;131;p19"/>
          <p:cNvCxnSpPr/>
          <p:nvPr/>
        </p:nvCxnSpPr>
        <p:spPr>
          <a:xfrm>
            <a:off x="0" y="349867"/>
            <a:ext cx="30480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4993867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32"/>
        <p:cNvGrpSpPr/>
        <p:nvPr/>
      </p:nvGrpSpPr>
      <p:grpSpPr>
        <a:xfrm>
          <a:off x="0" y="0"/>
          <a:ext cx="0" cy="0"/>
          <a:chOff x="0" y="0"/>
          <a:chExt cx="0" cy="0"/>
        </a:xfrm>
      </p:grpSpPr>
      <p:grpSp>
        <p:nvGrpSpPr>
          <p:cNvPr id="133" name="Google Shape;133;p20"/>
          <p:cNvGrpSpPr/>
          <p:nvPr/>
        </p:nvGrpSpPr>
        <p:grpSpPr>
          <a:xfrm>
            <a:off x="1" y="0"/>
            <a:ext cx="12192100" cy="6858000"/>
            <a:chOff x="0" y="0"/>
            <a:chExt cx="9144075" cy="5143500"/>
          </a:xfrm>
        </p:grpSpPr>
        <p:sp>
          <p:nvSpPr>
            <p:cNvPr id="134" name="Google Shape;134;p20"/>
            <p:cNvSpPr/>
            <p:nvPr/>
          </p:nvSpPr>
          <p:spPr>
            <a:xfrm>
              <a:off x="4185975" y="4426700"/>
              <a:ext cx="49581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20"/>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6" name="Google Shape;136;p20"/>
          <p:cNvSpPr txBox="1">
            <a:spLocks noGrp="1"/>
          </p:cNvSpPr>
          <p:nvPr>
            <p:ph type="title"/>
          </p:nvPr>
        </p:nvSpPr>
        <p:spPr>
          <a:xfrm>
            <a:off x="5442967" y="725700"/>
            <a:ext cx="5632400" cy="160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9200"/>
              <a:buNone/>
              <a:defRPr sz="60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9200"/>
              <a:buNone/>
              <a:defRPr sz="12266"/>
            </a:lvl2pPr>
            <a:lvl3pPr lvl="2" rtl="0">
              <a:spcBef>
                <a:spcPts val="0"/>
              </a:spcBef>
              <a:spcAft>
                <a:spcPts val="0"/>
              </a:spcAft>
              <a:buSzPts val="9200"/>
              <a:buNone/>
              <a:defRPr sz="12266"/>
            </a:lvl3pPr>
            <a:lvl4pPr lvl="3" rtl="0">
              <a:spcBef>
                <a:spcPts val="0"/>
              </a:spcBef>
              <a:spcAft>
                <a:spcPts val="0"/>
              </a:spcAft>
              <a:buSzPts val="9200"/>
              <a:buNone/>
              <a:defRPr sz="12266"/>
            </a:lvl4pPr>
            <a:lvl5pPr lvl="4" rtl="0">
              <a:spcBef>
                <a:spcPts val="0"/>
              </a:spcBef>
              <a:spcAft>
                <a:spcPts val="0"/>
              </a:spcAft>
              <a:buSzPts val="9200"/>
              <a:buNone/>
              <a:defRPr sz="12266"/>
            </a:lvl5pPr>
            <a:lvl6pPr lvl="5" rtl="0">
              <a:spcBef>
                <a:spcPts val="0"/>
              </a:spcBef>
              <a:spcAft>
                <a:spcPts val="0"/>
              </a:spcAft>
              <a:buSzPts val="9200"/>
              <a:buNone/>
              <a:defRPr sz="12266"/>
            </a:lvl6pPr>
            <a:lvl7pPr lvl="6" rtl="0">
              <a:spcBef>
                <a:spcPts val="0"/>
              </a:spcBef>
              <a:spcAft>
                <a:spcPts val="0"/>
              </a:spcAft>
              <a:buSzPts val="9200"/>
              <a:buNone/>
              <a:defRPr sz="12266"/>
            </a:lvl7pPr>
            <a:lvl8pPr lvl="7" rtl="0">
              <a:spcBef>
                <a:spcPts val="0"/>
              </a:spcBef>
              <a:spcAft>
                <a:spcPts val="0"/>
              </a:spcAft>
              <a:buSzPts val="9200"/>
              <a:buNone/>
              <a:defRPr sz="12266"/>
            </a:lvl8pPr>
            <a:lvl9pPr lvl="8" rtl="0">
              <a:spcBef>
                <a:spcPts val="0"/>
              </a:spcBef>
              <a:spcAft>
                <a:spcPts val="0"/>
              </a:spcAft>
              <a:buSzPts val="9200"/>
              <a:buNone/>
              <a:defRPr sz="12266"/>
            </a:lvl9pPr>
          </a:lstStyle>
          <a:p>
            <a:r>
              <a:rPr lang="ja-JP" altLang="en-US"/>
              <a:t>マスター タイトルの書式設定</a:t>
            </a:r>
            <a:endParaRPr dirty="0"/>
          </a:p>
        </p:txBody>
      </p:sp>
      <p:sp>
        <p:nvSpPr>
          <p:cNvPr id="137" name="Google Shape;137;p20"/>
          <p:cNvSpPr txBox="1">
            <a:spLocks noGrp="1"/>
          </p:cNvSpPr>
          <p:nvPr>
            <p:ph type="subTitle" idx="1"/>
          </p:nvPr>
        </p:nvSpPr>
        <p:spPr>
          <a:xfrm>
            <a:off x="5442867" y="2330500"/>
            <a:ext cx="5632400" cy="34592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850"/>
              <a:buNone/>
              <a:defRPr sz="2467"/>
            </a:lvl2pPr>
            <a:lvl3pPr lvl="2" algn="ctr" rtl="0">
              <a:lnSpc>
                <a:spcPct val="115000"/>
              </a:lnSpc>
              <a:spcBef>
                <a:spcPts val="0"/>
              </a:spcBef>
              <a:spcAft>
                <a:spcPts val="0"/>
              </a:spcAft>
              <a:buSzPts val="1850"/>
              <a:buNone/>
              <a:defRPr sz="2467"/>
            </a:lvl3pPr>
            <a:lvl4pPr lvl="3" algn="ctr" rtl="0">
              <a:lnSpc>
                <a:spcPct val="115000"/>
              </a:lnSpc>
              <a:spcBef>
                <a:spcPts val="0"/>
              </a:spcBef>
              <a:spcAft>
                <a:spcPts val="0"/>
              </a:spcAft>
              <a:buSzPts val="1850"/>
              <a:buNone/>
              <a:defRPr sz="2467"/>
            </a:lvl4pPr>
            <a:lvl5pPr lvl="4" algn="ctr" rtl="0">
              <a:lnSpc>
                <a:spcPct val="115000"/>
              </a:lnSpc>
              <a:spcBef>
                <a:spcPts val="0"/>
              </a:spcBef>
              <a:spcAft>
                <a:spcPts val="0"/>
              </a:spcAft>
              <a:buSzPts val="1850"/>
              <a:buNone/>
              <a:defRPr sz="2467"/>
            </a:lvl5pPr>
            <a:lvl6pPr lvl="5" algn="ctr" rtl="0">
              <a:lnSpc>
                <a:spcPct val="115000"/>
              </a:lnSpc>
              <a:spcBef>
                <a:spcPts val="0"/>
              </a:spcBef>
              <a:spcAft>
                <a:spcPts val="0"/>
              </a:spcAft>
              <a:buSzPts val="1850"/>
              <a:buNone/>
              <a:defRPr sz="2467"/>
            </a:lvl6pPr>
            <a:lvl7pPr lvl="6" algn="ctr" rtl="0">
              <a:lnSpc>
                <a:spcPct val="115000"/>
              </a:lnSpc>
              <a:spcBef>
                <a:spcPts val="0"/>
              </a:spcBef>
              <a:spcAft>
                <a:spcPts val="0"/>
              </a:spcAft>
              <a:buSzPts val="1850"/>
              <a:buNone/>
              <a:defRPr sz="2467"/>
            </a:lvl7pPr>
            <a:lvl8pPr lvl="7" algn="ctr" rtl="0">
              <a:lnSpc>
                <a:spcPct val="115000"/>
              </a:lnSpc>
              <a:spcBef>
                <a:spcPts val="0"/>
              </a:spcBef>
              <a:spcAft>
                <a:spcPts val="0"/>
              </a:spcAft>
              <a:buSzPts val="1850"/>
              <a:buNone/>
              <a:defRPr sz="2467"/>
            </a:lvl8pPr>
            <a:lvl9pPr lvl="8" algn="ctr" rtl="0">
              <a:lnSpc>
                <a:spcPct val="115000"/>
              </a:lnSpc>
              <a:spcBef>
                <a:spcPts val="0"/>
              </a:spcBef>
              <a:spcAft>
                <a:spcPts val="0"/>
              </a:spcAft>
              <a:buSzPts val="1850"/>
              <a:buNone/>
              <a:defRPr sz="2467"/>
            </a:lvl9pPr>
          </a:lstStyle>
          <a:p>
            <a:r>
              <a:rPr lang="ja-JP" altLang="en-US"/>
              <a:t>マスター サブタイトルの書式設定</a:t>
            </a:r>
            <a:endParaRPr dirty="0"/>
          </a:p>
        </p:txBody>
      </p:sp>
      <p:grpSp>
        <p:nvGrpSpPr>
          <p:cNvPr id="138" name="Google Shape;138;p20"/>
          <p:cNvGrpSpPr/>
          <p:nvPr/>
        </p:nvGrpSpPr>
        <p:grpSpPr>
          <a:xfrm>
            <a:off x="201" y="719333"/>
            <a:ext cx="11240833" cy="6138667"/>
            <a:chOff x="150" y="539500"/>
            <a:chExt cx="8430625" cy="4604000"/>
          </a:xfrm>
        </p:grpSpPr>
        <p:cxnSp>
          <p:nvCxnSpPr>
            <p:cNvPr id="139" name="Google Shape;139;p20"/>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40" name="Google Shape;140;p20"/>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sp>
        <p:nvSpPr>
          <p:cNvPr id="141" name="Google Shape;141;p20"/>
          <p:cNvSpPr>
            <a:spLocks noGrp="1"/>
          </p:cNvSpPr>
          <p:nvPr>
            <p:ph type="pic" idx="2"/>
          </p:nvPr>
        </p:nvSpPr>
        <p:spPr>
          <a:xfrm>
            <a:off x="789433" y="725700"/>
            <a:ext cx="4416000" cy="51788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a:t>アイコンをクリックして図を追加</a:t>
            </a:r>
            <a:endParaRPr lang="ja-JP" altLang="en-US" dirty="0"/>
          </a:p>
        </p:txBody>
      </p:sp>
    </p:spTree>
    <p:extLst>
      <p:ext uri="{BB962C8B-B14F-4D97-AF65-F5344CB8AC3E}">
        <p14:creationId xmlns:p14="http://schemas.microsoft.com/office/powerpoint/2010/main" val="22969777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42"/>
        <p:cNvGrpSpPr/>
        <p:nvPr/>
      </p:nvGrpSpPr>
      <p:grpSpPr>
        <a:xfrm>
          <a:off x="0" y="0"/>
          <a:ext cx="0" cy="0"/>
          <a:chOff x="0" y="0"/>
          <a:chExt cx="0" cy="0"/>
        </a:xfrm>
      </p:grpSpPr>
      <p:sp>
        <p:nvSpPr>
          <p:cNvPr id="143" name="Google Shape;143;p21"/>
          <p:cNvSpPr txBox="1">
            <a:spLocks noGrp="1"/>
          </p:cNvSpPr>
          <p:nvPr>
            <p:ph type="body" idx="1"/>
          </p:nvPr>
        </p:nvSpPr>
        <p:spPr>
          <a:xfrm>
            <a:off x="950967" y="1951149"/>
            <a:ext cx="10289996" cy="4279318"/>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dk2"/>
              </a:buClr>
              <a:buSzPts val="1400"/>
              <a:buFont typeface="Red Hat Display"/>
              <a:buChar char="■"/>
              <a:defRPr sz="2800">
                <a:latin typeface="LINE Seed JP App_TTF Regular" panose="02020500000000000000" pitchFamily="18" charset="-128"/>
                <a:ea typeface="LINE Seed JP App_TTF Regular" panose="02020500000000000000" pitchFamily="18" charset="-128"/>
              </a:defRPr>
            </a:lvl1pPr>
            <a:lvl2pPr marL="1219170" lvl="1" indent="-423323" rtl="0">
              <a:spcBef>
                <a:spcPts val="2133"/>
              </a:spcBef>
              <a:spcAft>
                <a:spcPts val="0"/>
              </a:spcAft>
              <a:buClr>
                <a:srgbClr val="FFFFFF"/>
              </a:buClr>
              <a:buSzPts val="1400"/>
              <a:buFont typeface="Red Hat Display"/>
              <a:buChar char="○"/>
              <a:defRPr/>
            </a:lvl2pPr>
            <a:lvl3pPr marL="1828754" lvl="2" indent="-423323" rtl="0">
              <a:spcBef>
                <a:spcPts val="2133"/>
              </a:spcBef>
              <a:spcAft>
                <a:spcPts val="0"/>
              </a:spcAft>
              <a:buClr>
                <a:srgbClr val="FFFFFF"/>
              </a:buClr>
              <a:buSzPts val="1400"/>
              <a:buFont typeface="Red Hat Display"/>
              <a:buChar char="■"/>
              <a:defRPr/>
            </a:lvl3pPr>
            <a:lvl4pPr marL="2438339" lvl="3" indent="-423323" rtl="0">
              <a:spcBef>
                <a:spcPts val="2133"/>
              </a:spcBef>
              <a:spcAft>
                <a:spcPts val="0"/>
              </a:spcAft>
              <a:buClr>
                <a:srgbClr val="FFFFFF"/>
              </a:buClr>
              <a:buSzPts val="1400"/>
              <a:buFont typeface="Red Hat Display"/>
              <a:buChar char="●"/>
              <a:defRPr/>
            </a:lvl4pPr>
            <a:lvl5pPr marL="3047924" lvl="4" indent="-423323" rtl="0">
              <a:spcBef>
                <a:spcPts val="2133"/>
              </a:spcBef>
              <a:spcAft>
                <a:spcPts val="0"/>
              </a:spcAft>
              <a:buClr>
                <a:srgbClr val="FFFFFF"/>
              </a:buClr>
              <a:buSzPts val="1400"/>
              <a:buFont typeface="Red Hat Display"/>
              <a:buChar char="○"/>
              <a:defRPr/>
            </a:lvl5pPr>
            <a:lvl6pPr marL="3657509" lvl="5" indent="-423323" rtl="0">
              <a:spcBef>
                <a:spcPts val="2133"/>
              </a:spcBef>
              <a:spcAft>
                <a:spcPts val="0"/>
              </a:spcAft>
              <a:buClr>
                <a:srgbClr val="FFFFFF"/>
              </a:buClr>
              <a:buSzPts val="1400"/>
              <a:buFont typeface="Red Hat Display"/>
              <a:buChar char="■"/>
              <a:defRPr/>
            </a:lvl6pPr>
            <a:lvl7pPr marL="4267093" lvl="6" indent="-423323" rtl="0">
              <a:spcBef>
                <a:spcPts val="2133"/>
              </a:spcBef>
              <a:spcAft>
                <a:spcPts val="0"/>
              </a:spcAft>
              <a:buClr>
                <a:srgbClr val="FFFFFF"/>
              </a:buClr>
              <a:buSzPts val="1400"/>
              <a:buFont typeface="Red Hat Display"/>
              <a:buChar char="●"/>
              <a:defRPr/>
            </a:lvl7pPr>
            <a:lvl8pPr marL="4876678" lvl="7" indent="-423323" rtl="0">
              <a:spcBef>
                <a:spcPts val="2133"/>
              </a:spcBef>
              <a:spcAft>
                <a:spcPts val="0"/>
              </a:spcAft>
              <a:buClr>
                <a:srgbClr val="FFFFFF"/>
              </a:buClr>
              <a:buSzPts val="1400"/>
              <a:buFont typeface="Red Hat Display"/>
              <a:buChar char="○"/>
              <a:defRPr/>
            </a:lvl8pPr>
            <a:lvl9pPr marL="5486263" lvl="8" indent="-423323" rtl="0">
              <a:spcBef>
                <a:spcPts val="2133"/>
              </a:spcBef>
              <a:spcAft>
                <a:spcPts val="2133"/>
              </a:spcAft>
              <a:buClr>
                <a:srgbClr val="FFFFFF"/>
              </a:buClr>
              <a:buSzPts val="1400"/>
              <a:buFont typeface="Red Hat Display"/>
              <a:buChar char="■"/>
              <a:defRPr/>
            </a:lvl9pPr>
          </a:lstStyle>
          <a:p>
            <a:pPr lvl="0"/>
            <a:r>
              <a:rPr lang="ja-JP" altLang="en-US"/>
              <a:t>マスター テキストの書式設定</a:t>
            </a:r>
          </a:p>
        </p:txBody>
      </p:sp>
      <p:sp>
        <p:nvSpPr>
          <p:cNvPr id="144" name="Google Shape;144;p21"/>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45" name="Google Shape;145;p21"/>
          <p:cNvSpPr/>
          <p:nvPr/>
        </p:nvSpPr>
        <p:spPr>
          <a:xfrm flipH="1">
            <a:off x="0" y="6501200"/>
            <a:ext cx="121920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6" name="Google Shape;146;p21"/>
          <p:cNvGrpSpPr/>
          <p:nvPr/>
        </p:nvGrpSpPr>
        <p:grpSpPr>
          <a:xfrm>
            <a:off x="369100" y="356634"/>
            <a:ext cx="11813600" cy="6501367"/>
            <a:chOff x="276825" y="267475"/>
            <a:chExt cx="8860200" cy="4876025"/>
          </a:xfrm>
        </p:grpSpPr>
        <p:cxnSp>
          <p:nvCxnSpPr>
            <p:cNvPr id="147" name="Google Shape;147;p21"/>
            <p:cNvCxnSpPr/>
            <p:nvPr/>
          </p:nvCxnSpPr>
          <p:spPr>
            <a:xfrm rot="10800000">
              <a:off x="276825" y="257190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148" name="Google Shape;148;p21"/>
            <p:cNvCxnSpPr/>
            <p:nvPr/>
          </p:nvCxnSpPr>
          <p:spPr>
            <a:xfrm>
              <a:off x="4565025" y="267475"/>
              <a:ext cx="45720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2832331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49"/>
        <p:cNvGrpSpPr/>
        <p:nvPr/>
      </p:nvGrpSpPr>
      <p:grpSpPr>
        <a:xfrm>
          <a:off x="0" y="0"/>
          <a:ext cx="0" cy="0"/>
          <a:chOff x="0" y="0"/>
          <a:chExt cx="0" cy="0"/>
        </a:xfrm>
      </p:grpSpPr>
      <p:sp>
        <p:nvSpPr>
          <p:cNvPr id="150" name="Google Shape;150;p22"/>
          <p:cNvSpPr txBox="1">
            <a:spLocks noGrp="1"/>
          </p:cNvSpPr>
          <p:nvPr>
            <p:ph type="title"/>
          </p:nvPr>
        </p:nvSpPr>
        <p:spPr>
          <a:xfrm>
            <a:off x="1264433" y="1580749"/>
            <a:ext cx="6484400" cy="107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51" name="Google Shape;151;p22"/>
          <p:cNvSpPr txBox="1">
            <a:spLocks noGrp="1"/>
          </p:cNvSpPr>
          <p:nvPr>
            <p:ph type="subTitle" idx="1"/>
          </p:nvPr>
        </p:nvSpPr>
        <p:spPr>
          <a:xfrm>
            <a:off x="1264433" y="2816051"/>
            <a:ext cx="6484400" cy="2461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400"/>
              <a:buChar char="■"/>
              <a:defRPr sz="28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r>
              <a:rPr lang="ja-JP" altLang="en-US"/>
              <a:t>マスター サブタイトルの書式設定</a:t>
            </a:r>
            <a:endParaRPr dirty="0"/>
          </a:p>
        </p:txBody>
      </p:sp>
      <p:sp>
        <p:nvSpPr>
          <p:cNvPr id="152" name="Google Shape;152;p22"/>
          <p:cNvSpPr/>
          <p:nvPr/>
        </p:nvSpPr>
        <p:spPr>
          <a:xfrm rot="10800000" flipH="1">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3" name="Google Shape;153;p22"/>
          <p:cNvGrpSpPr/>
          <p:nvPr/>
        </p:nvGrpSpPr>
        <p:grpSpPr>
          <a:xfrm rot="10800000" flipH="1">
            <a:off x="-73834" y="0"/>
            <a:ext cx="12265667" cy="6138667"/>
            <a:chOff x="-55375" y="539500"/>
            <a:chExt cx="9199250" cy="4604000"/>
          </a:xfrm>
        </p:grpSpPr>
        <p:cxnSp>
          <p:nvCxnSpPr>
            <p:cNvPr id="154" name="Google Shape;154;p22"/>
            <p:cNvCxnSpPr/>
            <p:nvPr/>
          </p:nvCxnSpPr>
          <p:spPr>
            <a:xfrm>
              <a:off x="-55375" y="4608575"/>
              <a:ext cx="4571700" cy="0"/>
            </a:xfrm>
            <a:prstGeom prst="straightConnector1">
              <a:avLst/>
            </a:prstGeom>
            <a:noFill/>
            <a:ln w="9525" cap="flat" cmpd="sng">
              <a:solidFill>
                <a:schemeClr val="dk1"/>
              </a:solidFill>
              <a:prstDash val="solid"/>
              <a:round/>
              <a:headEnd type="none" w="med" len="med"/>
              <a:tailEnd type="none" w="med" len="med"/>
            </a:ln>
          </p:spPr>
        </p:cxnSp>
        <p:cxnSp>
          <p:nvCxnSpPr>
            <p:cNvPr id="155" name="Google Shape;155;p22"/>
            <p:cNvCxnSpPr/>
            <p:nvPr/>
          </p:nvCxnSpPr>
          <p:spPr>
            <a:xfrm>
              <a:off x="4585075" y="539500"/>
              <a:ext cx="4558800" cy="0"/>
            </a:xfrm>
            <a:prstGeom prst="straightConnector1">
              <a:avLst/>
            </a:prstGeom>
            <a:noFill/>
            <a:ln w="9525" cap="flat" cmpd="sng">
              <a:solidFill>
                <a:schemeClr val="dk1"/>
              </a:solidFill>
              <a:prstDash val="solid"/>
              <a:round/>
              <a:headEnd type="none" w="med" len="med"/>
              <a:tailEnd type="none" w="med" len="med"/>
            </a:ln>
          </p:spPr>
        </p:cxnSp>
        <p:cxnSp>
          <p:nvCxnSpPr>
            <p:cNvPr id="156" name="Google Shape;156;p2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3735578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1682900" y="1364803"/>
            <a:ext cx="3854000" cy="2238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59" name="Google Shape;159;p23"/>
          <p:cNvSpPr txBox="1">
            <a:spLocks noGrp="1"/>
          </p:cNvSpPr>
          <p:nvPr>
            <p:ph type="subTitle" idx="1"/>
          </p:nvPr>
        </p:nvSpPr>
        <p:spPr>
          <a:xfrm>
            <a:off x="1682900" y="3603029"/>
            <a:ext cx="3854000" cy="1890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0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60" name="Google Shape;160;p23"/>
          <p:cNvSpPr/>
          <p:nvPr/>
        </p:nvSpPr>
        <p:spPr>
          <a:xfrm rot="10800000">
            <a:off x="167" y="0"/>
            <a:ext cx="9556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1" name="Google Shape;161;p23"/>
          <p:cNvGrpSpPr/>
          <p:nvPr/>
        </p:nvGrpSpPr>
        <p:grpSpPr>
          <a:xfrm rot="10800000">
            <a:off x="0" y="484133"/>
            <a:ext cx="11813600" cy="6373867"/>
            <a:chOff x="283800" y="0"/>
            <a:chExt cx="8860200" cy="4780400"/>
          </a:xfrm>
        </p:grpSpPr>
        <p:cxnSp>
          <p:nvCxnSpPr>
            <p:cNvPr id="162" name="Google Shape;162;p23"/>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63" name="Google Shape;163;p23"/>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3903688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6329067" y="1364800"/>
            <a:ext cx="3506800" cy="2028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lgn="r" rtl="0">
              <a:spcBef>
                <a:spcPts val="0"/>
              </a:spcBef>
              <a:spcAft>
                <a:spcPts val="0"/>
              </a:spcAft>
              <a:buSzPts val="3100"/>
              <a:buNone/>
              <a:defRPr/>
            </a:lvl2pPr>
            <a:lvl3pPr lvl="2" algn="r" rtl="0">
              <a:spcBef>
                <a:spcPts val="0"/>
              </a:spcBef>
              <a:spcAft>
                <a:spcPts val="0"/>
              </a:spcAft>
              <a:buSzPts val="3100"/>
              <a:buNone/>
              <a:defRPr/>
            </a:lvl3pPr>
            <a:lvl4pPr lvl="3" algn="r" rtl="0">
              <a:spcBef>
                <a:spcPts val="0"/>
              </a:spcBef>
              <a:spcAft>
                <a:spcPts val="0"/>
              </a:spcAft>
              <a:buSzPts val="3100"/>
              <a:buNone/>
              <a:defRPr/>
            </a:lvl4pPr>
            <a:lvl5pPr lvl="4" algn="r" rtl="0">
              <a:spcBef>
                <a:spcPts val="0"/>
              </a:spcBef>
              <a:spcAft>
                <a:spcPts val="0"/>
              </a:spcAft>
              <a:buSzPts val="3100"/>
              <a:buNone/>
              <a:defRPr/>
            </a:lvl5pPr>
            <a:lvl6pPr lvl="5" algn="r" rtl="0">
              <a:spcBef>
                <a:spcPts val="0"/>
              </a:spcBef>
              <a:spcAft>
                <a:spcPts val="0"/>
              </a:spcAft>
              <a:buSzPts val="3100"/>
              <a:buNone/>
              <a:defRPr/>
            </a:lvl6pPr>
            <a:lvl7pPr lvl="6" algn="r" rtl="0">
              <a:spcBef>
                <a:spcPts val="0"/>
              </a:spcBef>
              <a:spcAft>
                <a:spcPts val="0"/>
              </a:spcAft>
              <a:buSzPts val="3100"/>
              <a:buNone/>
              <a:defRPr/>
            </a:lvl7pPr>
            <a:lvl8pPr lvl="7" algn="r" rtl="0">
              <a:spcBef>
                <a:spcPts val="0"/>
              </a:spcBef>
              <a:spcAft>
                <a:spcPts val="0"/>
              </a:spcAft>
              <a:buSzPts val="3100"/>
              <a:buNone/>
              <a:defRPr/>
            </a:lvl8pPr>
            <a:lvl9pPr lvl="8" algn="r" rtl="0">
              <a:spcBef>
                <a:spcPts val="0"/>
              </a:spcBef>
              <a:spcAft>
                <a:spcPts val="0"/>
              </a:spcAft>
              <a:buSzPts val="3100"/>
              <a:buNone/>
              <a:defRPr/>
            </a:lvl9pPr>
          </a:lstStyle>
          <a:p>
            <a:r>
              <a:rPr lang="ja-JP" altLang="en-US"/>
              <a:t>マスター タイトルの書式設定</a:t>
            </a:r>
            <a:endParaRPr dirty="0"/>
          </a:p>
        </p:txBody>
      </p:sp>
      <p:sp>
        <p:nvSpPr>
          <p:cNvPr id="166" name="Google Shape;166;p24"/>
          <p:cNvSpPr txBox="1">
            <a:spLocks noGrp="1"/>
          </p:cNvSpPr>
          <p:nvPr>
            <p:ph type="subTitle" idx="1"/>
          </p:nvPr>
        </p:nvSpPr>
        <p:spPr>
          <a:xfrm>
            <a:off x="6329067" y="3393407"/>
            <a:ext cx="3506800" cy="2100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r" rtl="0">
              <a:lnSpc>
                <a:spcPct val="115000"/>
              </a:lnSpc>
              <a:spcBef>
                <a:spcPts val="0"/>
              </a:spcBef>
              <a:spcAft>
                <a:spcPts val="0"/>
              </a:spcAft>
              <a:buSzPts val="1400"/>
              <a:buNone/>
              <a:defRPr/>
            </a:lvl2pPr>
            <a:lvl3pPr lvl="2" algn="r" rtl="0">
              <a:lnSpc>
                <a:spcPct val="115000"/>
              </a:lnSpc>
              <a:spcBef>
                <a:spcPts val="0"/>
              </a:spcBef>
              <a:spcAft>
                <a:spcPts val="0"/>
              </a:spcAft>
              <a:buSzPts val="1400"/>
              <a:buNone/>
              <a:defRPr/>
            </a:lvl3pPr>
            <a:lvl4pPr lvl="3" algn="r" rtl="0">
              <a:lnSpc>
                <a:spcPct val="115000"/>
              </a:lnSpc>
              <a:spcBef>
                <a:spcPts val="0"/>
              </a:spcBef>
              <a:spcAft>
                <a:spcPts val="0"/>
              </a:spcAft>
              <a:buSzPts val="1400"/>
              <a:buNone/>
              <a:defRPr/>
            </a:lvl4pPr>
            <a:lvl5pPr lvl="4" algn="r" rtl="0">
              <a:lnSpc>
                <a:spcPct val="115000"/>
              </a:lnSpc>
              <a:spcBef>
                <a:spcPts val="0"/>
              </a:spcBef>
              <a:spcAft>
                <a:spcPts val="0"/>
              </a:spcAft>
              <a:buSzPts val="1400"/>
              <a:buNone/>
              <a:defRPr/>
            </a:lvl5pPr>
            <a:lvl6pPr lvl="5" algn="r" rtl="0">
              <a:lnSpc>
                <a:spcPct val="115000"/>
              </a:lnSpc>
              <a:spcBef>
                <a:spcPts val="0"/>
              </a:spcBef>
              <a:spcAft>
                <a:spcPts val="0"/>
              </a:spcAft>
              <a:buSzPts val="1400"/>
              <a:buNone/>
              <a:defRPr/>
            </a:lvl6pPr>
            <a:lvl7pPr lvl="6" algn="r" rtl="0">
              <a:lnSpc>
                <a:spcPct val="115000"/>
              </a:lnSpc>
              <a:spcBef>
                <a:spcPts val="0"/>
              </a:spcBef>
              <a:spcAft>
                <a:spcPts val="0"/>
              </a:spcAft>
              <a:buSzPts val="1400"/>
              <a:buNone/>
              <a:defRPr/>
            </a:lvl7pPr>
            <a:lvl8pPr lvl="7" algn="r" rtl="0">
              <a:lnSpc>
                <a:spcPct val="115000"/>
              </a:lnSpc>
              <a:spcBef>
                <a:spcPts val="0"/>
              </a:spcBef>
              <a:spcAft>
                <a:spcPts val="0"/>
              </a:spcAft>
              <a:buSzPts val="1400"/>
              <a:buNone/>
              <a:defRPr/>
            </a:lvl8pPr>
            <a:lvl9pPr lvl="8" algn="r" rtl="0">
              <a:lnSpc>
                <a:spcPct val="115000"/>
              </a:lnSpc>
              <a:spcBef>
                <a:spcPts val="0"/>
              </a:spcBef>
              <a:spcAft>
                <a:spcPts val="0"/>
              </a:spcAft>
              <a:buSzPts val="1400"/>
              <a:buNone/>
              <a:defRPr/>
            </a:lvl9pPr>
          </a:lstStyle>
          <a:p>
            <a:r>
              <a:rPr lang="ja-JP" altLang="en-US"/>
              <a:t>マスター サブタイトルの書式設定</a:t>
            </a:r>
            <a:endParaRPr dirty="0"/>
          </a:p>
        </p:txBody>
      </p:sp>
      <p:grpSp>
        <p:nvGrpSpPr>
          <p:cNvPr id="167" name="Google Shape;167;p24"/>
          <p:cNvGrpSpPr/>
          <p:nvPr/>
        </p:nvGrpSpPr>
        <p:grpSpPr>
          <a:xfrm flipH="1">
            <a:off x="1" y="0"/>
            <a:ext cx="12192100" cy="6858000"/>
            <a:chOff x="0" y="0"/>
            <a:chExt cx="9144075" cy="5143500"/>
          </a:xfrm>
        </p:grpSpPr>
        <p:grpSp>
          <p:nvGrpSpPr>
            <p:cNvPr id="168" name="Google Shape;168;p24"/>
            <p:cNvGrpSpPr/>
            <p:nvPr/>
          </p:nvGrpSpPr>
          <p:grpSpPr>
            <a:xfrm>
              <a:off x="0" y="0"/>
              <a:ext cx="9144075" cy="5143500"/>
              <a:chOff x="0" y="0"/>
              <a:chExt cx="9144075" cy="5143500"/>
            </a:xfrm>
          </p:grpSpPr>
          <p:sp>
            <p:nvSpPr>
              <p:cNvPr id="169" name="Google Shape;169;p24"/>
              <p:cNvSpPr/>
              <p:nvPr/>
            </p:nvSpPr>
            <p:spPr>
              <a:xfrm>
                <a:off x="4185975" y="4608575"/>
                <a:ext cx="4958100" cy="529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 name="Google Shape;170;p24"/>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1" name="Google Shape;171;p24"/>
            <p:cNvGrpSpPr/>
            <p:nvPr/>
          </p:nvGrpSpPr>
          <p:grpSpPr>
            <a:xfrm>
              <a:off x="150" y="539500"/>
              <a:ext cx="8430625" cy="4604000"/>
              <a:chOff x="150" y="539500"/>
              <a:chExt cx="8430625" cy="4604000"/>
            </a:xfrm>
          </p:grpSpPr>
          <p:cxnSp>
            <p:nvCxnSpPr>
              <p:cNvPr id="172" name="Google Shape;172;p24"/>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73" name="Google Shape;173;p24"/>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grpSp>
    </p:spTree>
    <p:extLst>
      <p:ext uri="{BB962C8B-B14F-4D97-AF65-F5344CB8AC3E}">
        <p14:creationId xmlns:p14="http://schemas.microsoft.com/office/powerpoint/2010/main" val="34400320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74"/>
        <p:cNvGrpSpPr/>
        <p:nvPr/>
      </p:nvGrpSpPr>
      <p:grpSpPr>
        <a:xfrm>
          <a:off x="0" y="0"/>
          <a:ext cx="0" cy="0"/>
          <a:chOff x="0" y="0"/>
          <a:chExt cx="0" cy="0"/>
        </a:xfrm>
      </p:grpSpPr>
      <p:sp>
        <p:nvSpPr>
          <p:cNvPr id="175" name="Google Shape;175;p25"/>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176" name="Google Shape;176;p25"/>
          <p:cNvSpPr txBox="1">
            <a:spLocks noGrp="1"/>
          </p:cNvSpPr>
          <p:nvPr>
            <p:ph type="body" idx="1"/>
          </p:nvPr>
        </p:nvSpPr>
        <p:spPr>
          <a:xfrm>
            <a:off x="950967" y="2243833"/>
            <a:ext cx="5041200" cy="3646400"/>
          </a:xfrm>
          <a:prstGeom prst="rect">
            <a:avLst/>
          </a:prstGeom>
        </p:spPr>
        <p:txBody>
          <a:bodyPr spcFirstLastPara="1" wrap="square" lIns="91425" tIns="91425" rIns="91425" bIns="91425" anchor="t" anchorCtr="0">
            <a:noAutofit/>
          </a:bodyPr>
          <a:lstStyle>
            <a:lvl1pPr marL="609585" lvl="0" indent="-423323" rtl="0">
              <a:lnSpc>
                <a:spcPct val="115000"/>
              </a:lnSpc>
              <a:spcBef>
                <a:spcPts val="0"/>
              </a:spcBef>
              <a:spcAft>
                <a:spcPts val="0"/>
              </a:spcAft>
              <a:buClr>
                <a:schemeClr val="dk2"/>
              </a:buClr>
              <a:buSzPts val="1400"/>
              <a:buChar char="■"/>
              <a:defRPr sz="2000">
                <a:latin typeface="LINE Seed JP App_TTF Regular" panose="02020500000000000000" pitchFamily="18" charset="-128"/>
                <a:ea typeface="LINE Seed JP App_TTF Regular" panose="02020500000000000000" pitchFamily="18" charset="-128"/>
              </a:defRPr>
            </a:lvl1pPr>
            <a:lvl2pPr marL="1219170" lvl="1" indent="-423323" rtl="0">
              <a:lnSpc>
                <a:spcPct val="115000"/>
              </a:lnSpc>
              <a:spcBef>
                <a:spcPts val="0"/>
              </a:spcBef>
              <a:spcAft>
                <a:spcPts val="0"/>
              </a:spcAft>
              <a:buSzPts val="1400"/>
              <a:buFont typeface="Chivo"/>
              <a:buChar char="○"/>
              <a:defRPr/>
            </a:lvl2pPr>
            <a:lvl3pPr marL="1828754" lvl="2" indent="-423323" rtl="0">
              <a:lnSpc>
                <a:spcPct val="115000"/>
              </a:lnSpc>
              <a:spcBef>
                <a:spcPts val="2133"/>
              </a:spcBef>
              <a:spcAft>
                <a:spcPts val="0"/>
              </a:spcAft>
              <a:buSzPts val="1400"/>
              <a:buFont typeface="Chivo"/>
              <a:buChar char="■"/>
              <a:defRPr/>
            </a:lvl3pPr>
            <a:lvl4pPr marL="2438339" lvl="3" indent="-423323" rtl="0">
              <a:lnSpc>
                <a:spcPct val="115000"/>
              </a:lnSpc>
              <a:spcBef>
                <a:spcPts val="2133"/>
              </a:spcBef>
              <a:spcAft>
                <a:spcPts val="0"/>
              </a:spcAft>
              <a:buSzPts val="1400"/>
              <a:buFont typeface="Chivo"/>
              <a:buChar char="●"/>
              <a:defRPr/>
            </a:lvl4pPr>
            <a:lvl5pPr marL="3047924" lvl="4" indent="-423323" rtl="0">
              <a:lnSpc>
                <a:spcPct val="115000"/>
              </a:lnSpc>
              <a:spcBef>
                <a:spcPts val="2133"/>
              </a:spcBef>
              <a:spcAft>
                <a:spcPts val="0"/>
              </a:spcAft>
              <a:buSzPts val="1400"/>
              <a:buFont typeface="Chivo"/>
              <a:buChar char="○"/>
              <a:defRPr/>
            </a:lvl5pPr>
            <a:lvl6pPr marL="3657509" lvl="5" indent="-423323" rtl="0">
              <a:lnSpc>
                <a:spcPct val="115000"/>
              </a:lnSpc>
              <a:spcBef>
                <a:spcPts val="2133"/>
              </a:spcBef>
              <a:spcAft>
                <a:spcPts val="0"/>
              </a:spcAft>
              <a:buSzPts val="1400"/>
              <a:buFont typeface="Chivo"/>
              <a:buChar char="■"/>
              <a:defRPr/>
            </a:lvl6pPr>
            <a:lvl7pPr marL="4267093" lvl="6" indent="-423323" rtl="0">
              <a:lnSpc>
                <a:spcPct val="115000"/>
              </a:lnSpc>
              <a:spcBef>
                <a:spcPts val="2133"/>
              </a:spcBef>
              <a:spcAft>
                <a:spcPts val="0"/>
              </a:spcAft>
              <a:buSzPts val="1400"/>
              <a:buFont typeface="Chivo"/>
              <a:buChar char="●"/>
              <a:defRPr/>
            </a:lvl7pPr>
            <a:lvl8pPr marL="4876678" lvl="7" indent="-423323" rtl="0">
              <a:lnSpc>
                <a:spcPct val="115000"/>
              </a:lnSpc>
              <a:spcBef>
                <a:spcPts val="2133"/>
              </a:spcBef>
              <a:spcAft>
                <a:spcPts val="0"/>
              </a:spcAft>
              <a:buSzPts val="1400"/>
              <a:buFont typeface="Chivo"/>
              <a:buChar char="○"/>
              <a:defRPr/>
            </a:lvl8pPr>
            <a:lvl9pPr marL="5486263" lvl="8" indent="-423323" rtl="0">
              <a:lnSpc>
                <a:spcPct val="115000"/>
              </a:lnSpc>
              <a:spcBef>
                <a:spcPts val="2133"/>
              </a:spcBef>
              <a:spcAft>
                <a:spcPts val="2133"/>
              </a:spcAft>
              <a:buSzPts val="1400"/>
              <a:buFont typeface="Chivo"/>
              <a:buChar char="■"/>
              <a:defRPr/>
            </a:lvl9pPr>
          </a:lstStyle>
          <a:p>
            <a:pPr lvl="0"/>
            <a:r>
              <a:rPr lang="ja-JP" altLang="en-US"/>
              <a:t>マスター テキストの書式設定</a:t>
            </a:r>
          </a:p>
        </p:txBody>
      </p:sp>
      <p:sp>
        <p:nvSpPr>
          <p:cNvPr id="177" name="Google Shape;177;p25"/>
          <p:cNvSpPr txBox="1">
            <a:spLocks noGrp="1"/>
          </p:cNvSpPr>
          <p:nvPr>
            <p:ph type="body" idx="2"/>
          </p:nvPr>
        </p:nvSpPr>
        <p:spPr>
          <a:xfrm>
            <a:off x="6201767" y="2243833"/>
            <a:ext cx="5041200" cy="3646400"/>
          </a:xfrm>
          <a:prstGeom prst="rect">
            <a:avLst/>
          </a:prstGeom>
        </p:spPr>
        <p:txBody>
          <a:bodyPr spcFirstLastPara="1" wrap="square" lIns="91425" tIns="91425" rIns="91425" bIns="91425" anchor="t" anchorCtr="0">
            <a:noAutofit/>
          </a:bodyPr>
          <a:lstStyle>
            <a:lvl1pPr marL="609585" lvl="0" indent="-414856" rtl="0">
              <a:lnSpc>
                <a:spcPct val="115000"/>
              </a:lnSpc>
              <a:spcBef>
                <a:spcPts val="0"/>
              </a:spcBef>
              <a:spcAft>
                <a:spcPts val="0"/>
              </a:spcAft>
              <a:buClr>
                <a:schemeClr val="dk2"/>
              </a:buClr>
              <a:buSzPts val="1300"/>
              <a:buChar char="■"/>
              <a:defRPr sz="2000">
                <a:latin typeface="LINE Seed JP App_TTF Regular" panose="02020500000000000000" pitchFamily="18" charset="-128"/>
                <a:ea typeface="LINE Seed JP App_TTF Regular" panose="02020500000000000000" pitchFamily="18" charset="-128"/>
              </a:defRPr>
            </a:lvl1pPr>
            <a:lvl2pPr marL="1219170" lvl="1" indent="-423323" rtl="0">
              <a:lnSpc>
                <a:spcPct val="115000"/>
              </a:lnSpc>
              <a:spcBef>
                <a:spcPts val="0"/>
              </a:spcBef>
              <a:spcAft>
                <a:spcPts val="0"/>
              </a:spcAft>
              <a:buSzPts val="1400"/>
              <a:buFont typeface="Chivo"/>
              <a:buChar char="○"/>
              <a:defRPr/>
            </a:lvl2pPr>
            <a:lvl3pPr marL="1828754" lvl="2" indent="-423323" rtl="0">
              <a:lnSpc>
                <a:spcPct val="115000"/>
              </a:lnSpc>
              <a:spcBef>
                <a:spcPts val="2133"/>
              </a:spcBef>
              <a:spcAft>
                <a:spcPts val="0"/>
              </a:spcAft>
              <a:buSzPts val="1400"/>
              <a:buFont typeface="Chivo"/>
              <a:buChar char="■"/>
              <a:defRPr/>
            </a:lvl3pPr>
            <a:lvl4pPr marL="2438339" lvl="3" indent="-423323" rtl="0">
              <a:lnSpc>
                <a:spcPct val="115000"/>
              </a:lnSpc>
              <a:spcBef>
                <a:spcPts val="2133"/>
              </a:spcBef>
              <a:spcAft>
                <a:spcPts val="0"/>
              </a:spcAft>
              <a:buSzPts val="1400"/>
              <a:buFont typeface="Chivo"/>
              <a:buChar char="●"/>
              <a:defRPr/>
            </a:lvl4pPr>
            <a:lvl5pPr marL="3047924" lvl="4" indent="-423323" rtl="0">
              <a:lnSpc>
                <a:spcPct val="115000"/>
              </a:lnSpc>
              <a:spcBef>
                <a:spcPts val="2133"/>
              </a:spcBef>
              <a:spcAft>
                <a:spcPts val="0"/>
              </a:spcAft>
              <a:buSzPts val="1400"/>
              <a:buFont typeface="Chivo"/>
              <a:buChar char="○"/>
              <a:defRPr/>
            </a:lvl5pPr>
            <a:lvl6pPr marL="3657509" lvl="5" indent="-423323" rtl="0">
              <a:lnSpc>
                <a:spcPct val="115000"/>
              </a:lnSpc>
              <a:spcBef>
                <a:spcPts val="2133"/>
              </a:spcBef>
              <a:spcAft>
                <a:spcPts val="0"/>
              </a:spcAft>
              <a:buSzPts val="1400"/>
              <a:buFont typeface="Chivo"/>
              <a:buChar char="■"/>
              <a:defRPr/>
            </a:lvl6pPr>
            <a:lvl7pPr marL="4267093" lvl="6" indent="-423323" rtl="0">
              <a:lnSpc>
                <a:spcPct val="115000"/>
              </a:lnSpc>
              <a:spcBef>
                <a:spcPts val="2133"/>
              </a:spcBef>
              <a:spcAft>
                <a:spcPts val="0"/>
              </a:spcAft>
              <a:buSzPts val="1400"/>
              <a:buFont typeface="Chivo"/>
              <a:buChar char="●"/>
              <a:defRPr/>
            </a:lvl7pPr>
            <a:lvl8pPr marL="4876678" lvl="7" indent="-423323" rtl="0">
              <a:lnSpc>
                <a:spcPct val="115000"/>
              </a:lnSpc>
              <a:spcBef>
                <a:spcPts val="2133"/>
              </a:spcBef>
              <a:spcAft>
                <a:spcPts val="0"/>
              </a:spcAft>
              <a:buSzPts val="1400"/>
              <a:buFont typeface="Chivo"/>
              <a:buChar char="○"/>
              <a:defRPr/>
            </a:lvl8pPr>
            <a:lvl9pPr marL="5486263" lvl="8" indent="-423323" rtl="0">
              <a:lnSpc>
                <a:spcPct val="115000"/>
              </a:lnSpc>
              <a:spcBef>
                <a:spcPts val="2133"/>
              </a:spcBef>
              <a:spcAft>
                <a:spcPts val="2133"/>
              </a:spcAft>
              <a:buSzPts val="1400"/>
              <a:buFont typeface="Chivo"/>
              <a:buChar char="■"/>
              <a:defRPr/>
            </a:lvl9pPr>
          </a:lstStyle>
          <a:p>
            <a:pPr lvl="0"/>
            <a:r>
              <a:rPr lang="ja-JP" altLang="en-US"/>
              <a:t>マスター テキストの書式設定</a:t>
            </a:r>
          </a:p>
        </p:txBody>
      </p:sp>
      <p:sp>
        <p:nvSpPr>
          <p:cNvPr id="178" name="Google Shape;178;p25"/>
          <p:cNvSpPr txBox="1">
            <a:spLocks noGrp="1"/>
          </p:cNvSpPr>
          <p:nvPr>
            <p:ph type="subTitle" idx="3"/>
          </p:nvPr>
        </p:nvSpPr>
        <p:spPr>
          <a:xfrm>
            <a:off x="951000" y="1423133"/>
            <a:ext cx="10290000" cy="733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28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79" name="Google Shape;179;p25"/>
          <p:cNvSpPr/>
          <p:nvPr/>
        </p:nvSpPr>
        <p:spPr>
          <a:xfrm flipH="1">
            <a:off x="951200" y="6501367"/>
            <a:ext cx="112408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0" name="Google Shape;180;p25"/>
          <p:cNvGrpSpPr/>
          <p:nvPr/>
        </p:nvGrpSpPr>
        <p:grpSpPr>
          <a:xfrm>
            <a:off x="378400" y="-5466"/>
            <a:ext cx="11435200" cy="6863500"/>
            <a:chOff x="283800" y="-4100"/>
            <a:chExt cx="8576400" cy="5147625"/>
          </a:xfrm>
        </p:grpSpPr>
        <p:cxnSp>
          <p:nvCxnSpPr>
            <p:cNvPr id="181" name="Google Shape;181;p25"/>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182" name="Google Shape;182;p25"/>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6834242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183"/>
        <p:cNvGrpSpPr/>
        <p:nvPr/>
      </p:nvGrpSpPr>
      <p:grpSpPr>
        <a:xfrm>
          <a:off x="0" y="0"/>
          <a:ext cx="0" cy="0"/>
          <a:chOff x="0" y="0"/>
          <a:chExt cx="0" cy="0"/>
        </a:xfrm>
      </p:grpSpPr>
      <p:sp>
        <p:nvSpPr>
          <p:cNvPr id="184" name="Google Shape;184;p2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85" name="Google Shape;185;p26"/>
          <p:cNvSpPr txBox="1">
            <a:spLocks noGrp="1"/>
          </p:cNvSpPr>
          <p:nvPr>
            <p:ph type="subTitle" idx="1"/>
          </p:nvPr>
        </p:nvSpPr>
        <p:spPr>
          <a:xfrm>
            <a:off x="1475833" y="2619333"/>
            <a:ext cx="4267200" cy="251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20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86" name="Google Shape;186;p26"/>
          <p:cNvSpPr txBox="1">
            <a:spLocks noGrp="1"/>
          </p:cNvSpPr>
          <p:nvPr>
            <p:ph type="subTitle" idx="2"/>
          </p:nvPr>
        </p:nvSpPr>
        <p:spPr>
          <a:xfrm>
            <a:off x="6448967" y="2619333"/>
            <a:ext cx="4267200" cy="251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20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87" name="Google Shape;187;p26"/>
          <p:cNvSpPr/>
          <p:nvPr/>
        </p:nvSpPr>
        <p:spPr>
          <a:xfrm rot="10800000">
            <a:off x="11813600" y="-35"/>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8" name="Google Shape;188;p26"/>
          <p:cNvGrpSpPr/>
          <p:nvPr/>
        </p:nvGrpSpPr>
        <p:grpSpPr>
          <a:xfrm rot="10800000">
            <a:off x="-166" y="356600"/>
            <a:ext cx="12002967" cy="6501400"/>
            <a:chOff x="141900" y="-26"/>
            <a:chExt cx="9002225" cy="4876050"/>
          </a:xfrm>
        </p:grpSpPr>
        <p:cxnSp>
          <p:nvCxnSpPr>
            <p:cNvPr id="189" name="Google Shape;189;p26"/>
            <p:cNvCxnSpPr/>
            <p:nvPr/>
          </p:nvCxnSpPr>
          <p:spPr>
            <a:xfrm>
              <a:off x="7404125" y="4876024"/>
              <a:ext cx="1740000" cy="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2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7650553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91"/>
        <p:cNvGrpSpPr/>
        <p:nvPr/>
      </p:nvGrpSpPr>
      <p:grpSpPr>
        <a:xfrm>
          <a:off x="0" y="0"/>
          <a:ext cx="0" cy="0"/>
          <a:chOff x="0" y="0"/>
          <a:chExt cx="0" cy="0"/>
        </a:xfrm>
      </p:grpSpPr>
      <p:sp>
        <p:nvSpPr>
          <p:cNvPr id="192" name="Google Shape;192;p27"/>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193" name="Google Shape;193;p27"/>
          <p:cNvSpPr txBox="1">
            <a:spLocks noGrp="1"/>
          </p:cNvSpPr>
          <p:nvPr>
            <p:ph type="subTitle" idx="1"/>
          </p:nvPr>
        </p:nvSpPr>
        <p:spPr>
          <a:xfrm>
            <a:off x="951017"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94" name="Google Shape;194;p27"/>
          <p:cNvSpPr txBox="1">
            <a:spLocks noGrp="1"/>
          </p:cNvSpPr>
          <p:nvPr>
            <p:ph type="subTitle" idx="2"/>
          </p:nvPr>
        </p:nvSpPr>
        <p:spPr>
          <a:xfrm>
            <a:off x="951017" y="3713833"/>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95" name="Google Shape;195;p27"/>
          <p:cNvSpPr txBox="1">
            <a:spLocks noGrp="1"/>
          </p:cNvSpPr>
          <p:nvPr>
            <p:ph type="subTitle" idx="3"/>
          </p:nvPr>
        </p:nvSpPr>
        <p:spPr>
          <a:xfrm>
            <a:off x="8040584"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96" name="Google Shape;196;p27"/>
          <p:cNvSpPr txBox="1">
            <a:spLocks noGrp="1"/>
          </p:cNvSpPr>
          <p:nvPr>
            <p:ph type="subTitle" idx="4"/>
          </p:nvPr>
        </p:nvSpPr>
        <p:spPr>
          <a:xfrm>
            <a:off x="8040584" y="3709867"/>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97" name="Google Shape;197;p27"/>
          <p:cNvSpPr txBox="1">
            <a:spLocks noGrp="1"/>
          </p:cNvSpPr>
          <p:nvPr>
            <p:ph type="subTitle" idx="5"/>
          </p:nvPr>
        </p:nvSpPr>
        <p:spPr>
          <a:xfrm>
            <a:off x="4495800"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98" name="Google Shape;198;p27"/>
          <p:cNvSpPr txBox="1">
            <a:spLocks noGrp="1"/>
          </p:cNvSpPr>
          <p:nvPr>
            <p:ph type="subTitle" idx="6"/>
          </p:nvPr>
        </p:nvSpPr>
        <p:spPr>
          <a:xfrm>
            <a:off x="4495800" y="3709867"/>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Tree>
    <p:extLst>
      <p:ext uri="{BB962C8B-B14F-4D97-AF65-F5344CB8AC3E}">
        <p14:creationId xmlns:p14="http://schemas.microsoft.com/office/powerpoint/2010/main" val="17037619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99"/>
        <p:cNvGrpSpPr/>
        <p:nvPr/>
      </p:nvGrpSpPr>
      <p:grpSpPr>
        <a:xfrm>
          <a:off x="0" y="0"/>
          <a:ext cx="0" cy="0"/>
          <a:chOff x="0" y="0"/>
          <a:chExt cx="0" cy="0"/>
        </a:xfrm>
      </p:grpSpPr>
      <p:sp>
        <p:nvSpPr>
          <p:cNvPr id="200" name="Google Shape;200;p28"/>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201" name="Google Shape;201;p28"/>
          <p:cNvSpPr txBox="1">
            <a:spLocks noGrp="1"/>
          </p:cNvSpPr>
          <p:nvPr>
            <p:ph type="subTitle" idx="1"/>
          </p:nvPr>
        </p:nvSpPr>
        <p:spPr>
          <a:xfrm>
            <a:off x="1154167"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02" name="Google Shape;202;p28"/>
          <p:cNvSpPr txBox="1">
            <a:spLocks noGrp="1"/>
          </p:cNvSpPr>
          <p:nvPr>
            <p:ph type="subTitle" idx="2"/>
          </p:nvPr>
        </p:nvSpPr>
        <p:spPr>
          <a:xfrm>
            <a:off x="1154167"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03" name="Google Shape;203;p28"/>
          <p:cNvSpPr txBox="1">
            <a:spLocks noGrp="1"/>
          </p:cNvSpPr>
          <p:nvPr>
            <p:ph type="subTitle" idx="3"/>
          </p:nvPr>
        </p:nvSpPr>
        <p:spPr>
          <a:xfrm>
            <a:off x="8021033"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04" name="Google Shape;204;p28"/>
          <p:cNvSpPr txBox="1">
            <a:spLocks noGrp="1"/>
          </p:cNvSpPr>
          <p:nvPr>
            <p:ph type="subTitle" idx="4"/>
          </p:nvPr>
        </p:nvSpPr>
        <p:spPr>
          <a:xfrm>
            <a:off x="8021033"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05" name="Google Shape;205;p28"/>
          <p:cNvSpPr txBox="1">
            <a:spLocks noGrp="1"/>
          </p:cNvSpPr>
          <p:nvPr>
            <p:ph type="subTitle" idx="5"/>
          </p:nvPr>
        </p:nvSpPr>
        <p:spPr>
          <a:xfrm>
            <a:off x="4587600"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06" name="Google Shape;206;p28"/>
          <p:cNvSpPr txBox="1">
            <a:spLocks noGrp="1"/>
          </p:cNvSpPr>
          <p:nvPr>
            <p:ph type="subTitle" idx="6"/>
          </p:nvPr>
        </p:nvSpPr>
        <p:spPr>
          <a:xfrm>
            <a:off x="4587600"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07" name="Google Shape;207;p28"/>
          <p:cNvSpPr/>
          <p:nvPr/>
        </p:nvSpPr>
        <p:spPr>
          <a:xfrm>
            <a:off x="0" y="6501367"/>
            <a:ext cx="121920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8" name="Google Shape;208;p28"/>
          <p:cNvGrpSpPr/>
          <p:nvPr/>
        </p:nvGrpSpPr>
        <p:grpSpPr>
          <a:xfrm>
            <a:off x="378400" y="-64"/>
            <a:ext cx="11813600" cy="6679831"/>
            <a:chOff x="283800" y="-48"/>
            <a:chExt cx="8860200" cy="5009873"/>
          </a:xfrm>
        </p:grpSpPr>
        <p:cxnSp>
          <p:nvCxnSpPr>
            <p:cNvPr id="209" name="Google Shape;209;p28"/>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210" name="Google Shape;210;p28"/>
            <p:cNvCxnSpPr/>
            <p:nvPr/>
          </p:nvCxnSpPr>
          <p:spPr>
            <a:xfrm rot="10800000">
              <a:off x="283800" y="-48"/>
              <a:ext cx="0" cy="2919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6953836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11"/>
        <p:cNvGrpSpPr/>
        <p:nvPr/>
      </p:nvGrpSpPr>
      <p:grpSpPr>
        <a:xfrm>
          <a:off x="0" y="0"/>
          <a:ext cx="0" cy="0"/>
          <a:chOff x="0" y="0"/>
          <a:chExt cx="0" cy="0"/>
        </a:xfrm>
      </p:grpSpPr>
      <p:sp>
        <p:nvSpPr>
          <p:cNvPr id="212" name="Google Shape;212;p29"/>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213" name="Google Shape;213;p29"/>
          <p:cNvSpPr txBox="1">
            <a:spLocks noGrp="1"/>
          </p:cNvSpPr>
          <p:nvPr>
            <p:ph type="subTitle" idx="1"/>
          </p:nvPr>
        </p:nvSpPr>
        <p:spPr>
          <a:xfrm>
            <a:off x="2503000" y="2466669"/>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14" name="Google Shape;214;p29"/>
          <p:cNvSpPr txBox="1">
            <a:spLocks noGrp="1"/>
          </p:cNvSpPr>
          <p:nvPr>
            <p:ph type="subTitle" idx="2"/>
          </p:nvPr>
        </p:nvSpPr>
        <p:spPr>
          <a:xfrm>
            <a:off x="2503000" y="1833600"/>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15" name="Google Shape;215;p29"/>
          <p:cNvSpPr txBox="1">
            <a:spLocks noGrp="1"/>
          </p:cNvSpPr>
          <p:nvPr>
            <p:ph type="subTitle" idx="3"/>
          </p:nvPr>
        </p:nvSpPr>
        <p:spPr>
          <a:xfrm>
            <a:off x="2503000" y="4687468"/>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16" name="Google Shape;216;p29"/>
          <p:cNvSpPr txBox="1">
            <a:spLocks noGrp="1"/>
          </p:cNvSpPr>
          <p:nvPr>
            <p:ph type="subTitle" idx="4"/>
          </p:nvPr>
        </p:nvSpPr>
        <p:spPr>
          <a:xfrm>
            <a:off x="2503000" y="4054399"/>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17" name="Google Shape;217;p29"/>
          <p:cNvSpPr txBox="1">
            <a:spLocks noGrp="1"/>
          </p:cNvSpPr>
          <p:nvPr>
            <p:ph type="subTitle" idx="5"/>
          </p:nvPr>
        </p:nvSpPr>
        <p:spPr>
          <a:xfrm>
            <a:off x="8149433" y="2466669"/>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18" name="Google Shape;218;p29"/>
          <p:cNvSpPr txBox="1">
            <a:spLocks noGrp="1"/>
          </p:cNvSpPr>
          <p:nvPr>
            <p:ph type="subTitle" idx="6"/>
          </p:nvPr>
        </p:nvSpPr>
        <p:spPr>
          <a:xfrm>
            <a:off x="8149433" y="1833600"/>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19" name="Google Shape;219;p29"/>
          <p:cNvSpPr txBox="1">
            <a:spLocks noGrp="1"/>
          </p:cNvSpPr>
          <p:nvPr>
            <p:ph type="subTitle" idx="7"/>
          </p:nvPr>
        </p:nvSpPr>
        <p:spPr>
          <a:xfrm>
            <a:off x="8149433" y="4687468"/>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20" name="Google Shape;220;p29"/>
          <p:cNvSpPr txBox="1">
            <a:spLocks noGrp="1"/>
          </p:cNvSpPr>
          <p:nvPr>
            <p:ph type="subTitle" idx="8"/>
          </p:nvPr>
        </p:nvSpPr>
        <p:spPr>
          <a:xfrm>
            <a:off x="8149433" y="4054399"/>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21" name="Google Shape;221;p29"/>
          <p:cNvSpPr/>
          <p:nvPr/>
        </p:nvSpPr>
        <p:spPr>
          <a:xfrm flipH="1">
            <a:off x="1181360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222" name="Google Shape;222;p29"/>
          <p:cNvCxnSpPr/>
          <p:nvPr/>
        </p:nvCxnSpPr>
        <p:spPr>
          <a:xfrm rot="10800000">
            <a:off x="12002800" y="-35"/>
            <a:ext cx="0" cy="527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9586494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223"/>
        <p:cNvGrpSpPr/>
        <p:nvPr/>
      </p:nvGrpSpPr>
      <p:grpSpPr>
        <a:xfrm>
          <a:off x="0" y="0"/>
          <a:ext cx="0" cy="0"/>
          <a:chOff x="0" y="0"/>
          <a:chExt cx="0" cy="0"/>
        </a:xfrm>
      </p:grpSpPr>
      <p:sp>
        <p:nvSpPr>
          <p:cNvPr id="224" name="Google Shape;224;p30"/>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225" name="Google Shape;225;p30"/>
          <p:cNvSpPr txBox="1">
            <a:spLocks noGrp="1"/>
          </p:cNvSpPr>
          <p:nvPr>
            <p:ph type="subTitle" idx="1"/>
          </p:nvPr>
        </p:nvSpPr>
        <p:spPr>
          <a:xfrm>
            <a:off x="9510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26" name="Google Shape;226;p30"/>
          <p:cNvSpPr txBox="1">
            <a:spLocks noGrp="1"/>
          </p:cNvSpPr>
          <p:nvPr>
            <p:ph type="subTitle" idx="2"/>
          </p:nvPr>
        </p:nvSpPr>
        <p:spPr>
          <a:xfrm>
            <a:off x="9510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27" name="Google Shape;227;p30"/>
          <p:cNvSpPr txBox="1">
            <a:spLocks noGrp="1"/>
          </p:cNvSpPr>
          <p:nvPr>
            <p:ph type="subTitle" idx="3"/>
          </p:nvPr>
        </p:nvSpPr>
        <p:spPr>
          <a:xfrm>
            <a:off x="80406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28" name="Google Shape;228;p30"/>
          <p:cNvSpPr txBox="1">
            <a:spLocks noGrp="1"/>
          </p:cNvSpPr>
          <p:nvPr>
            <p:ph type="subTitle" idx="4"/>
          </p:nvPr>
        </p:nvSpPr>
        <p:spPr>
          <a:xfrm>
            <a:off x="80406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29" name="Google Shape;229;p30"/>
          <p:cNvSpPr txBox="1">
            <a:spLocks noGrp="1"/>
          </p:cNvSpPr>
          <p:nvPr>
            <p:ph type="subTitle" idx="5"/>
          </p:nvPr>
        </p:nvSpPr>
        <p:spPr>
          <a:xfrm>
            <a:off x="44958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30" name="Google Shape;230;p30"/>
          <p:cNvSpPr txBox="1">
            <a:spLocks noGrp="1"/>
          </p:cNvSpPr>
          <p:nvPr>
            <p:ph type="subTitle" idx="6"/>
          </p:nvPr>
        </p:nvSpPr>
        <p:spPr>
          <a:xfrm>
            <a:off x="44958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31" name="Google Shape;231;p30"/>
          <p:cNvSpPr txBox="1">
            <a:spLocks noGrp="1"/>
          </p:cNvSpPr>
          <p:nvPr>
            <p:ph type="subTitle" idx="7"/>
          </p:nvPr>
        </p:nvSpPr>
        <p:spPr>
          <a:xfrm>
            <a:off x="2723375"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32" name="Google Shape;232;p30"/>
          <p:cNvSpPr txBox="1">
            <a:spLocks noGrp="1"/>
          </p:cNvSpPr>
          <p:nvPr>
            <p:ph type="subTitle" idx="8"/>
          </p:nvPr>
        </p:nvSpPr>
        <p:spPr>
          <a:xfrm>
            <a:off x="2723375"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33" name="Google Shape;233;p30"/>
          <p:cNvSpPr txBox="1">
            <a:spLocks noGrp="1"/>
          </p:cNvSpPr>
          <p:nvPr>
            <p:ph type="subTitle" idx="9"/>
          </p:nvPr>
        </p:nvSpPr>
        <p:spPr>
          <a:xfrm>
            <a:off x="6268225"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34" name="Google Shape;234;p30"/>
          <p:cNvSpPr txBox="1">
            <a:spLocks noGrp="1"/>
          </p:cNvSpPr>
          <p:nvPr>
            <p:ph type="subTitle" idx="13"/>
          </p:nvPr>
        </p:nvSpPr>
        <p:spPr>
          <a:xfrm>
            <a:off x="6268225"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35" name="Google Shape;235;p30"/>
          <p:cNvSpPr/>
          <p:nvPr/>
        </p:nvSpPr>
        <p:spPr>
          <a:xfrm>
            <a:off x="0" y="6501367"/>
            <a:ext cx="112408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36" name="Google Shape;236;p30"/>
          <p:cNvGrpSpPr/>
          <p:nvPr/>
        </p:nvGrpSpPr>
        <p:grpSpPr>
          <a:xfrm flipH="1">
            <a:off x="378400" y="-5466"/>
            <a:ext cx="11435200" cy="6863500"/>
            <a:chOff x="283800" y="-4100"/>
            <a:chExt cx="8576400" cy="5147625"/>
          </a:xfrm>
        </p:grpSpPr>
        <p:cxnSp>
          <p:nvCxnSpPr>
            <p:cNvPr id="237" name="Google Shape;237;p30"/>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38" name="Google Shape;238;p30"/>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8663577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39"/>
        <p:cNvGrpSpPr/>
        <p:nvPr/>
      </p:nvGrpSpPr>
      <p:grpSpPr>
        <a:xfrm>
          <a:off x="0" y="0"/>
          <a:ext cx="0" cy="0"/>
          <a:chOff x="0" y="0"/>
          <a:chExt cx="0" cy="0"/>
        </a:xfrm>
      </p:grpSpPr>
      <p:sp>
        <p:nvSpPr>
          <p:cNvPr id="240" name="Google Shape;240;p31"/>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241" name="Google Shape;241;p31"/>
          <p:cNvSpPr txBox="1">
            <a:spLocks noGrp="1"/>
          </p:cNvSpPr>
          <p:nvPr>
            <p:ph type="subTitle" idx="1"/>
          </p:nvPr>
        </p:nvSpPr>
        <p:spPr>
          <a:xfrm>
            <a:off x="950992"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2" name="Google Shape;242;p31"/>
          <p:cNvSpPr txBox="1">
            <a:spLocks noGrp="1"/>
          </p:cNvSpPr>
          <p:nvPr>
            <p:ph type="subTitle" idx="2"/>
          </p:nvPr>
        </p:nvSpPr>
        <p:spPr>
          <a:xfrm>
            <a:off x="950992"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3" name="Google Shape;243;p31"/>
          <p:cNvSpPr txBox="1">
            <a:spLocks noGrp="1"/>
          </p:cNvSpPr>
          <p:nvPr>
            <p:ph type="subTitle" idx="3"/>
          </p:nvPr>
        </p:nvSpPr>
        <p:spPr>
          <a:xfrm>
            <a:off x="8040608"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4" name="Google Shape;244;p31"/>
          <p:cNvSpPr txBox="1">
            <a:spLocks noGrp="1"/>
          </p:cNvSpPr>
          <p:nvPr>
            <p:ph type="subTitle" idx="4"/>
          </p:nvPr>
        </p:nvSpPr>
        <p:spPr>
          <a:xfrm>
            <a:off x="8040608"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5" name="Google Shape;245;p31"/>
          <p:cNvSpPr txBox="1">
            <a:spLocks noGrp="1"/>
          </p:cNvSpPr>
          <p:nvPr>
            <p:ph type="subTitle" idx="5"/>
          </p:nvPr>
        </p:nvSpPr>
        <p:spPr>
          <a:xfrm>
            <a:off x="44958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6" name="Google Shape;246;p31"/>
          <p:cNvSpPr txBox="1">
            <a:spLocks noGrp="1"/>
          </p:cNvSpPr>
          <p:nvPr>
            <p:ph type="subTitle" idx="6"/>
          </p:nvPr>
        </p:nvSpPr>
        <p:spPr>
          <a:xfrm>
            <a:off x="44958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7" name="Google Shape;247;p31"/>
          <p:cNvSpPr txBox="1">
            <a:spLocks noGrp="1"/>
          </p:cNvSpPr>
          <p:nvPr>
            <p:ph type="subTitle" idx="7"/>
          </p:nvPr>
        </p:nvSpPr>
        <p:spPr>
          <a:xfrm>
            <a:off x="950992"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8" name="Google Shape;248;p31"/>
          <p:cNvSpPr txBox="1">
            <a:spLocks noGrp="1"/>
          </p:cNvSpPr>
          <p:nvPr>
            <p:ph type="subTitle" idx="8"/>
          </p:nvPr>
        </p:nvSpPr>
        <p:spPr>
          <a:xfrm>
            <a:off x="950992"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9" name="Google Shape;249;p31"/>
          <p:cNvSpPr txBox="1">
            <a:spLocks noGrp="1"/>
          </p:cNvSpPr>
          <p:nvPr>
            <p:ph type="subTitle" idx="9"/>
          </p:nvPr>
        </p:nvSpPr>
        <p:spPr>
          <a:xfrm>
            <a:off x="4495800"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50" name="Google Shape;250;p31"/>
          <p:cNvSpPr txBox="1">
            <a:spLocks noGrp="1"/>
          </p:cNvSpPr>
          <p:nvPr>
            <p:ph type="subTitle" idx="13"/>
          </p:nvPr>
        </p:nvSpPr>
        <p:spPr>
          <a:xfrm>
            <a:off x="4495800"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51" name="Google Shape;251;p31"/>
          <p:cNvSpPr txBox="1">
            <a:spLocks noGrp="1"/>
          </p:cNvSpPr>
          <p:nvPr>
            <p:ph type="subTitle" idx="14"/>
          </p:nvPr>
        </p:nvSpPr>
        <p:spPr>
          <a:xfrm>
            <a:off x="8040608"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52" name="Google Shape;252;p31"/>
          <p:cNvSpPr txBox="1">
            <a:spLocks noGrp="1"/>
          </p:cNvSpPr>
          <p:nvPr>
            <p:ph type="subTitle" idx="15"/>
          </p:nvPr>
        </p:nvSpPr>
        <p:spPr>
          <a:xfrm>
            <a:off x="8040608"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53" name="Google Shape;253;p31"/>
          <p:cNvSpPr/>
          <p:nvPr/>
        </p:nvSpPr>
        <p:spPr>
          <a:xfrm rot="10800000" flipH="1">
            <a:off x="33" y="-35"/>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4" name="Google Shape;254;p31"/>
          <p:cNvGrpSpPr/>
          <p:nvPr/>
        </p:nvGrpSpPr>
        <p:grpSpPr>
          <a:xfrm rot="10800000" flipH="1">
            <a:off x="189233" y="356600"/>
            <a:ext cx="12002600" cy="6501400"/>
            <a:chOff x="141900" y="-26"/>
            <a:chExt cx="9001950" cy="4876050"/>
          </a:xfrm>
        </p:grpSpPr>
        <p:cxnSp>
          <p:nvCxnSpPr>
            <p:cNvPr id="255" name="Google Shape;255;p31"/>
            <p:cNvCxnSpPr/>
            <p:nvPr/>
          </p:nvCxnSpPr>
          <p:spPr>
            <a:xfrm>
              <a:off x="7907850" y="4876024"/>
              <a:ext cx="1236000" cy="0"/>
            </a:xfrm>
            <a:prstGeom prst="straightConnector1">
              <a:avLst/>
            </a:prstGeom>
            <a:noFill/>
            <a:ln w="9525" cap="flat" cmpd="sng">
              <a:solidFill>
                <a:schemeClr val="dk1"/>
              </a:solidFill>
              <a:prstDash val="solid"/>
              <a:round/>
              <a:headEnd type="none" w="med" len="med"/>
              <a:tailEnd type="none" w="med" len="med"/>
            </a:ln>
          </p:spPr>
        </p:cxnSp>
        <p:cxnSp>
          <p:nvCxnSpPr>
            <p:cNvPr id="256" name="Google Shape;256;p31"/>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6445849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57"/>
        <p:cNvGrpSpPr/>
        <p:nvPr/>
      </p:nvGrpSpPr>
      <p:grpSpPr>
        <a:xfrm>
          <a:off x="0" y="0"/>
          <a:ext cx="0" cy="0"/>
          <a:chOff x="0" y="0"/>
          <a:chExt cx="0" cy="0"/>
        </a:xfrm>
      </p:grpSpPr>
      <p:sp>
        <p:nvSpPr>
          <p:cNvPr id="258" name="Google Shape;258;p32"/>
          <p:cNvSpPr txBox="1">
            <a:spLocks noGrp="1"/>
          </p:cNvSpPr>
          <p:nvPr>
            <p:ph type="title"/>
          </p:nvPr>
        </p:nvSpPr>
        <p:spPr>
          <a:xfrm>
            <a:off x="3539600" y="707000"/>
            <a:ext cx="5112800" cy="1477600"/>
          </a:xfrm>
          <a:prstGeom prst="rect">
            <a:avLst/>
          </a:prstGeom>
        </p:spPr>
        <p:txBody>
          <a:bodyPr spcFirstLastPara="1" wrap="square" lIns="91425" tIns="91425" rIns="91425" bIns="91425" anchor="t" anchorCtr="0">
            <a:noAutofit/>
          </a:bodyPr>
          <a:lstStyle>
            <a:lvl1pPr lvl="0">
              <a:spcBef>
                <a:spcPts val="0"/>
              </a:spcBef>
              <a:spcAft>
                <a:spcPts val="0"/>
              </a:spcAft>
              <a:buSzPts val="7200"/>
              <a:buNone/>
              <a:defRPr sz="54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7200"/>
              <a:buNone/>
              <a:defRPr sz="9600"/>
            </a:lvl2pPr>
            <a:lvl3pPr lvl="2">
              <a:spcBef>
                <a:spcPts val="0"/>
              </a:spcBef>
              <a:spcAft>
                <a:spcPts val="0"/>
              </a:spcAft>
              <a:buSzPts val="7200"/>
              <a:buNone/>
              <a:defRPr sz="9600"/>
            </a:lvl3pPr>
            <a:lvl4pPr lvl="3">
              <a:spcBef>
                <a:spcPts val="0"/>
              </a:spcBef>
              <a:spcAft>
                <a:spcPts val="0"/>
              </a:spcAft>
              <a:buSzPts val="7200"/>
              <a:buNone/>
              <a:defRPr sz="9600"/>
            </a:lvl4pPr>
            <a:lvl5pPr lvl="4">
              <a:spcBef>
                <a:spcPts val="0"/>
              </a:spcBef>
              <a:spcAft>
                <a:spcPts val="0"/>
              </a:spcAft>
              <a:buSzPts val="7200"/>
              <a:buNone/>
              <a:defRPr sz="9600"/>
            </a:lvl5pPr>
            <a:lvl6pPr lvl="5">
              <a:spcBef>
                <a:spcPts val="0"/>
              </a:spcBef>
              <a:spcAft>
                <a:spcPts val="0"/>
              </a:spcAft>
              <a:buSzPts val="7200"/>
              <a:buNone/>
              <a:defRPr sz="9600"/>
            </a:lvl6pPr>
            <a:lvl7pPr lvl="6">
              <a:spcBef>
                <a:spcPts val="0"/>
              </a:spcBef>
              <a:spcAft>
                <a:spcPts val="0"/>
              </a:spcAft>
              <a:buSzPts val="7200"/>
              <a:buNone/>
              <a:defRPr sz="9600"/>
            </a:lvl7pPr>
            <a:lvl8pPr lvl="7">
              <a:spcBef>
                <a:spcPts val="0"/>
              </a:spcBef>
              <a:spcAft>
                <a:spcPts val="0"/>
              </a:spcAft>
              <a:buSzPts val="7200"/>
              <a:buNone/>
              <a:defRPr sz="9600"/>
            </a:lvl8pPr>
            <a:lvl9pPr lvl="8">
              <a:spcBef>
                <a:spcPts val="0"/>
              </a:spcBef>
              <a:spcAft>
                <a:spcPts val="0"/>
              </a:spcAft>
              <a:buSzPts val="7200"/>
              <a:buNone/>
              <a:defRPr sz="9600"/>
            </a:lvl9pPr>
          </a:lstStyle>
          <a:p>
            <a:r>
              <a:rPr lang="ja-JP" altLang="en-US"/>
              <a:t>マスター タイトルの書式設定</a:t>
            </a:r>
            <a:endParaRPr dirty="0"/>
          </a:p>
        </p:txBody>
      </p:sp>
      <p:sp>
        <p:nvSpPr>
          <p:cNvPr id="259" name="Google Shape;259;p32"/>
          <p:cNvSpPr txBox="1">
            <a:spLocks noGrp="1"/>
          </p:cNvSpPr>
          <p:nvPr>
            <p:ph type="subTitle" idx="1"/>
          </p:nvPr>
        </p:nvSpPr>
        <p:spPr>
          <a:xfrm>
            <a:off x="3539600" y="3122875"/>
            <a:ext cx="5112800" cy="129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50"/>
              <a:buNone/>
              <a:defRPr sz="2067" b="1">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650"/>
              <a:buNone/>
              <a:defRPr sz="2200" b="1"/>
            </a:lvl2pPr>
            <a:lvl3pPr lvl="2" algn="ctr" rtl="0">
              <a:lnSpc>
                <a:spcPct val="115000"/>
              </a:lnSpc>
              <a:spcBef>
                <a:spcPts val="0"/>
              </a:spcBef>
              <a:spcAft>
                <a:spcPts val="0"/>
              </a:spcAft>
              <a:buSzPts val="1650"/>
              <a:buNone/>
              <a:defRPr sz="2200" b="1"/>
            </a:lvl3pPr>
            <a:lvl4pPr lvl="3" algn="ctr" rtl="0">
              <a:lnSpc>
                <a:spcPct val="115000"/>
              </a:lnSpc>
              <a:spcBef>
                <a:spcPts val="0"/>
              </a:spcBef>
              <a:spcAft>
                <a:spcPts val="0"/>
              </a:spcAft>
              <a:buSzPts val="1650"/>
              <a:buNone/>
              <a:defRPr sz="2200" b="1"/>
            </a:lvl4pPr>
            <a:lvl5pPr lvl="4" algn="ctr" rtl="0">
              <a:lnSpc>
                <a:spcPct val="115000"/>
              </a:lnSpc>
              <a:spcBef>
                <a:spcPts val="0"/>
              </a:spcBef>
              <a:spcAft>
                <a:spcPts val="0"/>
              </a:spcAft>
              <a:buSzPts val="1650"/>
              <a:buNone/>
              <a:defRPr sz="2200" b="1"/>
            </a:lvl5pPr>
            <a:lvl6pPr lvl="5" algn="ctr" rtl="0">
              <a:lnSpc>
                <a:spcPct val="115000"/>
              </a:lnSpc>
              <a:spcBef>
                <a:spcPts val="0"/>
              </a:spcBef>
              <a:spcAft>
                <a:spcPts val="0"/>
              </a:spcAft>
              <a:buSzPts val="1650"/>
              <a:buNone/>
              <a:defRPr sz="2200" b="1"/>
            </a:lvl6pPr>
            <a:lvl7pPr lvl="6" algn="ctr" rtl="0">
              <a:lnSpc>
                <a:spcPct val="115000"/>
              </a:lnSpc>
              <a:spcBef>
                <a:spcPts val="0"/>
              </a:spcBef>
              <a:spcAft>
                <a:spcPts val="0"/>
              </a:spcAft>
              <a:buSzPts val="1650"/>
              <a:buNone/>
              <a:defRPr sz="2200" b="1"/>
            </a:lvl7pPr>
            <a:lvl8pPr lvl="7" algn="ctr" rtl="0">
              <a:lnSpc>
                <a:spcPct val="115000"/>
              </a:lnSpc>
              <a:spcBef>
                <a:spcPts val="0"/>
              </a:spcBef>
              <a:spcAft>
                <a:spcPts val="0"/>
              </a:spcAft>
              <a:buSzPts val="1650"/>
              <a:buNone/>
              <a:defRPr sz="2200" b="1"/>
            </a:lvl8pPr>
            <a:lvl9pPr lvl="8" algn="ctr" rtl="0">
              <a:lnSpc>
                <a:spcPct val="115000"/>
              </a:lnSpc>
              <a:spcBef>
                <a:spcPts val="0"/>
              </a:spcBef>
              <a:spcAft>
                <a:spcPts val="0"/>
              </a:spcAft>
              <a:buSzPts val="1650"/>
              <a:buNone/>
              <a:defRPr sz="2200" b="1"/>
            </a:lvl9pPr>
          </a:lstStyle>
          <a:p>
            <a:r>
              <a:rPr lang="ja-JP" altLang="en-US"/>
              <a:t>マスター サブタイトルの書式設定</a:t>
            </a:r>
            <a:endParaRPr dirty="0"/>
          </a:p>
        </p:txBody>
      </p:sp>
      <p:sp>
        <p:nvSpPr>
          <p:cNvPr id="260" name="Google Shape;260;p32"/>
          <p:cNvSpPr txBox="1">
            <a:spLocks noGrp="1"/>
          </p:cNvSpPr>
          <p:nvPr>
            <p:ph type="subTitle" idx="2"/>
          </p:nvPr>
        </p:nvSpPr>
        <p:spPr>
          <a:xfrm>
            <a:off x="3539600" y="5482468"/>
            <a:ext cx="5112800" cy="451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300"/>
              <a:buNone/>
              <a:defRPr sz="1333">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300"/>
              <a:buNone/>
              <a:defRPr sz="1733" b="1"/>
            </a:lvl2pPr>
            <a:lvl3pPr lvl="2" algn="ctr" rtl="0">
              <a:lnSpc>
                <a:spcPct val="115000"/>
              </a:lnSpc>
              <a:spcBef>
                <a:spcPts val="0"/>
              </a:spcBef>
              <a:spcAft>
                <a:spcPts val="0"/>
              </a:spcAft>
              <a:buSzPts val="1300"/>
              <a:buNone/>
              <a:defRPr sz="1733" b="1"/>
            </a:lvl3pPr>
            <a:lvl4pPr lvl="3" algn="ctr" rtl="0">
              <a:lnSpc>
                <a:spcPct val="115000"/>
              </a:lnSpc>
              <a:spcBef>
                <a:spcPts val="0"/>
              </a:spcBef>
              <a:spcAft>
                <a:spcPts val="0"/>
              </a:spcAft>
              <a:buSzPts val="1300"/>
              <a:buNone/>
              <a:defRPr sz="1733" b="1"/>
            </a:lvl4pPr>
            <a:lvl5pPr lvl="4" algn="ctr" rtl="0">
              <a:lnSpc>
                <a:spcPct val="115000"/>
              </a:lnSpc>
              <a:spcBef>
                <a:spcPts val="0"/>
              </a:spcBef>
              <a:spcAft>
                <a:spcPts val="0"/>
              </a:spcAft>
              <a:buSzPts val="1300"/>
              <a:buNone/>
              <a:defRPr sz="1733" b="1"/>
            </a:lvl5pPr>
            <a:lvl6pPr lvl="5" algn="ctr" rtl="0">
              <a:lnSpc>
                <a:spcPct val="115000"/>
              </a:lnSpc>
              <a:spcBef>
                <a:spcPts val="0"/>
              </a:spcBef>
              <a:spcAft>
                <a:spcPts val="0"/>
              </a:spcAft>
              <a:buSzPts val="1300"/>
              <a:buNone/>
              <a:defRPr sz="1733" b="1"/>
            </a:lvl6pPr>
            <a:lvl7pPr lvl="6" algn="ctr" rtl="0">
              <a:lnSpc>
                <a:spcPct val="115000"/>
              </a:lnSpc>
              <a:spcBef>
                <a:spcPts val="0"/>
              </a:spcBef>
              <a:spcAft>
                <a:spcPts val="0"/>
              </a:spcAft>
              <a:buSzPts val="1300"/>
              <a:buNone/>
              <a:defRPr sz="1733" b="1"/>
            </a:lvl7pPr>
            <a:lvl8pPr lvl="7" algn="ctr" rtl="0">
              <a:lnSpc>
                <a:spcPct val="115000"/>
              </a:lnSpc>
              <a:spcBef>
                <a:spcPts val="0"/>
              </a:spcBef>
              <a:spcAft>
                <a:spcPts val="0"/>
              </a:spcAft>
              <a:buSzPts val="1300"/>
              <a:buNone/>
              <a:defRPr sz="1733" b="1"/>
            </a:lvl8pPr>
            <a:lvl9pPr lvl="8" algn="ctr" rtl="0">
              <a:lnSpc>
                <a:spcPct val="115000"/>
              </a:lnSpc>
              <a:spcBef>
                <a:spcPts val="0"/>
              </a:spcBef>
              <a:spcAft>
                <a:spcPts val="0"/>
              </a:spcAft>
              <a:buSzPts val="1300"/>
              <a:buNone/>
              <a:defRPr sz="1733" b="1"/>
            </a:lvl9pPr>
          </a:lstStyle>
          <a:p>
            <a:r>
              <a:rPr lang="ja-JP" altLang="en-US"/>
              <a:t>マスター サブタイトルの書式設定</a:t>
            </a:r>
            <a:endParaRPr dirty="0"/>
          </a:p>
        </p:txBody>
      </p:sp>
      <p:grpSp>
        <p:nvGrpSpPr>
          <p:cNvPr id="261" name="Google Shape;261;p32"/>
          <p:cNvGrpSpPr/>
          <p:nvPr/>
        </p:nvGrpSpPr>
        <p:grpSpPr>
          <a:xfrm>
            <a:off x="951584" y="3439200"/>
            <a:ext cx="11240651" cy="3418800"/>
            <a:chOff x="713688" y="2579400"/>
            <a:chExt cx="8430488" cy="2564100"/>
          </a:xfrm>
        </p:grpSpPr>
        <p:cxnSp>
          <p:nvCxnSpPr>
            <p:cNvPr id="262" name="Google Shape;262;p32"/>
            <p:cNvCxnSpPr/>
            <p:nvPr/>
          </p:nvCxnSpPr>
          <p:spPr>
            <a:xfrm>
              <a:off x="2839075" y="4876025"/>
              <a:ext cx="6305100" cy="0"/>
            </a:xfrm>
            <a:prstGeom prst="straightConnector1">
              <a:avLst/>
            </a:prstGeom>
            <a:noFill/>
            <a:ln w="9525" cap="flat" cmpd="sng">
              <a:solidFill>
                <a:schemeClr val="dk1"/>
              </a:solidFill>
              <a:prstDash val="solid"/>
              <a:round/>
              <a:headEnd type="none" w="med" len="med"/>
              <a:tailEnd type="none" w="med" len="med"/>
            </a:ln>
          </p:spPr>
        </p:cxnSp>
        <p:cxnSp>
          <p:nvCxnSpPr>
            <p:cNvPr id="263" name="Google Shape;263;p32"/>
            <p:cNvCxnSpPr/>
            <p:nvPr/>
          </p:nvCxnSpPr>
          <p:spPr>
            <a:xfrm rot="10800000">
              <a:off x="713688" y="2579400"/>
              <a:ext cx="0" cy="2564100"/>
            </a:xfrm>
            <a:prstGeom prst="straightConnector1">
              <a:avLst/>
            </a:prstGeom>
            <a:noFill/>
            <a:ln w="9525" cap="flat" cmpd="sng">
              <a:solidFill>
                <a:schemeClr val="dk1"/>
              </a:solidFill>
              <a:prstDash val="solid"/>
              <a:round/>
              <a:headEnd type="none" w="med" len="med"/>
              <a:tailEnd type="none" w="med" len="med"/>
            </a:ln>
          </p:spPr>
        </p:cxnSp>
      </p:grpSp>
      <p:sp>
        <p:nvSpPr>
          <p:cNvPr id="264" name="Google Shape;264;p32"/>
          <p:cNvSpPr txBox="1"/>
          <p:nvPr/>
        </p:nvSpPr>
        <p:spPr>
          <a:xfrm>
            <a:off x="3539600" y="4406129"/>
            <a:ext cx="5112800" cy="10588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0"/>
              </a:spcAft>
              <a:buSzPts val="1018"/>
              <a:buNone/>
            </a:pPr>
            <a:r>
              <a:rPr lang="en"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rPr>
              <a:t>Credits: This presentation template was created by </a:t>
            </a:r>
            <a:r>
              <a:rPr lang="en" sz="1600" b="1" u="sng"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hlinkClick r:id="rId2">
                  <a:extLst>
                    <a:ext uri="{A12FA001-AC4F-418D-AE19-62706E023703}">
                      <ahyp:hlinkClr xmlns:ahyp="http://schemas.microsoft.com/office/drawing/2018/hyperlinkcolor" val="tx"/>
                    </a:ext>
                  </a:extLst>
                </a:hlinkClick>
              </a:rPr>
              <a:t>Slidesgo</a:t>
            </a:r>
            <a:r>
              <a:rPr lang="en"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rPr>
              <a:t>, and includes icons, infographics &amp; images by </a:t>
            </a:r>
            <a:r>
              <a:rPr lang="en" sz="1600" b="1" u="sng"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hlinkClick r:id="rId3">
                  <a:extLst>
                    <a:ext uri="{A12FA001-AC4F-418D-AE19-62706E023703}">
                      <ahyp:hlinkClr xmlns:ahyp="http://schemas.microsoft.com/office/drawing/2018/hyperlinkcolor" val="tx"/>
                    </a:ext>
                  </a:extLst>
                </a:hlinkClick>
              </a:rPr>
              <a:t>Freepik</a:t>
            </a:r>
            <a:endParaRPr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endParaRPr>
          </a:p>
        </p:txBody>
      </p:sp>
    </p:spTree>
    <p:extLst>
      <p:ext uri="{BB962C8B-B14F-4D97-AF65-F5344CB8AC3E}">
        <p14:creationId xmlns:p14="http://schemas.microsoft.com/office/powerpoint/2010/main" val="30426829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65"/>
        <p:cNvGrpSpPr/>
        <p:nvPr/>
      </p:nvGrpSpPr>
      <p:grpSpPr>
        <a:xfrm>
          <a:off x="0" y="0"/>
          <a:ext cx="0" cy="0"/>
          <a:chOff x="0" y="0"/>
          <a:chExt cx="0" cy="0"/>
        </a:xfrm>
      </p:grpSpPr>
      <p:cxnSp>
        <p:nvCxnSpPr>
          <p:cNvPr id="266" name="Google Shape;266;p33"/>
          <p:cNvCxnSpPr/>
          <p:nvPr/>
        </p:nvCxnSpPr>
        <p:spPr>
          <a:xfrm rot="10800000">
            <a:off x="12002800" y="-133"/>
            <a:ext cx="0" cy="3536800"/>
          </a:xfrm>
          <a:prstGeom prst="straightConnector1">
            <a:avLst/>
          </a:prstGeom>
          <a:noFill/>
          <a:ln w="9525" cap="flat" cmpd="sng">
            <a:solidFill>
              <a:schemeClr val="dk1"/>
            </a:solidFill>
            <a:prstDash val="solid"/>
            <a:round/>
            <a:headEnd type="none" w="med" len="med"/>
            <a:tailEnd type="none" w="med" len="med"/>
          </a:ln>
        </p:spPr>
      </p:cxnSp>
      <p:sp>
        <p:nvSpPr>
          <p:cNvPr id="267" name="Google Shape;267;p33"/>
          <p:cNvSpPr/>
          <p:nvPr/>
        </p:nvSpPr>
        <p:spPr>
          <a:xfrm>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268" name="Google Shape;268;p33"/>
          <p:cNvCxnSpPr/>
          <p:nvPr/>
        </p:nvCxnSpPr>
        <p:spPr>
          <a:xfrm>
            <a:off x="5697600" y="6501367"/>
            <a:ext cx="6494400" cy="0"/>
          </a:xfrm>
          <a:prstGeom prst="straightConnector1">
            <a:avLst/>
          </a:prstGeom>
          <a:noFill/>
          <a:ln w="9525" cap="flat" cmpd="sng">
            <a:solidFill>
              <a:schemeClr val="dk1"/>
            </a:solidFill>
            <a:prstDash val="solid"/>
            <a:round/>
            <a:headEnd type="none" w="med" len="med"/>
            <a:tailEnd type="none" w="med" len="med"/>
          </a:ln>
        </p:spPr>
      </p:cxnSp>
      <p:cxnSp>
        <p:nvCxnSpPr>
          <p:cNvPr id="269" name="Google Shape;269;p33"/>
          <p:cNvCxnSpPr/>
          <p:nvPr/>
        </p:nvCxnSpPr>
        <p:spPr>
          <a:xfrm rot="10800000">
            <a:off x="948333" y="0"/>
            <a:ext cx="0" cy="550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4137904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70"/>
        <p:cNvGrpSpPr/>
        <p:nvPr/>
      </p:nvGrpSpPr>
      <p:grpSpPr>
        <a:xfrm>
          <a:off x="0" y="0"/>
          <a:ext cx="0" cy="0"/>
          <a:chOff x="0" y="0"/>
          <a:chExt cx="0" cy="0"/>
        </a:xfrm>
      </p:grpSpPr>
      <p:sp>
        <p:nvSpPr>
          <p:cNvPr id="271" name="Google Shape;271;p34"/>
          <p:cNvSpPr/>
          <p:nvPr/>
        </p:nvSpPr>
        <p:spPr>
          <a:xfrm rot="10800000">
            <a:off x="167" y="0"/>
            <a:ext cx="9556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72" name="Google Shape;272;p34"/>
          <p:cNvGrpSpPr/>
          <p:nvPr/>
        </p:nvGrpSpPr>
        <p:grpSpPr>
          <a:xfrm rot="10800000">
            <a:off x="0" y="484133"/>
            <a:ext cx="11813600" cy="6373867"/>
            <a:chOff x="283800" y="0"/>
            <a:chExt cx="8860200" cy="4780400"/>
          </a:xfrm>
        </p:grpSpPr>
        <p:cxnSp>
          <p:nvCxnSpPr>
            <p:cNvPr id="273" name="Google Shape;273;p34"/>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274" name="Google Shape;274;p34"/>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40238549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78"/>
        <p:cNvGrpSpPr/>
        <p:nvPr/>
      </p:nvGrpSpPr>
      <p:grpSpPr>
        <a:xfrm>
          <a:off x="0" y="0"/>
          <a:ext cx="0" cy="0"/>
          <a:chOff x="0" y="0"/>
          <a:chExt cx="0" cy="0"/>
        </a:xfrm>
      </p:grpSpPr>
    </p:spTree>
    <p:extLst>
      <p:ext uri="{BB962C8B-B14F-4D97-AF65-F5344CB8AC3E}">
        <p14:creationId xmlns:p14="http://schemas.microsoft.com/office/powerpoint/2010/main" val="17211160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79"/>
        <p:cNvGrpSpPr/>
        <p:nvPr/>
      </p:nvGrpSpPr>
      <p:grpSpPr>
        <a:xfrm>
          <a:off x="0" y="0"/>
          <a:ext cx="0" cy="0"/>
          <a:chOff x="0" y="0"/>
          <a:chExt cx="0" cy="0"/>
        </a:xfrm>
      </p:grpSpPr>
      <p:sp>
        <p:nvSpPr>
          <p:cNvPr id="280" name="Google Shape;280;p37"/>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ja-JP" altLang="en-US"/>
              <a:t>マスター タイトルの書式設定</a:t>
            </a:r>
            <a:endParaRPr/>
          </a:p>
        </p:txBody>
      </p:sp>
    </p:spTree>
    <p:extLst>
      <p:ext uri="{BB962C8B-B14F-4D97-AF65-F5344CB8AC3E}">
        <p14:creationId xmlns:p14="http://schemas.microsoft.com/office/powerpoint/2010/main" val="37593032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84"/>
        <p:cNvGrpSpPr/>
        <p:nvPr/>
      </p:nvGrpSpPr>
      <p:grpSpPr>
        <a:xfrm>
          <a:off x="0" y="0"/>
          <a:ext cx="0" cy="0"/>
          <a:chOff x="0" y="0"/>
          <a:chExt cx="0" cy="0"/>
        </a:xfrm>
      </p:grpSpPr>
    </p:spTree>
    <p:extLst>
      <p:ext uri="{BB962C8B-B14F-4D97-AF65-F5344CB8AC3E}">
        <p14:creationId xmlns:p14="http://schemas.microsoft.com/office/powerpoint/2010/main" val="41821182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85"/>
        <p:cNvGrpSpPr/>
        <p:nvPr/>
      </p:nvGrpSpPr>
      <p:grpSpPr>
        <a:xfrm>
          <a:off x="0" y="0"/>
          <a:ext cx="0" cy="0"/>
          <a:chOff x="0" y="0"/>
          <a:chExt cx="0" cy="0"/>
        </a:xfrm>
      </p:grpSpPr>
      <p:sp>
        <p:nvSpPr>
          <p:cNvPr id="286" name="Google Shape;286;p40"/>
          <p:cNvSpPr txBox="1">
            <a:spLocks noGrp="1"/>
          </p:cNvSpPr>
          <p:nvPr>
            <p:ph type="title"/>
          </p:nvPr>
        </p:nvSpPr>
        <p:spPr>
          <a:xfrm>
            <a:off x="955700" y="681200"/>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ja-JP" altLang="en-US"/>
              <a:t>マスター タイトルの書式設定</a:t>
            </a:r>
            <a:endParaRPr/>
          </a:p>
        </p:txBody>
      </p:sp>
    </p:spTree>
    <p:extLst>
      <p:ext uri="{BB962C8B-B14F-4D97-AF65-F5344CB8AC3E}">
        <p14:creationId xmlns:p14="http://schemas.microsoft.com/office/powerpoint/2010/main" val="480217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627533"/>
            <a:ext cx="10290000" cy="733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a:endParaRPr dirty="0"/>
          </a:p>
        </p:txBody>
      </p:sp>
      <p:sp>
        <p:nvSpPr>
          <p:cNvPr id="7" name="Google Shape;7;p1"/>
          <p:cNvSpPr txBox="1">
            <a:spLocks noGrp="1"/>
          </p:cNvSpPr>
          <p:nvPr>
            <p:ph type="body" idx="1"/>
          </p:nvPr>
        </p:nvSpPr>
        <p:spPr>
          <a:xfrm>
            <a:off x="950967" y="1729867"/>
            <a:ext cx="10290000" cy="4362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marL="914400" lvl="1"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marL="1371600" lvl="2"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marL="1828800" lvl="3"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marL="2286000" lvl="4"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marL="2743200" lvl="5"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marL="3200400" lvl="6"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marL="3657600" lvl="7"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marL="4114800" lvl="8" indent="-3175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a:endParaRPr dirty="0"/>
          </a:p>
        </p:txBody>
      </p:sp>
    </p:spTree>
    <p:extLst>
      <p:ext uri="{BB962C8B-B14F-4D97-AF65-F5344CB8AC3E}">
        <p14:creationId xmlns:p14="http://schemas.microsoft.com/office/powerpoint/2010/main" val="3260914719"/>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LINE Seed JP App_TTF Bold" panose="02020700000000000000" pitchFamily="18" charset="-128"/>
          <a:ea typeface="LINE Seed JP App_TTF Bold" panose="02020700000000000000" pitchFamily="18" charset="-128"/>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LINE Seed JP App_TTF Regular" panose="02020500000000000000" pitchFamily="18" charset="-128"/>
          <a:ea typeface="LINE Seed JP App_TTF Regular" panose="02020500000000000000" pitchFamily="18" charset="-128"/>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75"/>
        <p:cNvGrpSpPr/>
        <p:nvPr/>
      </p:nvGrpSpPr>
      <p:grpSpPr>
        <a:xfrm>
          <a:off x="0" y="0"/>
          <a:ext cx="0" cy="0"/>
          <a:chOff x="0" y="0"/>
          <a:chExt cx="0" cy="0"/>
        </a:xfrm>
      </p:grpSpPr>
      <p:sp>
        <p:nvSpPr>
          <p:cNvPr id="276" name="Google Shape;276;p3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77" name="Google Shape;277;p3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185251823"/>
      </p:ext>
    </p:extLst>
  </p:cSld>
  <p:clrMap bg1="lt1" tx1="dk1" bg2="dk2" tx2="lt2" accent1="accent1" accent2="accent2" accent3="accent3" accent4="accent4" accent5="accent5" accent6="accent6" hlink="hlink" folHlink="folHlink"/>
  <p:sldLayoutIdLst>
    <p:sldLayoutId id="2147483692" r:id="rId1"/>
    <p:sldLayoutId id="2147483693"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81"/>
        <p:cNvGrpSpPr/>
        <p:nvPr/>
      </p:nvGrpSpPr>
      <p:grpSpPr>
        <a:xfrm>
          <a:off x="0" y="0"/>
          <a:ext cx="0" cy="0"/>
          <a:chOff x="0" y="0"/>
          <a:chExt cx="0" cy="0"/>
        </a:xfrm>
      </p:grpSpPr>
      <p:sp>
        <p:nvSpPr>
          <p:cNvPr id="282" name="Google Shape;282;p38"/>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83" name="Google Shape;283;p38"/>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547802606"/>
      </p:ext>
    </p:extLst>
  </p:cSld>
  <p:clrMap bg1="lt1" tx1="dk1" bg2="dk2" tx2="lt2" accent1="accent1" accent2="accent2" accent3="accent3" accent4="accent4" accent5="accent5" accent6="accent6" hlink="hlink" folHlink="folHlink"/>
  <p:sldLayoutIdLst>
    <p:sldLayoutId id="2147483695" r:id="rId1"/>
    <p:sldLayoutId id="2147483696"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4D1C39-69DD-BE4A-F137-4C201245B9CA}"/>
              </a:ext>
            </a:extLst>
          </p:cNvPr>
          <p:cNvSpPr>
            <a:spLocks noGrp="1"/>
          </p:cNvSpPr>
          <p:nvPr>
            <p:ph type="ctrTitle"/>
          </p:nvPr>
        </p:nvSpPr>
        <p:spPr>
          <a:xfrm>
            <a:off x="950967" y="354169"/>
            <a:ext cx="8598718" cy="3958164"/>
          </a:xfrm>
        </p:spPr>
        <p:txBody>
          <a:bodyPr/>
          <a:lstStyle/>
          <a:p>
            <a:r>
              <a:rPr lang="ja-JP" altLang="ja-JP" dirty="0"/>
              <a:t>AI-Driven Slide </a:t>
            </a:r>
            <a:r>
              <a:rPr lang="ja-JP" altLang="ja-JP" b="1" dirty="0"/>
              <a:t>Navigation</a:t>
            </a:r>
            <a:r>
              <a:rPr lang="ja-JP" altLang="ja-JP" dirty="0"/>
              <a:t> for Inclusive Communication: A Semantic Understanding Approach</a:t>
            </a:r>
            <a:endParaRPr kumimoji="1" lang="ja-JP" altLang="en-US" dirty="0"/>
          </a:p>
        </p:txBody>
      </p:sp>
      <p:sp>
        <p:nvSpPr>
          <p:cNvPr id="3" name="字幕 2">
            <a:extLst>
              <a:ext uri="{FF2B5EF4-FFF2-40B4-BE49-F238E27FC236}">
                <a16:creationId xmlns:a16="http://schemas.microsoft.com/office/drawing/2014/main" id="{2E79F0C7-0FC8-5EDD-2496-EB2CB32B9BB4}"/>
              </a:ext>
            </a:extLst>
          </p:cNvPr>
          <p:cNvSpPr>
            <a:spLocks noGrp="1"/>
          </p:cNvSpPr>
          <p:nvPr>
            <p:ph type="subTitle" idx="1"/>
          </p:nvPr>
        </p:nvSpPr>
        <p:spPr/>
        <p:txBody>
          <a:bodyPr/>
          <a:lstStyle/>
          <a:p>
            <a:r>
              <a:rPr kumimoji="1" lang="en-US" altLang="ja-JP" dirty="0"/>
              <a:t>38414099</a:t>
            </a:r>
            <a:r>
              <a:rPr kumimoji="1" lang="ja-JP" altLang="en-US" dirty="0"/>
              <a:t>　　</a:t>
            </a:r>
            <a:r>
              <a:rPr kumimoji="1" lang="en-US" altLang="ja-JP" dirty="0"/>
              <a:t>Akira Shiraki</a:t>
            </a:r>
            <a:endParaRPr kumimoji="1" lang="ja-JP" altLang="en-US" dirty="0"/>
          </a:p>
        </p:txBody>
      </p:sp>
    </p:spTree>
    <p:extLst>
      <p:ext uri="{BB962C8B-B14F-4D97-AF65-F5344CB8AC3E}">
        <p14:creationId xmlns:p14="http://schemas.microsoft.com/office/powerpoint/2010/main" val="2751542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CE70285-9281-C285-0D39-477A997546E1}"/>
              </a:ext>
            </a:extLst>
          </p:cNvPr>
          <p:cNvSpPr>
            <a:spLocks noGrp="1"/>
          </p:cNvSpPr>
          <p:nvPr>
            <p:ph type="body" idx="1"/>
          </p:nvPr>
        </p:nvSpPr>
        <p:spPr>
          <a:xfrm>
            <a:off x="791941" y="1951149"/>
            <a:ext cx="5304059" cy="4279318"/>
          </a:xfrm>
        </p:spPr>
        <p:txBody>
          <a:bodyPr/>
          <a:lstStyle/>
          <a:p>
            <a:r>
              <a:rPr lang="ja-JP" altLang="ja-JP" dirty="0"/>
              <a:t>Human-Centered Society</a:t>
            </a:r>
          </a:p>
          <a:p>
            <a:r>
              <a:rPr lang="ja-JP" altLang="ja-JP" b="1" dirty="0"/>
              <a:t>Integrating Cyber &amp; Physical Spaces</a:t>
            </a:r>
          </a:p>
          <a:p>
            <a:r>
              <a:rPr lang="ja-JP" altLang="ja-JP" dirty="0"/>
              <a:t>Beyond Society 4.0 Burdens</a:t>
            </a:r>
          </a:p>
        </p:txBody>
      </p:sp>
      <p:sp>
        <p:nvSpPr>
          <p:cNvPr id="3" name="タイトル 2">
            <a:extLst>
              <a:ext uri="{FF2B5EF4-FFF2-40B4-BE49-F238E27FC236}">
                <a16:creationId xmlns:a16="http://schemas.microsoft.com/office/drawing/2014/main" id="{78BB021B-5D04-42DE-06B2-6C29A39DB08E}"/>
              </a:ext>
            </a:extLst>
          </p:cNvPr>
          <p:cNvSpPr>
            <a:spLocks noGrp="1"/>
          </p:cNvSpPr>
          <p:nvPr>
            <p:ph type="title"/>
          </p:nvPr>
        </p:nvSpPr>
        <p:spPr/>
        <p:txBody>
          <a:bodyPr/>
          <a:lstStyle/>
          <a:p>
            <a:r>
              <a:rPr lang="ja-JP" altLang="ja-JP" b="1" dirty="0"/>
              <a:t>The Vision of Society 5.0</a:t>
            </a:r>
            <a:endParaRPr kumimoji="1" lang="ja-JP" altLang="en-US" dirty="0"/>
          </a:p>
        </p:txBody>
      </p:sp>
      <p:pic>
        <p:nvPicPr>
          <p:cNvPr id="5" name="図 4" descr="Society 5.0 説明図">
            <a:extLst>
              <a:ext uri="{FF2B5EF4-FFF2-40B4-BE49-F238E27FC236}">
                <a16:creationId xmlns:a16="http://schemas.microsoft.com/office/drawing/2014/main" id="{E2C4E2F1-C5C8-410A-1AE1-DB4E96A4CC14}"/>
              </a:ext>
            </a:extLst>
          </p:cNvPr>
          <p:cNvPicPr>
            <a:picLocks noChangeAspect="1"/>
          </p:cNvPicPr>
          <p:nvPr/>
        </p:nvPicPr>
        <p:blipFill>
          <a:blip r:embed="rId3"/>
          <a:stretch>
            <a:fillRect/>
          </a:stretch>
        </p:blipFill>
        <p:spPr>
          <a:xfrm>
            <a:off x="5635487" y="1979011"/>
            <a:ext cx="6421170" cy="4444655"/>
          </a:xfrm>
          <a:prstGeom prst="rect">
            <a:avLst/>
          </a:prstGeom>
        </p:spPr>
      </p:pic>
    </p:spTree>
    <p:extLst>
      <p:ext uri="{BB962C8B-B14F-4D97-AF65-F5344CB8AC3E}">
        <p14:creationId xmlns:p14="http://schemas.microsoft.com/office/powerpoint/2010/main" val="3935890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92C36E6-4520-9C57-E76C-033E2D32F0DB}"/>
              </a:ext>
            </a:extLst>
          </p:cNvPr>
          <p:cNvSpPr>
            <a:spLocks noGrp="1"/>
          </p:cNvSpPr>
          <p:nvPr>
            <p:ph type="body" idx="1"/>
          </p:nvPr>
        </p:nvSpPr>
        <p:spPr>
          <a:xfrm>
            <a:off x="950967" y="1951149"/>
            <a:ext cx="5251050" cy="4279318"/>
          </a:xfrm>
        </p:spPr>
        <p:txBody>
          <a:bodyPr/>
          <a:lstStyle/>
          <a:p>
            <a:r>
              <a:rPr lang="ja-JP" altLang="ja-JP" dirty="0"/>
              <a:t>The "One-size-fits-all" Problem</a:t>
            </a:r>
          </a:p>
          <a:p>
            <a:r>
              <a:rPr lang="ja-JP" altLang="ja-JP" dirty="0"/>
              <a:t>Barriers for Diverse Presenters</a:t>
            </a:r>
          </a:p>
          <a:p>
            <a:r>
              <a:rPr lang="ja-JP" altLang="ja-JP" dirty="0"/>
              <a:t>Goal: "Leave No One Behind" (SDGs)</a:t>
            </a:r>
          </a:p>
        </p:txBody>
      </p:sp>
      <p:sp>
        <p:nvSpPr>
          <p:cNvPr id="3" name="タイトル 2">
            <a:extLst>
              <a:ext uri="{FF2B5EF4-FFF2-40B4-BE49-F238E27FC236}">
                <a16:creationId xmlns:a16="http://schemas.microsoft.com/office/drawing/2014/main" id="{9D389F4C-21CE-11C7-A1AE-4976169716B2}"/>
              </a:ext>
            </a:extLst>
          </p:cNvPr>
          <p:cNvSpPr>
            <a:spLocks noGrp="1"/>
          </p:cNvSpPr>
          <p:nvPr>
            <p:ph type="title"/>
          </p:nvPr>
        </p:nvSpPr>
        <p:spPr/>
        <p:txBody>
          <a:bodyPr/>
          <a:lstStyle/>
          <a:p>
            <a:r>
              <a:rPr lang="ja-JP" altLang="ja-JP" b="1" dirty="0"/>
              <a:t>Social Challenges</a:t>
            </a:r>
            <a:endParaRPr kumimoji="1" lang="ja-JP" altLang="en-US" dirty="0"/>
          </a:p>
        </p:txBody>
      </p:sp>
      <p:pic>
        <p:nvPicPr>
          <p:cNvPr id="4" name="図 3" descr="パソコンで作業をして困る人のピクトグラム Stock Vector | Adobe Stock">
            <a:extLst>
              <a:ext uri="{FF2B5EF4-FFF2-40B4-BE49-F238E27FC236}">
                <a16:creationId xmlns:a16="http://schemas.microsoft.com/office/drawing/2014/main" id="{256B7595-C59F-DE48-9875-AB94D2B277C3}"/>
              </a:ext>
            </a:extLst>
          </p:cNvPr>
          <p:cNvPicPr>
            <a:picLocks noChangeAspect="1"/>
          </p:cNvPicPr>
          <p:nvPr/>
        </p:nvPicPr>
        <p:blipFill>
          <a:blip r:embed="rId3"/>
          <a:stretch>
            <a:fillRect/>
          </a:stretch>
        </p:blipFill>
        <p:spPr>
          <a:xfrm>
            <a:off x="6317642" y="1464189"/>
            <a:ext cx="1561812" cy="1561812"/>
          </a:xfrm>
          <a:prstGeom prst="rect">
            <a:avLst/>
          </a:prstGeom>
        </p:spPr>
      </p:pic>
      <p:pic>
        <p:nvPicPr>
          <p:cNvPr id="5" name="図 4" descr="SDGsのロゴ | 国連広報センター">
            <a:extLst>
              <a:ext uri="{FF2B5EF4-FFF2-40B4-BE49-F238E27FC236}">
                <a16:creationId xmlns:a16="http://schemas.microsoft.com/office/drawing/2014/main" id="{96C1B9B7-4D7C-B091-06D8-6B42C685F456}"/>
              </a:ext>
            </a:extLst>
          </p:cNvPr>
          <p:cNvPicPr>
            <a:picLocks noChangeAspect="1"/>
          </p:cNvPicPr>
          <p:nvPr/>
        </p:nvPicPr>
        <p:blipFill>
          <a:blip r:embed="rId4"/>
          <a:stretch>
            <a:fillRect/>
          </a:stretch>
        </p:blipFill>
        <p:spPr>
          <a:xfrm>
            <a:off x="7166113" y="3129457"/>
            <a:ext cx="4661746" cy="3295709"/>
          </a:xfrm>
          <a:prstGeom prst="rect">
            <a:avLst/>
          </a:prstGeom>
        </p:spPr>
      </p:pic>
    </p:spTree>
    <p:extLst>
      <p:ext uri="{BB962C8B-B14F-4D97-AF65-F5344CB8AC3E}">
        <p14:creationId xmlns:p14="http://schemas.microsoft.com/office/powerpoint/2010/main" val="953956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646B268-C79F-4654-477C-459F836199B0}"/>
              </a:ext>
            </a:extLst>
          </p:cNvPr>
          <p:cNvSpPr>
            <a:spLocks noGrp="1"/>
          </p:cNvSpPr>
          <p:nvPr>
            <p:ph type="body" idx="1"/>
          </p:nvPr>
        </p:nvSpPr>
        <p:spPr/>
        <p:txBody>
          <a:bodyPr/>
          <a:lstStyle/>
          <a:p>
            <a:r>
              <a:rPr lang="ja-JP" altLang="ja-JP" dirty="0"/>
              <a:t>Bridging the Gap</a:t>
            </a:r>
          </a:p>
          <a:p>
            <a:r>
              <a:rPr lang="ja-JP" altLang="ja-JP" dirty="0"/>
              <a:t>Speech (Physical) → AI → Slide (Cyber)</a:t>
            </a:r>
          </a:p>
          <a:p>
            <a:r>
              <a:rPr lang="ja-JP" altLang="ja-JP" dirty="0"/>
              <a:t>Real-time Intent Recognition</a:t>
            </a:r>
          </a:p>
        </p:txBody>
      </p:sp>
      <p:sp>
        <p:nvSpPr>
          <p:cNvPr id="3" name="タイトル 2">
            <a:extLst>
              <a:ext uri="{FF2B5EF4-FFF2-40B4-BE49-F238E27FC236}">
                <a16:creationId xmlns:a16="http://schemas.microsoft.com/office/drawing/2014/main" id="{D4569D62-1CC2-1074-0795-F716131567DF}"/>
              </a:ext>
            </a:extLst>
          </p:cNvPr>
          <p:cNvSpPr>
            <a:spLocks noGrp="1"/>
          </p:cNvSpPr>
          <p:nvPr>
            <p:ph type="title"/>
          </p:nvPr>
        </p:nvSpPr>
        <p:spPr/>
        <p:txBody>
          <a:bodyPr/>
          <a:lstStyle/>
          <a:p>
            <a:r>
              <a:rPr lang="ja-JP" altLang="ja-JP" dirty="0"/>
              <a:t>Research Overview</a:t>
            </a:r>
            <a:br>
              <a:rPr lang="ja-JP" altLang="ja-JP" dirty="0"/>
            </a:br>
            <a:endParaRPr kumimoji="1" lang="ja-JP" altLang="en-US" dirty="0"/>
          </a:p>
        </p:txBody>
      </p:sp>
      <p:pic>
        <p:nvPicPr>
          <p:cNvPr id="5" name="図 4">
            <a:extLst>
              <a:ext uri="{FF2B5EF4-FFF2-40B4-BE49-F238E27FC236}">
                <a16:creationId xmlns:a16="http://schemas.microsoft.com/office/drawing/2014/main" id="{79D3AF17-713A-F1A2-3EEB-CEFD403F8F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2669" y="3031434"/>
            <a:ext cx="3429000" cy="3429000"/>
          </a:xfrm>
          <a:prstGeom prst="rect">
            <a:avLst/>
          </a:prstGeom>
        </p:spPr>
      </p:pic>
    </p:spTree>
    <p:extLst>
      <p:ext uri="{BB962C8B-B14F-4D97-AF65-F5344CB8AC3E}">
        <p14:creationId xmlns:p14="http://schemas.microsoft.com/office/powerpoint/2010/main" val="489597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DD9DA85-D4BB-32D8-EC1E-FD59DA9562E8}"/>
              </a:ext>
            </a:extLst>
          </p:cNvPr>
          <p:cNvSpPr>
            <a:spLocks noGrp="1"/>
          </p:cNvSpPr>
          <p:nvPr>
            <p:ph type="body" idx="1"/>
          </p:nvPr>
        </p:nvSpPr>
        <p:spPr>
          <a:xfrm>
            <a:off x="950967" y="1951149"/>
            <a:ext cx="5221233" cy="4279318"/>
          </a:xfrm>
        </p:spPr>
        <p:txBody>
          <a:bodyPr/>
          <a:lstStyle/>
          <a:p>
            <a:r>
              <a:rPr lang="ja-JP" altLang="ja-JP" dirty="0"/>
              <a:t>Applying "Gendered Innovations"</a:t>
            </a:r>
          </a:p>
          <a:p>
            <a:r>
              <a:rPr lang="ja-JP" altLang="ja-JP" dirty="0"/>
              <a:t>Beyond "Standard" Physical Ability</a:t>
            </a:r>
          </a:p>
          <a:p>
            <a:r>
              <a:rPr lang="ja-JP" altLang="ja-JP" dirty="0"/>
              <a:t>Empowering Every Speaker</a:t>
            </a:r>
          </a:p>
        </p:txBody>
      </p:sp>
      <p:sp>
        <p:nvSpPr>
          <p:cNvPr id="3" name="タイトル 2">
            <a:extLst>
              <a:ext uri="{FF2B5EF4-FFF2-40B4-BE49-F238E27FC236}">
                <a16:creationId xmlns:a16="http://schemas.microsoft.com/office/drawing/2014/main" id="{92A519B3-D333-C3FD-0A8E-5482F02EFF67}"/>
              </a:ext>
            </a:extLst>
          </p:cNvPr>
          <p:cNvSpPr>
            <a:spLocks noGrp="1"/>
          </p:cNvSpPr>
          <p:nvPr>
            <p:ph type="title"/>
          </p:nvPr>
        </p:nvSpPr>
        <p:spPr/>
        <p:txBody>
          <a:bodyPr/>
          <a:lstStyle/>
          <a:p>
            <a:r>
              <a:rPr lang="ja-JP" altLang="ja-JP" b="1" dirty="0"/>
              <a:t>Engineering for Diversity</a:t>
            </a:r>
            <a:endParaRPr kumimoji="1" lang="ja-JP" altLang="en-US" dirty="0"/>
          </a:p>
        </p:txBody>
      </p:sp>
      <p:pic>
        <p:nvPicPr>
          <p:cNvPr id="9" name="図 8">
            <a:extLst>
              <a:ext uri="{FF2B5EF4-FFF2-40B4-BE49-F238E27FC236}">
                <a16:creationId xmlns:a16="http://schemas.microsoft.com/office/drawing/2014/main" id="{83A66796-1FF4-4C0A-232B-4D341FC219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6967" y="1694911"/>
            <a:ext cx="4535556" cy="4535556"/>
          </a:xfrm>
          <a:prstGeom prst="rect">
            <a:avLst/>
          </a:prstGeom>
        </p:spPr>
      </p:pic>
    </p:spTree>
    <p:extLst>
      <p:ext uri="{BB962C8B-B14F-4D97-AF65-F5344CB8AC3E}">
        <p14:creationId xmlns:p14="http://schemas.microsoft.com/office/powerpoint/2010/main" val="2529820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8422976-9FD5-1415-CF4C-FF2F15893265}"/>
              </a:ext>
            </a:extLst>
          </p:cNvPr>
          <p:cNvSpPr>
            <a:spLocks noGrp="1"/>
          </p:cNvSpPr>
          <p:nvPr>
            <p:ph type="body" idx="1"/>
          </p:nvPr>
        </p:nvSpPr>
        <p:spPr>
          <a:xfrm>
            <a:off x="950967" y="1951149"/>
            <a:ext cx="10289996" cy="4688190"/>
          </a:xfrm>
        </p:spPr>
        <p:txBody>
          <a:bodyPr/>
          <a:lstStyle/>
          <a:p>
            <a:r>
              <a:rPr lang="ja-JP" altLang="ja-JP" dirty="0"/>
              <a:t>Semantic Speech Understanding</a:t>
            </a:r>
          </a:p>
          <a:p>
            <a:r>
              <a:rPr lang="ja-JP" altLang="ja-JP" dirty="0"/>
              <a:t>LLM</a:t>
            </a:r>
            <a:r>
              <a:rPr lang="ja-JP" altLang="en-US" dirty="0"/>
              <a:t>・</a:t>
            </a:r>
            <a:r>
              <a:rPr lang="en-US" altLang="ja-JP" dirty="0"/>
              <a:t>VLM</a:t>
            </a:r>
            <a:r>
              <a:rPr lang="ja-JP" altLang="ja-JP" dirty="0"/>
              <a:t> &amp; Slide Parsing</a:t>
            </a:r>
          </a:p>
          <a:p>
            <a:r>
              <a:rPr lang="ja-JP" altLang="ja-JP" dirty="0"/>
              <a:t>"Embodying Ideas" for Society</a:t>
            </a:r>
            <a:endParaRPr lang="en-US" altLang="ja-JP" dirty="0"/>
          </a:p>
        </p:txBody>
      </p:sp>
      <p:sp>
        <p:nvSpPr>
          <p:cNvPr id="3" name="タイトル 2">
            <a:extLst>
              <a:ext uri="{FF2B5EF4-FFF2-40B4-BE49-F238E27FC236}">
                <a16:creationId xmlns:a16="http://schemas.microsoft.com/office/drawing/2014/main" id="{536DD07F-FBBB-6F4A-67AD-3AAFF5CD6BE0}"/>
              </a:ext>
            </a:extLst>
          </p:cNvPr>
          <p:cNvSpPr>
            <a:spLocks noGrp="1"/>
          </p:cNvSpPr>
          <p:nvPr>
            <p:ph type="title"/>
          </p:nvPr>
        </p:nvSpPr>
        <p:spPr/>
        <p:txBody>
          <a:bodyPr/>
          <a:lstStyle/>
          <a:p>
            <a:r>
              <a:rPr lang="ja-JP" altLang="ja-JP" b="1" dirty="0"/>
              <a:t>Technical Approach</a:t>
            </a:r>
            <a:endParaRPr kumimoji="1" lang="ja-JP" altLang="en-US" dirty="0"/>
          </a:p>
        </p:txBody>
      </p:sp>
    </p:spTree>
    <p:extLst>
      <p:ext uri="{BB962C8B-B14F-4D97-AF65-F5344CB8AC3E}">
        <p14:creationId xmlns:p14="http://schemas.microsoft.com/office/powerpoint/2010/main" val="2170042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56E2BAB-A5B1-ACAA-FD8F-DA372813DA3F}"/>
              </a:ext>
            </a:extLst>
          </p:cNvPr>
          <p:cNvSpPr>
            <a:spLocks noGrp="1"/>
          </p:cNvSpPr>
          <p:nvPr>
            <p:ph type="body" idx="1"/>
          </p:nvPr>
        </p:nvSpPr>
        <p:spPr/>
        <p:txBody>
          <a:bodyPr/>
          <a:lstStyle/>
          <a:p>
            <a:r>
              <a:rPr lang="ja-JP" altLang="ja-JP" dirty="0"/>
              <a:t>Creating New Value</a:t>
            </a:r>
          </a:p>
          <a:p>
            <a:r>
              <a:rPr lang="ja-JP" altLang="ja-JP" dirty="0"/>
              <a:t>Developing "Co-agency"</a:t>
            </a:r>
          </a:p>
          <a:p>
            <a:r>
              <a:rPr lang="ja-JP" altLang="ja-JP" dirty="0"/>
              <a:t>Bridging AI &amp; Social Needs</a:t>
            </a:r>
          </a:p>
        </p:txBody>
      </p:sp>
      <p:sp>
        <p:nvSpPr>
          <p:cNvPr id="3" name="タイトル 2">
            <a:extLst>
              <a:ext uri="{FF2B5EF4-FFF2-40B4-BE49-F238E27FC236}">
                <a16:creationId xmlns:a16="http://schemas.microsoft.com/office/drawing/2014/main" id="{649E6B06-871B-36A4-01A2-E7437DD81F30}"/>
              </a:ext>
            </a:extLst>
          </p:cNvPr>
          <p:cNvSpPr>
            <a:spLocks noGrp="1"/>
          </p:cNvSpPr>
          <p:nvPr>
            <p:ph type="title"/>
          </p:nvPr>
        </p:nvSpPr>
        <p:spPr/>
        <p:txBody>
          <a:bodyPr/>
          <a:lstStyle/>
          <a:p>
            <a:r>
              <a:rPr lang="ja-JP" altLang="ja-JP" b="1" dirty="0"/>
              <a:t>Career Goals</a:t>
            </a:r>
            <a:endParaRPr kumimoji="1" lang="ja-JP" altLang="en-US" dirty="0"/>
          </a:p>
        </p:txBody>
      </p:sp>
      <p:sp>
        <p:nvSpPr>
          <p:cNvPr id="7" name="テキスト ボックス 6">
            <a:extLst>
              <a:ext uri="{FF2B5EF4-FFF2-40B4-BE49-F238E27FC236}">
                <a16:creationId xmlns:a16="http://schemas.microsoft.com/office/drawing/2014/main" id="{C22D5C99-0694-7D03-2AF0-4181A08B1A44}"/>
              </a:ext>
            </a:extLst>
          </p:cNvPr>
          <p:cNvSpPr txBox="1"/>
          <p:nvPr/>
        </p:nvSpPr>
        <p:spPr>
          <a:xfrm>
            <a:off x="3048828" y="3280081"/>
            <a:ext cx="6097656" cy="307777"/>
          </a:xfrm>
          <a:prstGeom prst="rect">
            <a:avLst/>
          </a:prstGeom>
          <a:noFill/>
        </p:spPr>
        <p:txBody>
          <a:bodyPr wrap="square">
            <a:spAutoFit/>
          </a:bodyPr>
          <a:lstStyle/>
          <a:p>
            <a:endParaRPr lang="ja-JP" altLang="en-US" dirty="0"/>
          </a:p>
        </p:txBody>
      </p:sp>
    </p:spTree>
    <p:extLst>
      <p:ext uri="{BB962C8B-B14F-4D97-AF65-F5344CB8AC3E}">
        <p14:creationId xmlns:p14="http://schemas.microsoft.com/office/powerpoint/2010/main" val="2243662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7B3A611-C1AB-1A19-232C-535D7B224210}"/>
              </a:ext>
            </a:extLst>
          </p:cNvPr>
          <p:cNvSpPr>
            <a:spLocks noGrp="1"/>
          </p:cNvSpPr>
          <p:nvPr>
            <p:ph type="body" idx="1"/>
          </p:nvPr>
        </p:nvSpPr>
        <p:spPr/>
        <p:txBody>
          <a:bodyPr/>
          <a:lstStyle/>
          <a:p>
            <a:r>
              <a:rPr lang="ja-JP" altLang="ja-JP" b="1" dirty="0"/>
              <a:t>Summary:</a:t>
            </a:r>
            <a:r>
              <a:rPr lang="ja-JP" altLang="ja-JP" dirty="0"/>
              <a:t> My research on AI-driven slide navigation is a step toward the inclusive, human-centered communication required in Society 5.0.</a:t>
            </a:r>
          </a:p>
          <a:p>
            <a:r>
              <a:rPr lang="ja-JP" altLang="ja-JP" b="1" dirty="0"/>
              <a:t>Final Message:</a:t>
            </a:r>
            <a:r>
              <a:rPr lang="ja-JP" altLang="ja-JP" dirty="0"/>
              <a:t> Technology should adapt to humans, not the other way around.</a:t>
            </a:r>
          </a:p>
        </p:txBody>
      </p:sp>
      <p:sp>
        <p:nvSpPr>
          <p:cNvPr id="3" name="タイトル 2">
            <a:extLst>
              <a:ext uri="{FF2B5EF4-FFF2-40B4-BE49-F238E27FC236}">
                <a16:creationId xmlns:a16="http://schemas.microsoft.com/office/drawing/2014/main" id="{68BC9AA3-7595-D2A4-3939-3BA718E5352B}"/>
              </a:ext>
            </a:extLst>
          </p:cNvPr>
          <p:cNvSpPr>
            <a:spLocks noGrp="1"/>
          </p:cNvSpPr>
          <p:nvPr>
            <p:ph type="title"/>
          </p:nvPr>
        </p:nvSpPr>
        <p:spPr/>
        <p:txBody>
          <a:bodyPr/>
          <a:lstStyle/>
          <a:p>
            <a:r>
              <a:rPr lang="ja-JP" altLang="ja-JP" b="1" dirty="0"/>
              <a:t>Conclusion</a:t>
            </a:r>
            <a:endParaRPr kumimoji="1" lang="ja-JP" altLang="en-US" dirty="0"/>
          </a:p>
        </p:txBody>
      </p:sp>
    </p:spTree>
    <p:extLst>
      <p:ext uri="{BB962C8B-B14F-4D97-AF65-F5344CB8AC3E}">
        <p14:creationId xmlns:p14="http://schemas.microsoft.com/office/powerpoint/2010/main" val="1993516989"/>
      </p:ext>
    </p:extLst>
  </p:cSld>
  <p:clrMapOvr>
    <a:masterClrMapping/>
  </p:clrMapOvr>
</p:sld>
</file>

<file path=ppt/theme/theme1.xml><?xml version="1.0" encoding="utf-8"?>
<a:theme xmlns:a="http://schemas.openxmlformats.org/drawingml/2006/main" name="My Research Presentation">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y Research Presentation" id="{23B22FBB-E986-460C-802C-182F53C36B1C}" vid="{10644DD2-1222-4803-BFFD-1A9C15C7E183}"/>
    </a:ext>
  </a:ext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My Research Presentation</Template>
  <TotalTime>891</TotalTime>
  <Words>1273</Words>
  <Application>Microsoft Office PowerPoint</Application>
  <PresentationFormat>ワイド画面</PresentationFormat>
  <Paragraphs>63</Paragraphs>
  <Slides>8</Slides>
  <Notes>8</Notes>
  <HiddenSlides>0</HiddenSlides>
  <MMClips>0</MMClips>
  <ScaleCrop>false</ScaleCrop>
  <HeadingPairs>
    <vt:vector size="6" baseType="variant">
      <vt:variant>
        <vt:lpstr>使用されているフォント</vt:lpstr>
      </vt:variant>
      <vt:variant>
        <vt:i4>11</vt:i4>
      </vt:variant>
      <vt:variant>
        <vt:lpstr>テーマ</vt:lpstr>
      </vt:variant>
      <vt:variant>
        <vt:i4>3</vt:i4>
      </vt:variant>
      <vt:variant>
        <vt:lpstr>スライド タイトル</vt:lpstr>
      </vt:variant>
      <vt:variant>
        <vt:i4>8</vt:i4>
      </vt:variant>
    </vt:vector>
  </HeadingPairs>
  <TitlesOfParts>
    <vt:vector size="22" baseType="lpstr">
      <vt:lpstr>Chivo</vt:lpstr>
      <vt:lpstr>Commissioner</vt:lpstr>
      <vt:lpstr>Golos Text</vt:lpstr>
      <vt:lpstr>Golos Text SemiBold</vt:lpstr>
      <vt:lpstr>LINE Seed JP App_TTF Bold</vt:lpstr>
      <vt:lpstr>LINE Seed JP App_TTF Regular</vt:lpstr>
      <vt:lpstr>Proxima Nova</vt:lpstr>
      <vt:lpstr>Proxima Nova Semibold</vt:lpstr>
      <vt:lpstr>Red Hat Display</vt:lpstr>
      <vt:lpstr>游ゴシック</vt:lpstr>
      <vt:lpstr>Arial</vt:lpstr>
      <vt:lpstr>My Research Presentation</vt:lpstr>
      <vt:lpstr>Slidesgo Final Pages</vt:lpstr>
      <vt:lpstr>1_Slidesgo Final Pages</vt:lpstr>
      <vt:lpstr>AI-Driven Slide Navigation for Inclusive Communication: A Semantic Understanding Approach</vt:lpstr>
      <vt:lpstr>The Vision of Society 5.0</vt:lpstr>
      <vt:lpstr>Social Challenges</vt:lpstr>
      <vt:lpstr>Research Overview </vt:lpstr>
      <vt:lpstr>Engineering for Diversity</vt:lpstr>
      <vt:lpstr>Technical Approach</vt:lpstr>
      <vt:lpstr>Career Goals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白木　陽</dc:creator>
  <cp:lastModifiedBy>白木　陽</cp:lastModifiedBy>
  <cp:revision>12</cp:revision>
  <dcterms:created xsi:type="dcterms:W3CDTF">2026-07-17T03:22:59Z</dcterms:created>
  <dcterms:modified xsi:type="dcterms:W3CDTF">2026-07-21T06:19:20Z</dcterms:modified>
</cp:coreProperties>
</file>