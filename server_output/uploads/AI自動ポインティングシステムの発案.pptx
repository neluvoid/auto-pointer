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theme/theme2.xml" ContentType="application/vnd.openxmlformats-officedocument.theme+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6.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 id="2147483694" r:id="rId2"/>
    <p:sldMasterId id="2147483697" r:id="rId3"/>
  </p:sldMasterIdLst>
  <p:notesMasterIdLst>
    <p:notesMasterId r:id="rId14"/>
  </p:notesMasterIdLst>
  <p:sldIdLst>
    <p:sldId id="256" r:id="rId4"/>
    <p:sldId id="257" r:id="rId5"/>
    <p:sldId id="263" r:id="rId6"/>
    <p:sldId id="260" r:id="rId7"/>
    <p:sldId id="259" r:id="rId8"/>
    <p:sldId id="265" r:id="rId9"/>
    <p:sldId id="270" r:id="rId10"/>
    <p:sldId id="271" r:id="rId11"/>
    <p:sldId id="272" r:id="rId12"/>
    <p:sldId id="273" r:id="rId13"/>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8003" autoAdjust="0"/>
    <p:restoredTop sz="74873" autoAdjust="0"/>
  </p:normalViewPr>
  <p:slideViewPr>
    <p:cSldViewPr snapToGrid="0">
      <p:cViewPr>
        <p:scale>
          <a:sx n="84" d="100"/>
          <a:sy n="84" d="100"/>
        </p:scale>
        <p:origin x="676" y="2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5.xml"/><Relationship Id="rId13" Type="http://schemas.openxmlformats.org/officeDocument/2006/relationships/slide" Target="slides/slide10.xml"/><Relationship Id="rId18" Type="http://schemas.openxmlformats.org/officeDocument/2006/relationships/tableStyles" Target="tableStyles.xml"/><Relationship Id="rId3" Type="http://schemas.openxmlformats.org/officeDocument/2006/relationships/slideMaster" Target="slideMasters/slideMaster3.xml"/><Relationship Id="rId7" Type="http://schemas.openxmlformats.org/officeDocument/2006/relationships/slide" Target="slides/slide4.xml"/><Relationship Id="rId12" Type="http://schemas.openxmlformats.org/officeDocument/2006/relationships/slide" Target="slides/slide9.xml"/><Relationship Id="rId17" Type="http://schemas.openxmlformats.org/officeDocument/2006/relationships/theme" Target="theme/theme1.xml"/><Relationship Id="rId2" Type="http://schemas.openxmlformats.org/officeDocument/2006/relationships/slideMaster" Target="slideMasters/slideMaster2.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3.xml"/><Relationship Id="rId11" Type="http://schemas.openxmlformats.org/officeDocument/2006/relationships/slide" Target="slides/slide8.xml"/><Relationship Id="rId5" Type="http://schemas.openxmlformats.org/officeDocument/2006/relationships/slide" Target="slides/slide2.xml"/><Relationship Id="rId15" Type="http://schemas.openxmlformats.org/officeDocument/2006/relationships/presProps" Target="presProps.xml"/><Relationship Id="rId10" Type="http://schemas.openxmlformats.org/officeDocument/2006/relationships/slide" Target="slides/slide7.xml"/><Relationship Id="rId4" Type="http://schemas.openxmlformats.org/officeDocument/2006/relationships/slide" Target="slides/slide1.xml"/><Relationship Id="rId9" Type="http://schemas.openxmlformats.org/officeDocument/2006/relationships/slide" Target="slides/slide6.xml"/><Relationship Id="rId14" Type="http://schemas.openxmlformats.org/officeDocument/2006/relationships/notesMaster" Target="notesMasters/notesMaster1.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ED111F26-3943-4221-B291-2BC2AAAD6D85}" type="doc">
      <dgm:prSet loTypeId="urn:microsoft.com/office/officeart/2005/8/layout/vList2" loCatId="list" qsTypeId="urn:microsoft.com/office/officeart/2005/8/quickstyle/simple1" qsCatId="simple" csTypeId="urn:microsoft.com/office/officeart/2005/8/colors/accent1_2" csCatId="accent1" phldr="1"/>
      <dgm:spPr/>
      <dgm:t>
        <a:bodyPr/>
        <a:lstStyle/>
        <a:p>
          <a:endParaRPr kumimoji="1" lang="ja-JP" altLang="en-US"/>
        </a:p>
      </dgm:t>
    </dgm:pt>
    <dgm:pt modelId="{385391DA-6242-4010-8B09-C0A20FCE952E}">
      <dgm:prSet phldrT="[テキスト]" custT="1"/>
      <dgm:spPr/>
      <dgm:t>
        <a:bodyPr/>
        <a:lstStyle/>
        <a:p>
          <a:r>
            <a:rPr kumimoji="1" lang="ja-JP" altLang="en-US" sz="2800" dirty="0"/>
            <a:t>意味的理解の表現</a:t>
          </a:r>
        </a:p>
      </dgm:t>
    </dgm:pt>
    <dgm:pt modelId="{A3A21A49-02BB-4276-B2EF-848A600B6AE5}" type="parTrans" cxnId="{ABBC6D4C-2EE2-45E2-9DD8-5261B4AA7AE1}">
      <dgm:prSet/>
      <dgm:spPr/>
      <dgm:t>
        <a:bodyPr/>
        <a:lstStyle/>
        <a:p>
          <a:endParaRPr kumimoji="1" lang="ja-JP" altLang="en-US"/>
        </a:p>
      </dgm:t>
    </dgm:pt>
    <dgm:pt modelId="{988BD700-BD22-4231-91BD-1EECEF9E5B96}" type="sibTrans" cxnId="{ABBC6D4C-2EE2-45E2-9DD8-5261B4AA7AE1}">
      <dgm:prSet/>
      <dgm:spPr/>
      <dgm:t>
        <a:bodyPr/>
        <a:lstStyle/>
        <a:p>
          <a:endParaRPr kumimoji="1" lang="ja-JP" altLang="en-US"/>
        </a:p>
      </dgm:t>
    </dgm:pt>
    <dgm:pt modelId="{3ACDB507-8D6C-429F-A024-837F21C54236}">
      <dgm:prSet phldrT="[テキスト]" custT="1"/>
      <dgm:spPr/>
      <dgm:t>
        <a:bodyPr/>
        <a:lstStyle/>
        <a:p>
          <a:pPr>
            <a:buFont typeface="Arial" panose="020B0604020202020204" pitchFamily="34" charset="0"/>
            <a:buChar char="•"/>
          </a:pPr>
          <a:r>
            <a:rPr kumimoji="1" lang="ja-JP" altLang="en-US" sz="2400" dirty="0"/>
            <a:t>単純な単語の一致ではなく、発表者の発話の意図や文脈を理解し、スライド上のどの要素を指しているかを推論する</a:t>
          </a:r>
        </a:p>
      </dgm:t>
    </dgm:pt>
    <dgm:pt modelId="{30B1714C-17E6-4EE0-A390-0092E01F8D2A}" type="parTrans" cxnId="{C16A8AFE-B774-4B95-8388-114602B9FDA0}">
      <dgm:prSet/>
      <dgm:spPr/>
      <dgm:t>
        <a:bodyPr/>
        <a:lstStyle/>
        <a:p>
          <a:endParaRPr kumimoji="1" lang="ja-JP" altLang="en-US"/>
        </a:p>
      </dgm:t>
    </dgm:pt>
    <dgm:pt modelId="{FA083CCA-57CE-44AF-80C9-AB13F610D274}" type="sibTrans" cxnId="{C16A8AFE-B774-4B95-8388-114602B9FDA0}">
      <dgm:prSet/>
      <dgm:spPr/>
      <dgm:t>
        <a:bodyPr/>
        <a:lstStyle/>
        <a:p>
          <a:endParaRPr kumimoji="1" lang="ja-JP" altLang="en-US"/>
        </a:p>
      </dgm:t>
    </dgm:pt>
    <dgm:pt modelId="{A81C0BD2-FB83-4059-A914-DCB4C58C3E24}">
      <dgm:prSet custT="1"/>
      <dgm:spPr/>
      <dgm:t>
        <a:bodyPr/>
        <a:lstStyle/>
        <a:p>
          <a:pPr>
            <a:buNone/>
          </a:pPr>
          <a:r>
            <a:rPr lang="ja-JP" altLang="en-US" sz="2800" dirty="0"/>
            <a:t>図表の構造解析</a:t>
          </a:r>
          <a:endParaRPr kumimoji="1" lang="ja-JP" altLang="en-US" sz="2800" dirty="0"/>
        </a:p>
      </dgm:t>
    </dgm:pt>
    <dgm:pt modelId="{F563E6D3-D317-4944-944A-FAF28823BFEE}" type="sibTrans" cxnId="{1AD2AE01-7B8F-461E-8B5A-5053331806AF}">
      <dgm:prSet/>
      <dgm:spPr/>
      <dgm:t>
        <a:bodyPr/>
        <a:lstStyle/>
        <a:p>
          <a:endParaRPr kumimoji="1" lang="ja-JP" altLang="en-US"/>
        </a:p>
      </dgm:t>
    </dgm:pt>
    <dgm:pt modelId="{3FAF1589-837D-4AD2-81AC-181F3A28A136}" type="parTrans" cxnId="{1AD2AE01-7B8F-461E-8B5A-5053331806AF}">
      <dgm:prSet/>
      <dgm:spPr/>
      <dgm:t>
        <a:bodyPr/>
        <a:lstStyle/>
        <a:p>
          <a:endParaRPr kumimoji="1" lang="ja-JP" altLang="en-US"/>
        </a:p>
      </dgm:t>
    </dgm:pt>
    <dgm:pt modelId="{BE5697A3-D6C1-4688-989F-428F17E8DAC6}">
      <dgm:prSet custT="1"/>
      <dgm:spPr/>
      <dgm:t>
        <a:bodyPr/>
        <a:lstStyle/>
        <a:p>
          <a:pPr>
            <a:buFont typeface="Arial" panose="020B0604020202020204" pitchFamily="34" charset="0"/>
            <a:buChar char="•"/>
          </a:pPr>
          <a:r>
            <a:rPr lang="ja-JP" altLang="en-US" sz="2400" dirty="0"/>
            <a:t>スライド内のテキストだけでなく、グラフの線や棒、円グラフのセグメント、図解の特定のノードなど、非言語的な視覚要素を個別のオブジェクトとして認識し、座標を特定する</a:t>
          </a:r>
          <a:endParaRPr kumimoji="1" lang="ja-JP" altLang="en-US" sz="2400" dirty="0"/>
        </a:p>
      </dgm:t>
    </dgm:pt>
    <dgm:pt modelId="{B8D11B95-4A1D-4AC0-A5FB-F150D0F57CB1}" type="parTrans" cxnId="{B8F62E33-5D89-4F8E-964B-A44BF811BF8F}">
      <dgm:prSet/>
      <dgm:spPr/>
      <dgm:t>
        <a:bodyPr/>
        <a:lstStyle/>
        <a:p>
          <a:endParaRPr kumimoji="1" lang="ja-JP" altLang="en-US"/>
        </a:p>
      </dgm:t>
    </dgm:pt>
    <dgm:pt modelId="{D7790BDC-284A-4497-80B0-09433765F4EA}" type="sibTrans" cxnId="{B8F62E33-5D89-4F8E-964B-A44BF811BF8F}">
      <dgm:prSet/>
      <dgm:spPr/>
      <dgm:t>
        <a:bodyPr/>
        <a:lstStyle/>
        <a:p>
          <a:endParaRPr kumimoji="1" lang="ja-JP" altLang="en-US"/>
        </a:p>
      </dgm:t>
    </dgm:pt>
    <dgm:pt modelId="{C6CD7A28-C38F-4CE8-996B-B5CB47FC95F8}" type="pres">
      <dgm:prSet presAssocID="{ED111F26-3943-4221-B291-2BC2AAAD6D85}" presName="linear" presStyleCnt="0">
        <dgm:presLayoutVars>
          <dgm:animLvl val="lvl"/>
          <dgm:resizeHandles val="exact"/>
        </dgm:presLayoutVars>
      </dgm:prSet>
      <dgm:spPr/>
    </dgm:pt>
    <dgm:pt modelId="{CD9C51FA-227F-478F-AA9A-B928C030EB4D}" type="pres">
      <dgm:prSet presAssocID="{385391DA-6242-4010-8B09-C0A20FCE952E}" presName="parentText" presStyleLbl="node1" presStyleIdx="0" presStyleCnt="2">
        <dgm:presLayoutVars>
          <dgm:chMax val="0"/>
          <dgm:bulletEnabled val="1"/>
        </dgm:presLayoutVars>
      </dgm:prSet>
      <dgm:spPr/>
    </dgm:pt>
    <dgm:pt modelId="{263C7DA1-B813-42A3-94B9-1A3CB9FBC09A}" type="pres">
      <dgm:prSet presAssocID="{385391DA-6242-4010-8B09-C0A20FCE952E}" presName="childText" presStyleLbl="revTx" presStyleIdx="0" presStyleCnt="2">
        <dgm:presLayoutVars>
          <dgm:bulletEnabled val="1"/>
        </dgm:presLayoutVars>
      </dgm:prSet>
      <dgm:spPr/>
    </dgm:pt>
    <dgm:pt modelId="{4DAF363B-C9FF-4590-873C-782CFE286EB3}" type="pres">
      <dgm:prSet presAssocID="{A81C0BD2-FB83-4059-A914-DCB4C58C3E24}" presName="parentText" presStyleLbl="node1" presStyleIdx="1" presStyleCnt="2">
        <dgm:presLayoutVars>
          <dgm:chMax val="0"/>
          <dgm:bulletEnabled val="1"/>
        </dgm:presLayoutVars>
      </dgm:prSet>
      <dgm:spPr/>
    </dgm:pt>
    <dgm:pt modelId="{C69E8EC2-D74B-43F5-82C9-D35EF550F458}" type="pres">
      <dgm:prSet presAssocID="{A81C0BD2-FB83-4059-A914-DCB4C58C3E24}" presName="childText" presStyleLbl="revTx" presStyleIdx="1" presStyleCnt="2">
        <dgm:presLayoutVars>
          <dgm:bulletEnabled val="1"/>
        </dgm:presLayoutVars>
      </dgm:prSet>
      <dgm:spPr/>
    </dgm:pt>
  </dgm:ptLst>
  <dgm:cxnLst>
    <dgm:cxn modelId="{1AD2AE01-7B8F-461E-8B5A-5053331806AF}" srcId="{ED111F26-3943-4221-B291-2BC2AAAD6D85}" destId="{A81C0BD2-FB83-4059-A914-DCB4C58C3E24}" srcOrd="1" destOrd="0" parTransId="{3FAF1589-837D-4AD2-81AC-181F3A28A136}" sibTransId="{F563E6D3-D317-4944-944A-FAF28823BFEE}"/>
    <dgm:cxn modelId="{CB0D6620-6F4C-488F-804B-97261C405131}" type="presOf" srcId="{385391DA-6242-4010-8B09-C0A20FCE952E}" destId="{CD9C51FA-227F-478F-AA9A-B928C030EB4D}" srcOrd="0" destOrd="0" presId="urn:microsoft.com/office/officeart/2005/8/layout/vList2"/>
    <dgm:cxn modelId="{B8F62E33-5D89-4F8E-964B-A44BF811BF8F}" srcId="{A81C0BD2-FB83-4059-A914-DCB4C58C3E24}" destId="{BE5697A3-D6C1-4688-989F-428F17E8DAC6}" srcOrd="0" destOrd="0" parTransId="{B8D11B95-4A1D-4AC0-A5FB-F150D0F57CB1}" sibTransId="{D7790BDC-284A-4497-80B0-09433765F4EA}"/>
    <dgm:cxn modelId="{ABBC6D4C-2EE2-45E2-9DD8-5261B4AA7AE1}" srcId="{ED111F26-3943-4221-B291-2BC2AAAD6D85}" destId="{385391DA-6242-4010-8B09-C0A20FCE952E}" srcOrd="0" destOrd="0" parTransId="{A3A21A49-02BB-4276-B2EF-848A600B6AE5}" sibTransId="{988BD700-BD22-4231-91BD-1EECEF9E5B96}"/>
    <dgm:cxn modelId="{79D5B479-1F8E-40C5-8B21-95F4775E6016}" type="presOf" srcId="{A81C0BD2-FB83-4059-A914-DCB4C58C3E24}" destId="{4DAF363B-C9FF-4590-873C-782CFE286EB3}" srcOrd="0" destOrd="0" presId="urn:microsoft.com/office/officeart/2005/8/layout/vList2"/>
    <dgm:cxn modelId="{65B32B9D-D6DA-4CC9-863A-E5F137C942C5}" type="presOf" srcId="{3ACDB507-8D6C-429F-A024-837F21C54236}" destId="{263C7DA1-B813-42A3-94B9-1A3CB9FBC09A}" srcOrd="0" destOrd="0" presId="urn:microsoft.com/office/officeart/2005/8/layout/vList2"/>
    <dgm:cxn modelId="{F9C064EF-9342-4C48-A360-9AE2FBFD9D83}" type="presOf" srcId="{ED111F26-3943-4221-B291-2BC2AAAD6D85}" destId="{C6CD7A28-C38F-4CE8-996B-B5CB47FC95F8}" srcOrd="0" destOrd="0" presId="urn:microsoft.com/office/officeart/2005/8/layout/vList2"/>
    <dgm:cxn modelId="{04B8A3F8-31A7-4274-B03B-9C65B6CC0528}" type="presOf" srcId="{BE5697A3-D6C1-4688-989F-428F17E8DAC6}" destId="{C69E8EC2-D74B-43F5-82C9-D35EF550F458}" srcOrd="0" destOrd="0" presId="urn:microsoft.com/office/officeart/2005/8/layout/vList2"/>
    <dgm:cxn modelId="{C16A8AFE-B774-4B95-8388-114602B9FDA0}" srcId="{385391DA-6242-4010-8B09-C0A20FCE952E}" destId="{3ACDB507-8D6C-429F-A024-837F21C54236}" srcOrd="0" destOrd="0" parTransId="{30B1714C-17E6-4EE0-A390-0092E01F8D2A}" sibTransId="{FA083CCA-57CE-44AF-80C9-AB13F610D274}"/>
    <dgm:cxn modelId="{56B530F3-EE5A-4F92-A123-4DB6E175AC0A}" type="presParOf" srcId="{C6CD7A28-C38F-4CE8-996B-B5CB47FC95F8}" destId="{CD9C51FA-227F-478F-AA9A-B928C030EB4D}" srcOrd="0" destOrd="0" presId="urn:microsoft.com/office/officeart/2005/8/layout/vList2"/>
    <dgm:cxn modelId="{AC985B0A-6214-476A-A78F-DFD6ED54D497}" type="presParOf" srcId="{C6CD7A28-C38F-4CE8-996B-B5CB47FC95F8}" destId="{263C7DA1-B813-42A3-94B9-1A3CB9FBC09A}" srcOrd="1" destOrd="0" presId="urn:microsoft.com/office/officeart/2005/8/layout/vList2"/>
    <dgm:cxn modelId="{06F6BA9A-5D0E-4064-AE0C-A0D4BFDEA453}" type="presParOf" srcId="{C6CD7A28-C38F-4CE8-996B-B5CB47FC95F8}" destId="{4DAF363B-C9FF-4590-873C-782CFE286EB3}" srcOrd="2" destOrd="0" presId="urn:microsoft.com/office/officeart/2005/8/layout/vList2"/>
    <dgm:cxn modelId="{1B80BDFD-A9DF-4D3E-8B6B-C280D789786A}" type="presParOf" srcId="{C6CD7A28-C38F-4CE8-996B-B5CB47FC95F8}" destId="{C69E8EC2-D74B-43F5-82C9-D35EF550F458}" srcOrd="3"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BC8E2B5A-F1D6-4C4E-A277-BA4EE39E1EC2}" type="doc">
      <dgm:prSet loTypeId="urn:microsoft.com/office/officeart/2005/8/layout/vProcess5" loCatId="process" qsTypeId="urn:microsoft.com/office/officeart/2005/8/quickstyle/simple1" qsCatId="simple" csTypeId="urn:microsoft.com/office/officeart/2005/8/colors/accent1_2" csCatId="accent1" phldr="1"/>
      <dgm:spPr/>
      <dgm:t>
        <a:bodyPr/>
        <a:lstStyle/>
        <a:p>
          <a:endParaRPr kumimoji="1" lang="ja-JP" altLang="en-US"/>
        </a:p>
      </dgm:t>
    </dgm:pt>
    <dgm:pt modelId="{D779C150-3B2B-4036-A06E-A228D07E8602}">
      <dgm:prSet phldrT="[テキスト]" custT="1"/>
      <dgm:spPr/>
      <dgm:t>
        <a:bodyPr/>
        <a:lstStyle/>
        <a:p>
          <a:pPr>
            <a:buNone/>
          </a:pPr>
          <a:r>
            <a:rPr lang="ja-JP" altLang="en-US" sz="3600" dirty="0"/>
            <a:t>スライド解析モジュール</a:t>
          </a:r>
          <a:endParaRPr kumimoji="1" lang="ja-JP" altLang="en-US" sz="3600" dirty="0"/>
        </a:p>
      </dgm:t>
    </dgm:pt>
    <dgm:pt modelId="{78AA2800-C0DB-4A40-93DF-EF79D33BBE58}" type="parTrans" cxnId="{2E2FD8E9-1B0D-45CA-ACEE-1F4F9FACA382}">
      <dgm:prSet/>
      <dgm:spPr/>
      <dgm:t>
        <a:bodyPr/>
        <a:lstStyle/>
        <a:p>
          <a:endParaRPr kumimoji="1" lang="ja-JP" altLang="en-US"/>
        </a:p>
      </dgm:t>
    </dgm:pt>
    <dgm:pt modelId="{28D929E3-EFBB-42FB-A7CF-5A8CDB5DFFAF}" type="sibTrans" cxnId="{2E2FD8E9-1B0D-45CA-ACEE-1F4F9FACA382}">
      <dgm:prSet/>
      <dgm:spPr/>
      <dgm:t>
        <a:bodyPr/>
        <a:lstStyle/>
        <a:p>
          <a:endParaRPr kumimoji="1" lang="ja-JP" altLang="en-US"/>
        </a:p>
      </dgm:t>
    </dgm:pt>
    <dgm:pt modelId="{DF99D5BE-8DE5-4617-8504-767422B8BCC0}">
      <dgm:prSet phldrT="[テキスト]" custT="1"/>
      <dgm:spPr/>
      <dgm:t>
        <a:bodyPr/>
        <a:lstStyle/>
        <a:p>
          <a:pPr>
            <a:buNone/>
          </a:pPr>
          <a:r>
            <a:rPr lang="ja-JP" altLang="en-US" sz="3600" dirty="0"/>
            <a:t>ポインティング制御モジュール</a:t>
          </a:r>
          <a:endParaRPr kumimoji="1" lang="ja-JP" altLang="en-US" sz="3600" dirty="0"/>
        </a:p>
      </dgm:t>
    </dgm:pt>
    <dgm:pt modelId="{01F1EFD7-CDDD-438B-B0F1-A50127B230B1}" type="parTrans" cxnId="{3A2C15D3-FBA9-40C5-AEC3-A43320731774}">
      <dgm:prSet/>
      <dgm:spPr/>
      <dgm:t>
        <a:bodyPr/>
        <a:lstStyle/>
        <a:p>
          <a:endParaRPr kumimoji="1" lang="ja-JP" altLang="en-US"/>
        </a:p>
      </dgm:t>
    </dgm:pt>
    <dgm:pt modelId="{63BA00F2-B266-4999-AEAC-17EA0EF66099}" type="sibTrans" cxnId="{3A2C15D3-FBA9-40C5-AEC3-A43320731774}">
      <dgm:prSet/>
      <dgm:spPr/>
      <dgm:t>
        <a:bodyPr/>
        <a:lstStyle/>
        <a:p>
          <a:endParaRPr kumimoji="1" lang="ja-JP" altLang="en-US"/>
        </a:p>
      </dgm:t>
    </dgm:pt>
    <dgm:pt modelId="{4775EC02-86C8-4E97-9834-8D59D1B72110}">
      <dgm:prSet custT="1"/>
      <dgm:spPr/>
      <dgm:t>
        <a:bodyPr/>
        <a:lstStyle/>
        <a:p>
          <a:pPr>
            <a:buNone/>
          </a:pPr>
          <a:r>
            <a:rPr lang="ja-JP" altLang="en-US" sz="3600" dirty="0"/>
            <a:t>音声・意味理解モジュール</a:t>
          </a:r>
        </a:p>
      </dgm:t>
    </dgm:pt>
    <dgm:pt modelId="{BC85F38E-055D-4489-85B9-18D25CFFA09E}" type="parTrans" cxnId="{2F5B8658-EAF3-4332-896A-8030A13AAC84}">
      <dgm:prSet/>
      <dgm:spPr/>
      <dgm:t>
        <a:bodyPr/>
        <a:lstStyle/>
        <a:p>
          <a:endParaRPr kumimoji="1" lang="ja-JP" altLang="en-US"/>
        </a:p>
      </dgm:t>
    </dgm:pt>
    <dgm:pt modelId="{95DD77E4-A22B-4A72-8B02-1198CC15EB20}" type="sibTrans" cxnId="{2F5B8658-EAF3-4332-896A-8030A13AAC84}">
      <dgm:prSet/>
      <dgm:spPr/>
      <dgm:t>
        <a:bodyPr/>
        <a:lstStyle/>
        <a:p>
          <a:endParaRPr kumimoji="1" lang="ja-JP" altLang="en-US"/>
        </a:p>
      </dgm:t>
    </dgm:pt>
    <dgm:pt modelId="{1326EFFA-799D-4B5E-AFF6-562B16F455A4}" type="pres">
      <dgm:prSet presAssocID="{BC8E2B5A-F1D6-4C4E-A277-BA4EE39E1EC2}" presName="outerComposite" presStyleCnt="0">
        <dgm:presLayoutVars>
          <dgm:chMax val="5"/>
          <dgm:dir/>
          <dgm:resizeHandles val="exact"/>
        </dgm:presLayoutVars>
      </dgm:prSet>
      <dgm:spPr/>
    </dgm:pt>
    <dgm:pt modelId="{AA7BC065-80C7-4337-B055-2453D38FA8DC}" type="pres">
      <dgm:prSet presAssocID="{BC8E2B5A-F1D6-4C4E-A277-BA4EE39E1EC2}" presName="dummyMaxCanvas" presStyleCnt="0">
        <dgm:presLayoutVars/>
      </dgm:prSet>
      <dgm:spPr/>
    </dgm:pt>
    <dgm:pt modelId="{827DF1D8-8CD0-4CD5-802C-300369C2557A}" type="pres">
      <dgm:prSet presAssocID="{BC8E2B5A-F1D6-4C4E-A277-BA4EE39E1EC2}" presName="ThreeNodes_1" presStyleLbl="node1" presStyleIdx="0" presStyleCnt="3">
        <dgm:presLayoutVars>
          <dgm:bulletEnabled val="1"/>
        </dgm:presLayoutVars>
      </dgm:prSet>
      <dgm:spPr/>
    </dgm:pt>
    <dgm:pt modelId="{7A8AA02A-7B5D-45C6-A101-A5A38CE1D361}" type="pres">
      <dgm:prSet presAssocID="{BC8E2B5A-F1D6-4C4E-A277-BA4EE39E1EC2}" presName="ThreeNodes_2" presStyleLbl="node1" presStyleIdx="1" presStyleCnt="3">
        <dgm:presLayoutVars>
          <dgm:bulletEnabled val="1"/>
        </dgm:presLayoutVars>
      </dgm:prSet>
      <dgm:spPr/>
    </dgm:pt>
    <dgm:pt modelId="{3071BE40-E576-427A-9625-87CB8BE27C15}" type="pres">
      <dgm:prSet presAssocID="{BC8E2B5A-F1D6-4C4E-A277-BA4EE39E1EC2}" presName="ThreeNodes_3" presStyleLbl="node1" presStyleIdx="2" presStyleCnt="3">
        <dgm:presLayoutVars>
          <dgm:bulletEnabled val="1"/>
        </dgm:presLayoutVars>
      </dgm:prSet>
      <dgm:spPr/>
    </dgm:pt>
    <dgm:pt modelId="{5B04A72E-569B-42E6-901F-B79EF20DF398}" type="pres">
      <dgm:prSet presAssocID="{BC8E2B5A-F1D6-4C4E-A277-BA4EE39E1EC2}" presName="ThreeConn_1-2" presStyleLbl="fgAccFollowNode1" presStyleIdx="0" presStyleCnt="2">
        <dgm:presLayoutVars>
          <dgm:bulletEnabled val="1"/>
        </dgm:presLayoutVars>
      </dgm:prSet>
      <dgm:spPr/>
    </dgm:pt>
    <dgm:pt modelId="{C1ABA9AB-EB94-49E0-984A-2E3E48B363AB}" type="pres">
      <dgm:prSet presAssocID="{BC8E2B5A-F1D6-4C4E-A277-BA4EE39E1EC2}" presName="ThreeConn_2-3" presStyleLbl="fgAccFollowNode1" presStyleIdx="1" presStyleCnt="2">
        <dgm:presLayoutVars>
          <dgm:bulletEnabled val="1"/>
        </dgm:presLayoutVars>
      </dgm:prSet>
      <dgm:spPr/>
    </dgm:pt>
    <dgm:pt modelId="{94C4D9A7-27BD-4CD6-9200-12B5EDC18EB7}" type="pres">
      <dgm:prSet presAssocID="{BC8E2B5A-F1D6-4C4E-A277-BA4EE39E1EC2}" presName="ThreeNodes_1_text" presStyleLbl="node1" presStyleIdx="2" presStyleCnt="3">
        <dgm:presLayoutVars>
          <dgm:bulletEnabled val="1"/>
        </dgm:presLayoutVars>
      </dgm:prSet>
      <dgm:spPr/>
    </dgm:pt>
    <dgm:pt modelId="{347CB185-52D2-47AB-B4AE-9ED88EDD0F78}" type="pres">
      <dgm:prSet presAssocID="{BC8E2B5A-F1D6-4C4E-A277-BA4EE39E1EC2}" presName="ThreeNodes_2_text" presStyleLbl="node1" presStyleIdx="2" presStyleCnt="3">
        <dgm:presLayoutVars>
          <dgm:bulletEnabled val="1"/>
        </dgm:presLayoutVars>
      </dgm:prSet>
      <dgm:spPr/>
    </dgm:pt>
    <dgm:pt modelId="{2DC3A778-2A29-47F1-A91C-8A9E2D7C3A2C}" type="pres">
      <dgm:prSet presAssocID="{BC8E2B5A-F1D6-4C4E-A277-BA4EE39E1EC2}" presName="ThreeNodes_3_text" presStyleLbl="node1" presStyleIdx="2" presStyleCnt="3">
        <dgm:presLayoutVars>
          <dgm:bulletEnabled val="1"/>
        </dgm:presLayoutVars>
      </dgm:prSet>
      <dgm:spPr/>
    </dgm:pt>
  </dgm:ptLst>
  <dgm:cxnLst>
    <dgm:cxn modelId="{1A4DC642-C6B3-474F-A0D6-ED38F1EEACC9}" type="presOf" srcId="{95DD77E4-A22B-4A72-8B02-1198CC15EB20}" destId="{C1ABA9AB-EB94-49E0-984A-2E3E48B363AB}" srcOrd="0" destOrd="0" presId="urn:microsoft.com/office/officeart/2005/8/layout/vProcess5"/>
    <dgm:cxn modelId="{2F5B8658-EAF3-4332-896A-8030A13AAC84}" srcId="{BC8E2B5A-F1D6-4C4E-A277-BA4EE39E1EC2}" destId="{4775EC02-86C8-4E97-9834-8D59D1B72110}" srcOrd="1" destOrd="0" parTransId="{BC85F38E-055D-4489-85B9-18D25CFFA09E}" sibTransId="{95DD77E4-A22B-4A72-8B02-1198CC15EB20}"/>
    <dgm:cxn modelId="{4657228A-BD85-4789-B64F-EB21ACE168DC}" type="presOf" srcId="{DF99D5BE-8DE5-4617-8504-767422B8BCC0}" destId="{3071BE40-E576-427A-9625-87CB8BE27C15}" srcOrd="0" destOrd="0" presId="urn:microsoft.com/office/officeart/2005/8/layout/vProcess5"/>
    <dgm:cxn modelId="{9B46DFBF-7F6F-4A70-A329-816EAA20FEBA}" type="presOf" srcId="{28D929E3-EFBB-42FB-A7CF-5A8CDB5DFFAF}" destId="{5B04A72E-569B-42E6-901F-B79EF20DF398}" srcOrd="0" destOrd="0" presId="urn:microsoft.com/office/officeart/2005/8/layout/vProcess5"/>
    <dgm:cxn modelId="{910196C6-D1CA-42A4-A72C-E6BB6151DF18}" type="presOf" srcId="{D779C150-3B2B-4036-A06E-A228D07E8602}" destId="{94C4D9A7-27BD-4CD6-9200-12B5EDC18EB7}" srcOrd="1" destOrd="0" presId="urn:microsoft.com/office/officeart/2005/8/layout/vProcess5"/>
    <dgm:cxn modelId="{27AA35CF-9A9C-49C7-8B17-1997519C5AB8}" type="presOf" srcId="{D779C150-3B2B-4036-A06E-A228D07E8602}" destId="{827DF1D8-8CD0-4CD5-802C-300369C2557A}" srcOrd="0" destOrd="0" presId="urn:microsoft.com/office/officeart/2005/8/layout/vProcess5"/>
    <dgm:cxn modelId="{820A85D2-6062-46D3-8840-BA2BC3FE8F19}" type="presOf" srcId="{BC8E2B5A-F1D6-4C4E-A277-BA4EE39E1EC2}" destId="{1326EFFA-799D-4B5E-AFF6-562B16F455A4}" srcOrd="0" destOrd="0" presId="urn:microsoft.com/office/officeart/2005/8/layout/vProcess5"/>
    <dgm:cxn modelId="{3A2C15D3-FBA9-40C5-AEC3-A43320731774}" srcId="{BC8E2B5A-F1D6-4C4E-A277-BA4EE39E1EC2}" destId="{DF99D5BE-8DE5-4617-8504-767422B8BCC0}" srcOrd="2" destOrd="0" parTransId="{01F1EFD7-CDDD-438B-B0F1-A50127B230B1}" sibTransId="{63BA00F2-B266-4999-AEAC-17EA0EF66099}"/>
    <dgm:cxn modelId="{02C3F6D9-EDA6-41FF-A338-331C6631C319}" type="presOf" srcId="{4775EC02-86C8-4E97-9834-8D59D1B72110}" destId="{347CB185-52D2-47AB-B4AE-9ED88EDD0F78}" srcOrd="1" destOrd="0" presId="urn:microsoft.com/office/officeart/2005/8/layout/vProcess5"/>
    <dgm:cxn modelId="{7098B3E2-934C-41CE-973B-D9EA67E321F5}" type="presOf" srcId="{DF99D5BE-8DE5-4617-8504-767422B8BCC0}" destId="{2DC3A778-2A29-47F1-A91C-8A9E2D7C3A2C}" srcOrd="1" destOrd="0" presId="urn:microsoft.com/office/officeart/2005/8/layout/vProcess5"/>
    <dgm:cxn modelId="{2E2FD8E9-1B0D-45CA-ACEE-1F4F9FACA382}" srcId="{BC8E2B5A-F1D6-4C4E-A277-BA4EE39E1EC2}" destId="{D779C150-3B2B-4036-A06E-A228D07E8602}" srcOrd="0" destOrd="0" parTransId="{78AA2800-C0DB-4A40-93DF-EF79D33BBE58}" sibTransId="{28D929E3-EFBB-42FB-A7CF-5A8CDB5DFFAF}"/>
    <dgm:cxn modelId="{C45EEFE9-BD04-4738-990D-EB86893D2B64}" type="presOf" srcId="{4775EC02-86C8-4E97-9834-8D59D1B72110}" destId="{7A8AA02A-7B5D-45C6-A101-A5A38CE1D361}" srcOrd="0" destOrd="0" presId="urn:microsoft.com/office/officeart/2005/8/layout/vProcess5"/>
    <dgm:cxn modelId="{D6A270B6-A0C0-49B7-BD80-1FFE25F3ED0D}" type="presParOf" srcId="{1326EFFA-799D-4B5E-AFF6-562B16F455A4}" destId="{AA7BC065-80C7-4337-B055-2453D38FA8DC}" srcOrd="0" destOrd="0" presId="urn:microsoft.com/office/officeart/2005/8/layout/vProcess5"/>
    <dgm:cxn modelId="{DC126936-D2E2-424D-BA4B-F04696CC0620}" type="presParOf" srcId="{1326EFFA-799D-4B5E-AFF6-562B16F455A4}" destId="{827DF1D8-8CD0-4CD5-802C-300369C2557A}" srcOrd="1" destOrd="0" presId="urn:microsoft.com/office/officeart/2005/8/layout/vProcess5"/>
    <dgm:cxn modelId="{C5AEBA46-9BCC-4079-B067-74D7A9D3EB22}" type="presParOf" srcId="{1326EFFA-799D-4B5E-AFF6-562B16F455A4}" destId="{7A8AA02A-7B5D-45C6-A101-A5A38CE1D361}" srcOrd="2" destOrd="0" presId="urn:microsoft.com/office/officeart/2005/8/layout/vProcess5"/>
    <dgm:cxn modelId="{F7F25E41-5963-47A9-AF48-AE5CEC3F7BB2}" type="presParOf" srcId="{1326EFFA-799D-4B5E-AFF6-562B16F455A4}" destId="{3071BE40-E576-427A-9625-87CB8BE27C15}" srcOrd="3" destOrd="0" presId="urn:microsoft.com/office/officeart/2005/8/layout/vProcess5"/>
    <dgm:cxn modelId="{A6AA81DA-5D20-4D5D-B5C7-D1F15A424140}" type="presParOf" srcId="{1326EFFA-799D-4B5E-AFF6-562B16F455A4}" destId="{5B04A72E-569B-42E6-901F-B79EF20DF398}" srcOrd="4" destOrd="0" presId="urn:microsoft.com/office/officeart/2005/8/layout/vProcess5"/>
    <dgm:cxn modelId="{7B0CB144-03A5-40EF-AF96-46CA235806B9}" type="presParOf" srcId="{1326EFFA-799D-4B5E-AFF6-562B16F455A4}" destId="{C1ABA9AB-EB94-49E0-984A-2E3E48B363AB}" srcOrd="5" destOrd="0" presId="urn:microsoft.com/office/officeart/2005/8/layout/vProcess5"/>
    <dgm:cxn modelId="{C412136C-B6B4-49FE-9621-5E484B777C78}" type="presParOf" srcId="{1326EFFA-799D-4B5E-AFF6-562B16F455A4}" destId="{94C4D9A7-27BD-4CD6-9200-12B5EDC18EB7}" srcOrd="6" destOrd="0" presId="urn:microsoft.com/office/officeart/2005/8/layout/vProcess5"/>
    <dgm:cxn modelId="{A195CB08-D78F-4A1D-AB20-E47D99697D2B}" type="presParOf" srcId="{1326EFFA-799D-4B5E-AFF6-562B16F455A4}" destId="{347CB185-52D2-47AB-B4AE-9ED88EDD0F78}" srcOrd="7" destOrd="0" presId="urn:microsoft.com/office/officeart/2005/8/layout/vProcess5"/>
    <dgm:cxn modelId="{32FC766E-141F-4071-96D1-D59A64070AC0}" type="presParOf" srcId="{1326EFFA-799D-4B5E-AFF6-562B16F455A4}" destId="{2DC3A778-2A29-47F1-A91C-8A9E2D7C3A2C}" srcOrd="8" destOrd="0" presId="urn:microsoft.com/office/officeart/2005/8/layout/vProcess5"/>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D9C51FA-227F-478F-AA9A-B928C030EB4D}">
      <dsp:nvSpPr>
        <dsp:cNvPr id="0" name=""/>
        <dsp:cNvSpPr/>
      </dsp:nvSpPr>
      <dsp:spPr>
        <a:xfrm>
          <a:off x="0" y="1727"/>
          <a:ext cx="10418521" cy="1004234"/>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kumimoji="1" lang="ja-JP" altLang="en-US" sz="2800" kern="1200" dirty="0"/>
            <a:t>意味的理解の表現</a:t>
          </a:r>
        </a:p>
      </dsp:txBody>
      <dsp:txXfrm>
        <a:off x="49023" y="50750"/>
        <a:ext cx="10320475" cy="906188"/>
      </dsp:txXfrm>
    </dsp:sp>
    <dsp:sp modelId="{263C7DA1-B813-42A3-94B9-1A3CB9FBC09A}">
      <dsp:nvSpPr>
        <dsp:cNvPr id="0" name=""/>
        <dsp:cNvSpPr/>
      </dsp:nvSpPr>
      <dsp:spPr>
        <a:xfrm>
          <a:off x="0" y="1005962"/>
          <a:ext cx="10418521" cy="123957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30788" tIns="30480" rIns="170688" bIns="30480" numCol="1" spcCol="1270" anchor="t" anchorCtr="0">
          <a:noAutofit/>
        </a:bodyPr>
        <a:lstStyle/>
        <a:p>
          <a:pPr marL="228600" lvl="1" indent="-228600" algn="l" defTabSz="1066800">
            <a:lnSpc>
              <a:spcPct val="90000"/>
            </a:lnSpc>
            <a:spcBef>
              <a:spcPct val="0"/>
            </a:spcBef>
            <a:spcAft>
              <a:spcPct val="20000"/>
            </a:spcAft>
            <a:buFont typeface="Arial" panose="020B0604020202020204" pitchFamily="34" charset="0"/>
            <a:buChar char="•"/>
          </a:pPr>
          <a:r>
            <a:rPr kumimoji="1" lang="ja-JP" altLang="en-US" sz="2400" kern="1200" dirty="0"/>
            <a:t>単純な単語の一致ではなく、発表者の発話の意図や文脈を理解し、スライド上のどの要素を指しているかを推論する</a:t>
          </a:r>
        </a:p>
      </dsp:txBody>
      <dsp:txXfrm>
        <a:off x="0" y="1005962"/>
        <a:ext cx="10418521" cy="1239574"/>
      </dsp:txXfrm>
    </dsp:sp>
    <dsp:sp modelId="{4DAF363B-C9FF-4590-873C-782CFE286EB3}">
      <dsp:nvSpPr>
        <dsp:cNvPr id="0" name=""/>
        <dsp:cNvSpPr/>
      </dsp:nvSpPr>
      <dsp:spPr>
        <a:xfrm>
          <a:off x="0" y="2245536"/>
          <a:ext cx="10418521" cy="1004234"/>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ja-JP" altLang="en-US" sz="2800" kern="1200" dirty="0"/>
            <a:t>図表の構造解析</a:t>
          </a:r>
          <a:endParaRPr kumimoji="1" lang="ja-JP" altLang="en-US" sz="2800" kern="1200" dirty="0"/>
        </a:p>
      </dsp:txBody>
      <dsp:txXfrm>
        <a:off x="49023" y="2294559"/>
        <a:ext cx="10320475" cy="906188"/>
      </dsp:txXfrm>
    </dsp:sp>
    <dsp:sp modelId="{C69E8EC2-D74B-43F5-82C9-D35EF550F458}">
      <dsp:nvSpPr>
        <dsp:cNvPr id="0" name=""/>
        <dsp:cNvSpPr/>
      </dsp:nvSpPr>
      <dsp:spPr>
        <a:xfrm>
          <a:off x="0" y="3249771"/>
          <a:ext cx="10418521" cy="181804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30788" tIns="30480" rIns="170688" bIns="30480" numCol="1" spcCol="1270" anchor="t" anchorCtr="0">
          <a:noAutofit/>
        </a:bodyPr>
        <a:lstStyle/>
        <a:p>
          <a:pPr marL="228600" lvl="1" indent="-228600" algn="l" defTabSz="1066800">
            <a:lnSpc>
              <a:spcPct val="90000"/>
            </a:lnSpc>
            <a:spcBef>
              <a:spcPct val="0"/>
            </a:spcBef>
            <a:spcAft>
              <a:spcPct val="20000"/>
            </a:spcAft>
            <a:buFont typeface="Arial" panose="020B0604020202020204" pitchFamily="34" charset="0"/>
            <a:buChar char="•"/>
          </a:pPr>
          <a:r>
            <a:rPr lang="ja-JP" altLang="en-US" sz="2400" kern="1200" dirty="0"/>
            <a:t>スライド内のテキストだけでなく、グラフの線や棒、円グラフのセグメント、図解の特定のノードなど、非言語的な視覚要素を個別のオブジェクトとして認識し、座標を特定する</a:t>
          </a:r>
          <a:endParaRPr kumimoji="1" lang="ja-JP" altLang="en-US" sz="2400" kern="1200" dirty="0"/>
        </a:p>
      </dsp:txBody>
      <dsp:txXfrm>
        <a:off x="0" y="3249771"/>
        <a:ext cx="10418521" cy="1818042"/>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27DF1D8-8CD0-4CD5-802C-300369C2557A}">
      <dsp:nvSpPr>
        <dsp:cNvPr id="0" name=""/>
        <dsp:cNvSpPr/>
      </dsp:nvSpPr>
      <dsp:spPr>
        <a:xfrm>
          <a:off x="0" y="0"/>
          <a:ext cx="8429771" cy="1159695"/>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37160" tIns="137160" rIns="137160" bIns="137160" numCol="1" spcCol="1270" anchor="ctr" anchorCtr="0">
          <a:noAutofit/>
        </a:bodyPr>
        <a:lstStyle/>
        <a:p>
          <a:pPr marL="0" lvl="0" indent="0" algn="l" defTabSz="1600200">
            <a:lnSpc>
              <a:spcPct val="90000"/>
            </a:lnSpc>
            <a:spcBef>
              <a:spcPct val="0"/>
            </a:spcBef>
            <a:spcAft>
              <a:spcPct val="35000"/>
            </a:spcAft>
            <a:buNone/>
          </a:pPr>
          <a:r>
            <a:rPr lang="ja-JP" altLang="en-US" sz="3600" kern="1200" dirty="0"/>
            <a:t>スライド解析モジュール</a:t>
          </a:r>
          <a:endParaRPr kumimoji="1" lang="ja-JP" altLang="en-US" sz="3600" kern="1200" dirty="0"/>
        </a:p>
      </dsp:txBody>
      <dsp:txXfrm>
        <a:off x="33966" y="33966"/>
        <a:ext cx="7178370" cy="1091763"/>
      </dsp:txXfrm>
    </dsp:sp>
    <dsp:sp modelId="{7A8AA02A-7B5D-45C6-A101-A5A38CE1D361}">
      <dsp:nvSpPr>
        <dsp:cNvPr id="0" name=""/>
        <dsp:cNvSpPr/>
      </dsp:nvSpPr>
      <dsp:spPr>
        <a:xfrm>
          <a:off x="743803" y="1352977"/>
          <a:ext cx="8429771" cy="1159695"/>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37160" tIns="137160" rIns="137160" bIns="137160" numCol="1" spcCol="1270" anchor="ctr" anchorCtr="0">
          <a:noAutofit/>
        </a:bodyPr>
        <a:lstStyle/>
        <a:p>
          <a:pPr marL="0" lvl="0" indent="0" algn="l" defTabSz="1600200">
            <a:lnSpc>
              <a:spcPct val="90000"/>
            </a:lnSpc>
            <a:spcBef>
              <a:spcPct val="0"/>
            </a:spcBef>
            <a:spcAft>
              <a:spcPct val="35000"/>
            </a:spcAft>
            <a:buNone/>
          </a:pPr>
          <a:r>
            <a:rPr lang="ja-JP" altLang="en-US" sz="3600" kern="1200" dirty="0"/>
            <a:t>音声・意味理解モジュール</a:t>
          </a:r>
        </a:p>
      </dsp:txBody>
      <dsp:txXfrm>
        <a:off x="777769" y="1386943"/>
        <a:ext cx="6864234" cy="1091763"/>
      </dsp:txXfrm>
    </dsp:sp>
    <dsp:sp modelId="{3071BE40-E576-427A-9625-87CB8BE27C15}">
      <dsp:nvSpPr>
        <dsp:cNvPr id="0" name=""/>
        <dsp:cNvSpPr/>
      </dsp:nvSpPr>
      <dsp:spPr>
        <a:xfrm>
          <a:off x="1487606" y="2705954"/>
          <a:ext cx="8429771" cy="1159695"/>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37160" tIns="137160" rIns="137160" bIns="137160" numCol="1" spcCol="1270" anchor="ctr" anchorCtr="0">
          <a:noAutofit/>
        </a:bodyPr>
        <a:lstStyle/>
        <a:p>
          <a:pPr marL="0" lvl="0" indent="0" algn="l" defTabSz="1600200">
            <a:lnSpc>
              <a:spcPct val="90000"/>
            </a:lnSpc>
            <a:spcBef>
              <a:spcPct val="0"/>
            </a:spcBef>
            <a:spcAft>
              <a:spcPct val="35000"/>
            </a:spcAft>
            <a:buNone/>
          </a:pPr>
          <a:r>
            <a:rPr lang="ja-JP" altLang="en-US" sz="3600" kern="1200" dirty="0"/>
            <a:t>ポインティング制御モジュール</a:t>
          </a:r>
          <a:endParaRPr kumimoji="1" lang="ja-JP" altLang="en-US" sz="3600" kern="1200" dirty="0"/>
        </a:p>
      </dsp:txBody>
      <dsp:txXfrm>
        <a:off x="1521572" y="2739920"/>
        <a:ext cx="6864234" cy="1091763"/>
      </dsp:txXfrm>
    </dsp:sp>
    <dsp:sp modelId="{5B04A72E-569B-42E6-901F-B79EF20DF398}">
      <dsp:nvSpPr>
        <dsp:cNvPr id="0" name=""/>
        <dsp:cNvSpPr/>
      </dsp:nvSpPr>
      <dsp:spPr>
        <a:xfrm>
          <a:off x="7675969" y="879435"/>
          <a:ext cx="753801" cy="753801"/>
        </a:xfrm>
        <a:prstGeom prst="downArrow">
          <a:avLst>
            <a:gd name="adj1" fmla="val 55000"/>
            <a:gd name="adj2" fmla="val 45000"/>
          </a:avLst>
        </a:prstGeom>
        <a:solidFill>
          <a:schemeClr val="accent1">
            <a:alpha val="90000"/>
            <a:tint val="40000"/>
            <a:hueOff val="0"/>
            <a:satOff val="0"/>
            <a:lumOff val="0"/>
            <a:alphaOff val="0"/>
          </a:schemeClr>
        </a:solidFill>
        <a:ln w="25400"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25400" tIns="25400" rIns="25400" bIns="25400" numCol="1" spcCol="1270" anchor="ctr" anchorCtr="0">
          <a:noAutofit/>
        </a:bodyPr>
        <a:lstStyle/>
        <a:p>
          <a:pPr marL="0" lvl="0" indent="0" algn="ctr" defTabSz="889000">
            <a:lnSpc>
              <a:spcPct val="90000"/>
            </a:lnSpc>
            <a:spcBef>
              <a:spcPct val="0"/>
            </a:spcBef>
            <a:spcAft>
              <a:spcPct val="35000"/>
            </a:spcAft>
            <a:buNone/>
          </a:pPr>
          <a:endParaRPr kumimoji="1" lang="ja-JP" altLang="en-US" sz="2000" kern="1200"/>
        </a:p>
      </dsp:txBody>
      <dsp:txXfrm>
        <a:off x="7845574" y="879435"/>
        <a:ext cx="414591" cy="567235"/>
      </dsp:txXfrm>
    </dsp:sp>
    <dsp:sp modelId="{C1ABA9AB-EB94-49E0-984A-2E3E48B363AB}">
      <dsp:nvSpPr>
        <dsp:cNvPr id="0" name=""/>
        <dsp:cNvSpPr/>
      </dsp:nvSpPr>
      <dsp:spPr>
        <a:xfrm>
          <a:off x="8419772" y="2224681"/>
          <a:ext cx="753801" cy="753801"/>
        </a:xfrm>
        <a:prstGeom prst="downArrow">
          <a:avLst>
            <a:gd name="adj1" fmla="val 55000"/>
            <a:gd name="adj2" fmla="val 45000"/>
          </a:avLst>
        </a:prstGeom>
        <a:solidFill>
          <a:schemeClr val="accent1">
            <a:alpha val="90000"/>
            <a:tint val="40000"/>
            <a:hueOff val="0"/>
            <a:satOff val="0"/>
            <a:lumOff val="0"/>
            <a:alphaOff val="0"/>
          </a:schemeClr>
        </a:solidFill>
        <a:ln w="25400"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25400" tIns="25400" rIns="25400" bIns="25400" numCol="1" spcCol="1270" anchor="ctr" anchorCtr="0">
          <a:noAutofit/>
        </a:bodyPr>
        <a:lstStyle/>
        <a:p>
          <a:pPr marL="0" lvl="0" indent="0" algn="ctr" defTabSz="889000">
            <a:lnSpc>
              <a:spcPct val="90000"/>
            </a:lnSpc>
            <a:spcBef>
              <a:spcPct val="0"/>
            </a:spcBef>
            <a:spcAft>
              <a:spcPct val="35000"/>
            </a:spcAft>
            <a:buNone/>
          </a:pPr>
          <a:endParaRPr kumimoji="1" lang="ja-JP" altLang="en-US" sz="2000" kern="1200"/>
        </a:p>
      </dsp:txBody>
      <dsp:txXfrm>
        <a:off x="8589377" y="2224681"/>
        <a:ext cx="414591" cy="567235"/>
      </dsp:txXfrm>
    </dsp:sp>
  </dsp:spTree>
</dsp:drawing>
</file>

<file path=ppt/diagrams/layout1.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xml><?xml version="1.0" encoding="utf-8"?>
<dgm:layoutDef xmlns:dgm="http://schemas.openxmlformats.org/drawingml/2006/diagram" xmlns:a="http://schemas.openxmlformats.org/drawingml/2006/main" uniqueId="urn:microsoft.com/office/officeart/2005/8/layout/vProcess5">
  <dgm:title val=""/>
  <dgm:desc val=""/>
  <dgm:catLst>
    <dgm:cat type="process" pri="14000"/>
  </dgm:catLst>
  <dgm:sampData>
    <dgm:dataModel>
      <dgm:ptLst>
        <dgm:pt modelId="0" type="doc"/>
        <dgm:pt modelId="1">
          <dgm:prSet phldr="1"/>
        </dgm:pt>
        <dgm:pt modelId="2">
          <dgm:prSet phldr="1"/>
        </dgm:pt>
        <dgm:pt modelId="3">
          <dgm:prSet phldr="1"/>
        </dgm:pt>
      </dgm:ptLst>
      <dgm:cxnLst>
        <dgm:cxn modelId="5" srcId="0" destId="1" srcOrd="0" destOrd="0"/>
        <dgm:cxn modelId="6" srcId="0" destId="2" srcOrd="1" destOrd="0"/>
        <dgm:cxn modelId="7" srcId="0" destId="3" srcOrd="2"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6" srcId="0" destId="1" srcOrd="0" destOrd="0"/>
        <dgm:cxn modelId="7" srcId="0" destId="2" srcOrd="1" destOrd="0"/>
        <dgm:cxn modelId="8" srcId="0" destId="3" srcOrd="2" destOrd="0"/>
        <dgm:cxn modelId="9" srcId="0" destId="4" srcOrd="3" destOrd="0"/>
      </dgm:cxnLst>
      <dgm:bg/>
      <dgm:whole/>
    </dgm:dataModel>
  </dgm:clrData>
  <dgm:layoutNode name="outerComposite">
    <dgm:varLst>
      <dgm:chMax val="5"/>
      <dgm:dir/>
      <dgm:resizeHandles val="exact"/>
    </dgm:varLst>
    <dgm:alg type="composite"/>
    <dgm:shape xmlns:r="http://schemas.openxmlformats.org/officeDocument/2006/relationships" r:blip="">
      <dgm:adjLst/>
    </dgm:shape>
    <dgm:presOf/>
    <dgm:choose name="Name0">
      <dgm:if name="Name1" func="var" arg="dir" op="equ" val="norm">
        <dgm:constrLst>
          <dgm:constr type="primFontSz" for="ch" ptType="node" op="equ" val="65"/>
          <dgm:constr type="w" for="ch" forName="dummyMaxCanvas" refType="w"/>
          <dgm:constr type="h" for="ch" forName="dummyMaxCanvas" refType="h"/>
          <dgm:constr type="w" for="ch" forName="OneNode_1" refType="w"/>
          <dgm:constr type="h" for="ch" forName="OneNode_1" refType="h" fact="0.5"/>
          <dgm:constr type="ctrY" for="ch" forName="OneNode_1" refType="h" fact="0.5"/>
          <dgm:constr type="w" for="ch" forName="TwoNodes_1" refType="w" fact="0.85"/>
          <dgm:constr type="h" for="ch" forName="TwoNodes_1" refType="h" fact="0.45"/>
          <dgm:constr type="t" for="ch" forName="TwoNodes_1"/>
          <dgm:constr type="l" for="ch" forName="TwoNodes_1"/>
          <dgm:constr type="w" for="ch" forName="TwoNodes_2" refType="w" fact="0.85"/>
          <dgm:constr type="h" for="ch" forName="TwoNodes_2" refType="h" fact="0.45"/>
          <dgm:constr type="b" for="ch" forName="TwoNodes_2" refType="h"/>
          <dgm:constr type="r" for="ch" forName="TwoNodes_2" refType="w"/>
          <dgm:constr type="w" for="ch" forName="TwoConn_1-2" refType="h" refFor="ch" refForName="TwoNodes_1" fact="0.65"/>
          <dgm:constr type="h" for="ch" forName="TwoConn_1-2" refType="h" refFor="ch" refForName="TwoNodes_1" fact="0.65"/>
          <dgm:constr type="ctrY" for="ch" forName="TwoConn_1-2" refType="h" fact="0.5"/>
          <dgm:constr type="r" for="ch" forName="TwoConn_1-2" refType="r" refFor="ch" refForName="TwoNodes_1"/>
          <dgm:constr type="r" for="ch" forName="TwoNodes_1_text" refType="l" refFor="ch" refForName="TwoConn_1-2"/>
          <dgm:constr type="rOff" for="ch" forName="TwoNodes_1_text" refType="w" refFor="ch" refForName="TwoConn_1-2" fact="-0.5"/>
          <dgm:constr type="t" for="ch" forName="TwoNodes_1_text" refType="t" refFor="ch" refForName="TwoNodes_1"/>
          <dgm:constr type="b" for="ch" forName="TwoNodes_1_text" refType="b" refFor="ch" refForName="TwoNodes_1"/>
          <dgm:constr type="l" for="ch" forName="TwoNodes_1_text" refType="l" refFor="ch" refForName="TwoNodes_1"/>
          <dgm:constr type="r" for="ch" forName="TwoNodes_2_text" refType="l" refFor="ch" refForName="TwoConn_1-2"/>
          <dgm:constr type="t" for="ch" forName="TwoNodes_2_text" refType="t" refFor="ch" refForName="TwoNodes_2"/>
          <dgm:constr type="b" for="ch" forName="TwoNodes_2_text" refType="b" refFor="ch" refForName="TwoNodes_2"/>
          <dgm:constr type="l" for="ch" forName="TwoNodes_2_text" refType="l" refFor="ch" refForName="TwoNodes_2"/>
          <dgm:constr type="w" for="ch" forName="ThreeNodes_1" refType="w" fact="0.85"/>
          <dgm:constr type="h" for="ch" forName="ThreeNodes_1" refType="h" fact="0.3"/>
          <dgm:constr type="t" for="ch" forName="ThreeNodes_1"/>
          <dgm:constr type="l" for="ch" forName="ThreeNodes_1"/>
          <dgm:constr type="w" for="ch" forName="ThreeNodes_2" refType="w" fact="0.85"/>
          <dgm:constr type="h" for="ch" forName="ThreeNodes_2" refType="h" fact="0.3"/>
          <dgm:constr type="ctrY" for="ch" forName="ThreeNodes_2" refType="h" fact="0.5"/>
          <dgm:constr type="ctrX" for="ch" forName="ThreeNodes_2" refType="w" fact="0.5"/>
          <dgm:constr type="w" for="ch" forName="ThreeNodes_3" refType="w" fact="0.85"/>
          <dgm:constr type="h" for="ch" forName="ThreeNodes_3" refType="h" fact="0.3"/>
          <dgm:constr type="b" for="ch" forName="ThreeNodes_3" refType="h"/>
          <dgm:constr type="r" for="ch" forName="ThreeNodes_3" refType="w"/>
          <dgm:constr type="w" for="ch" forName="ThreeConn_1-2" refType="h" refFor="ch" refForName="ThreeNodes_1" fact="0.65"/>
          <dgm:constr type="h" for="ch" forName="ThreeConn_1-2" refType="h" refFor="ch" refForName="ThreeNodes_1" fact="0.65"/>
          <dgm:constr type="ctrY" for="ch" forName="ThreeConn_1-2" refType="h" fact="0.325"/>
          <dgm:constr type="r" for="ch" forName="ThreeConn_1-2" refType="r" refFor="ch" refForName="ThreeNodes_1"/>
          <dgm:constr type="w" for="ch" forName="ThreeConn_2-3" refType="h" refFor="ch" refForName="ThreeNodes_2" fact="0.65"/>
          <dgm:constr type="h" for="ch" forName="ThreeConn_2-3" refType="h" refFor="ch" refForName="ThreeNodes_2" fact="0.65"/>
          <dgm:constr type="ctrY" for="ch" forName="ThreeConn_2-3" refType="h" fact="0.673"/>
          <dgm:constr type="r" for="ch" forName="ThreeConn_2-3" refType="r" refFor="ch" refForName="ThreeNodes_2"/>
          <dgm:constr type="r" for="ch" forName="ThreeNodes_1_text" refType="l" refFor="ch" refForName="ThreeConn_1-2"/>
          <dgm:constr type="rOff" for="ch" forName="ThreeNodes_1_text" refType="w" refFor="ch" refForName="ThreeConn_1-2" fact="-0.57"/>
          <dgm:constr type="t" for="ch" forName="ThreeNodes_1_text" refType="t" refFor="ch" refForName="ThreeNodes_1"/>
          <dgm:constr type="b" for="ch" forName="ThreeNodes_1_text" refType="b" refFor="ch" refForName="ThreeNodes_1"/>
          <dgm:constr type="l" for="ch" forName="ThreeNodes_1_text" refType="l" refFor="ch" refForName="ThreeNodes_1"/>
          <dgm:constr type="r" for="ch" forName="ThreeNodes_2_text" refType="l" refFor="ch" refForName="ThreeConn_1-2"/>
          <dgm:constr type="t" for="ch" forName="ThreeNodes_2_text" refType="t" refFor="ch" refForName="ThreeNodes_2"/>
          <dgm:constr type="b" for="ch" forName="ThreeNodes_2_text" refType="b" refFor="ch" refForName="ThreeNodes_2"/>
          <dgm:constr type="l" for="ch" forName="ThreeNodes_2_text" refType="l" refFor="ch" refForName="ThreeNodes_2"/>
          <dgm:constr type="r" for="ch" forName="ThreeNodes_3_text" refType="l" refFor="ch" refForName="ThreeConn_2-3"/>
          <dgm:constr type="t" for="ch" forName="ThreeNodes_3_text" refType="t" refFor="ch" refForName="ThreeNodes_3"/>
          <dgm:constr type="b" for="ch" forName="ThreeNodes_3_text" refType="b" refFor="ch" refForName="ThreeNodes_3"/>
          <dgm:constr type="l" for="ch" forName="ThreeNodes_3_text" refType="l" refFor="ch" refForName="ThreeNodes_3"/>
          <dgm:constr type="w" for="ch" forName="FourNodes_1" refType="w" fact="0.8"/>
          <dgm:constr type="h" for="ch" forName="FourNodes_1" refType="h" fact="0.22"/>
          <dgm:constr type="t" for="ch" forName="FourNodes_1"/>
          <dgm:constr type="l" for="ch" forName="FourNodes_1"/>
          <dgm:constr type="w" for="ch" forName="FourNodes_2" refType="w" fact="0.8"/>
          <dgm:constr type="h" for="ch" forName="FourNodes_2" refType="h" fact="0.22"/>
          <dgm:constr type="ctrY" for="ch" forName="FourNodes_2" refType="h" fact="0.37"/>
          <dgm:constr type="ctrX" for="ch" forName="FourNodes_2" refType="w" fact="0.467"/>
          <dgm:constr type="w" for="ch" forName="FourNodes_3" refType="w" fact="0.8"/>
          <dgm:constr type="h" for="ch" forName="FourNodes_3" refType="h" fact="0.22"/>
          <dgm:constr type="ctrY" for="ch" forName="FourNodes_3" refType="h" fact="0.63"/>
          <dgm:constr type="ctrX" for="ch" forName="FourNodes_3" refType="w" fact="0.533"/>
          <dgm:constr type="w" for="ch" forName="FourNodes_4" refType="w" fact="0.8"/>
          <dgm:constr type="h" for="ch" forName="FourNodes_4" refType="h" fact="0.22"/>
          <dgm:constr type="b" for="ch" forName="FourNodes_4" refType="h"/>
          <dgm:constr type="r" for="ch" forName="FourNodes_4" refType="w"/>
          <dgm:constr type="w" for="ch" forName="FourConn_1-2" refType="h" refFor="ch" refForName="FourNodes_1" fact="0.65"/>
          <dgm:constr type="h" for="ch" forName="FourConn_1-2" refType="h" refFor="ch" refForName="FourNodes_1" fact="0.65"/>
          <dgm:constr type="ctrY" for="ch" forName="FourConn_1-2" refType="h" fact="0.24"/>
          <dgm:constr type="r" for="ch" forName="FourConn_1-2" refType="r" refFor="ch" refForName="FourNodes_1"/>
          <dgm:constr type="w" for="ch" forName="FourConn_2-3" refType="h" refFor="ch" refForName="FourNodes_2" fact="0.65"/>
          <dgm:constr type="h" for="ch" forName="FourConn_2-3" refType="h" refFor="ch" refForName="FourNodes_2" fact="0.65"/>
          <dgm:constr type="ctrY" for="ch" forName="FourConn_2-3" refType="h" fact="0.5"/>
          <dgm:constr type="r" for="ch" forName="FourConn_2-3" refType="r" refFor="ch" refForName="FourNodes_2"/>
          <dgm:constr type="w" for="ch" forName="FourConn_3-4" refType="h" refFor="ch" refForName="FourNodes_3" fact="0.65"/>
          <dgm:constr type="h" for="ch" forName="FourConn_3-4" refType="h" refFor="ch" refForName="FourNodes_3" fact="0.65"/>
          <dgm:constr type="ctrY" for="ch" forName="FourConn_3-4" refType="h" fact="0.76"/>
          <dgm:constr type="r" for="ch" forName="FourConn_3-4" refType="r" refFor="ch" refForName="FourNodes_3"/>
          <dgm:constr type="r" for="ch" forName="FourNodes_1_text" refType="l" refFor="ch" refForName="FourConn_1-2"/>
          <dgm:constr type="rOff" for="ch" forName="FourNodes_1_text" refType="w" refFor="ch" refForName="FourConn_1-2" fact="-0.7"/>
          <dgm:constr type="t" for="ch" forName="FourNodes_1_text" refType="t" refFor="ch" refForName="FourNodes_1"/>
          <dgm:constr type="b" for="ch" forName="FourNodes_1_text" refType="b" refFor="ch" refForName="FourNodes_1"/>
          <dgm:constr type="l" for="ch" forName="FourNodes_1_text" refType="l" refFor="ch" refForName="FourNodes_1"/>
          <dgm:constr type="r" for="ch" forName="FourNodes_2_text" refType="l" refFor="ch" refForName="FourConn_1-2"/>
          <dgm:constr type="t" for="ch" forName="FourNodes_2_text" refType="t" refFor="ch" refForName="FourNodes_2"/>
          <dgm:constr type="b" for="ch" forName="FourNodes_2_text" refType="b" refFor="ch" refForName="FourNodes_2"/>
          <dgm:constr type="l" for="ch" forName="FourNodes_2_text" refType="l" refFor="ch" refForName="FourNodes_2"/>
          <dgm:constr type="r" for="ch" forName="FourNodes_3_text" refType="l" refFor="ch" refForName="FourConn_2-3"/>
          <dgm:constr type="t" for="ch" forName="FourNodes_3_text" refType="t" refFor="ch" refForName="FourNodes_3"/>
          <dgm:constr type="b" for="ch" forName="FourNodes_3_text" refType="b" refFor="ch" refForName="FourNodes_3"/>
          <dgm:constr type="l" for="ch" forName="FourNodes_3_text" refType="l" refFor="ch" refForName="FourNodes_3"/>
          <dgm:constr type="r" for="ch" forName="FourNodes_4_text" refType="l" refFor="ch" refForName="FourConn_3-4"/>
          <dgm:constr type="t" for="ch" forName="FourNodes_4_text" refType="t" refFor="ch" refForName="FourNodes_4"/>
          <dgm:constr type="b" for="ch" forName="FourNodes_4_text" refType="b" refFor="ch" refForName="FourNodes_4"/>
          <dgm:constr type="l" for="ch" forName="FourNodes_4_text" refType="l" refFor="ch" refForName="FourNodes_4"/>
          <dgm:constr type="w" for="ch" forName="FiveNodes_1" refType="w" fact="0.77"/>
          <dgm:constr type="h" for="ch" forName="FiveNodes_1" refType="h" fact="0.18"/>
          <dgm:constr type="t" for="ch" forName="FiveNodes_1"/>
          <dgm:constr type="l" for="ch" forName="FiveNodes_1"/>
          <dgm:constr type="w" for="ch" forName="FiveNodes_2" refType="w" fact="0.77"/>
          <dgm:constr type="h" for="ch" forName="FiveNodes_2" refType="h" fact="0.18"/>
          <dgm:constr type="ctrY" for="ch" forName="FiveNodes_2" refType="h" fact="0.295"/>
          <dgm:constr type="ctrX" for="ch" forName="FiveNodes_2" refType="w" fact="0.4425"/>
          <dgm:constr type="w" for="ch" forName="FiveNodes_3" refType="w" fact="0.77"/>
          <dgm:constr type="h" for="ch" forName="FiveNodes_3" refType="h" fact="0.18"/>
          <dgm:constr type="ctrY" for="ch" forName="FiveNodes_3" refType="h" fact="0.5"/>
          <dgm:constr type="ctrX" for="ch" forName="FiveNodes_3" refType="w" fact="0.5"/>
          <dgm:constr type="w" for="ch" forName="FiveNodes_4" refType="w" fact="0.77"/>
          <dgm:constr type="h" for="ch" forName="FiveNodes_4" refType="h" fact="0.18"/>
          <dgm:constr type="ctrY" for="ch" forName="FiveNodes_4" refType="h" fact="0.705"/>
          <dgm:constr type="ctrX" for="ch" forName="FiveNodes_4" refType="w" fact="0.5575"/>
          <dgm:constr type="w" for="ch" forName="FiveNodes_5" refType="w" fact="0.77"/>
          <dgm:constr type="h" for="ch" forName="FiveNodes_5" refType="h" fact="0.18"/>
          <dgm:constr type="b" for="ch" forName="FiveNodes_5" refType="h"/>
          <dgm:constr type="r" for="ch" forName="FiveNodes_5" refType="w"/>
          <dgm:constr type="w" for="ch" forName="FiveConn_1-2" refType="h" refFor="ch" refForName="FiveNodes_1" fact="0.65"/>
          <dgm:constr type="h" for="ch" forName="FiveConn_1-2" refType="h" refFor="ch" refForName="FiveNodes_1" fact="0.65"/>
          <dgm:constr type="ctrY" for="ch" forName="FiveConn_1-2" refType="h" fact="0.19"/>
          <dgm:constr type="r" for="ch" forName="FiveConn_1-2" refType="r" refFor="ch" refForName="FiveNodes_1"/>
          <dgm:constr type="w" for="ch" forName="FiveConn_2-3" refType="h" refFor="ch" refForName="FiveNodes_2" fact="0.65"/>
          <dgm:constr type="h" for="ch" forName="FiveConn_2-3" refType="h" refFor="ch" refForName="FiveNodes_2" fact="0.65"/>
          <dgm:constr type="ctrY" for="ch" forName="FiveConn_2-3" refType="h" fact="0.395"/>
          <dgm:constr type="r" for="ch" forName="FiveConn_2-3" refType="r" refFor="ch" refForName="FiveNodes_2"/>
          <dgm:constr type="w" for="ch" forName="FiveConn_3-4" refType="h" refFor="ch" refForName="FiveNodes_3" fact="0.65"/>
          <dgm:constr type="h" for="ch" forName="FiveConn_3-4" refType="h" refFor="ch" refForName="FiveNodes_3" fact="0.65"/>
          <dgm:constr type="ctrY" for="ch" forName="FiveConn_3-4" refType="h" fact="0.597"/>
          <dgm:constr type="r" for="ch" forName="FiveConn_3-4" refType="r" refFor="ch" refForName="FiveNodes_3"/>
          <dgm:constr type="w" for="ch" forName="FiveConn_4-5" refType="h" refFor="ch" refForName="FiveNodes_4" fact="0.65"/>
          <dgm:constr type="h" for="ch" forName="FiveConn_4-5" refType="h" refFor="ch" refForName="FiveNodes_4" fact="0.65"/>
          <dgm:constr type="ctrY" for="ch" forName="FiveConn_4-5" refType="h" fact="0.804"/>
          <dgm:constr type="r" for="ch" forName="FiveConn_4-5" refType="r" refFor="ch" refForName="FiveNodes_4"/>
          <dgm:constr type="r" for="ch" forName="FiveNodes_1_text" refType="l" refFor="ch" refForName="FiveConn_1-2"/>
          <dgm:constr type="rOff" for="ch" forName="FiveNodes_1_text" refType="w" refFor="ch" refForName="FiveConn_1-2" fact="-0.75"/>
          <dgm:constr type="t" for="ch" forName="FiveNodes_1_text" refType="t" refFor="ch" refForName="FiveNodes_1"/>
          <dgm:constr type="b" for="ch" forName="FiveNodes_1_text" refType="b" refFor="ch" refForName="FiveNodes_1"/>
          <dgm:constr type="l" for="ch" forName="FiveNodes_1_text" refType="l" refFor="ch" refForName="FiveNodes_1"/>
          <dgm:constr type="r" for="ch" forName="FiveNodes_2_text" refType="l" refFor="ch" refForName="FiveConn_1-2"/>
          <dgm:constr type="t" for="ch" forName="FiveNodes_2_text" refType="t" refFor="ch" refForName="FiveNodes_2"/>
          <dgm:constr type="b" for="ch" forName="FiveNodes_2_text" refType="b" refFor="ch" refForName="FiveNodes_2"/>
          <dgm:constr type="l" for="ch" forName="FiveNodes_2_text" refType="l" refFor="ch" refForName="FiveNodes_2"/>
          <dgm:constr type="r" for="ch" forName="FiveNodes_3_text" refType="l" refFor="ch" refForName="FiveConn_2-3"/>
          <dgm:constr type="t" for="ch" forName="FiveNodes_3_text" refType="t" refFor="ch" refForName="FiveNodes_3"/>
          <dgm:constr type="b" for="ch" forName="FiveNodes_3_text" refType="b" refFor="ch" refForName="FiveNodes_3"/>
          <dgm:constr type="l" for="ch" forName="FiveNodes_3_text" refType="l" refFor="ch" refForName="FiveNodes_3"/>
          <dgm:constr type="r" for="ch" forName="FiveNodes_4_text" refType="l" refFor="ch" refForName="FiveConn_3-4"/>
          <dgm:constr type="t" for="ch" forName="FiveNodes_4_text" refType="t" refFor="ch" refForName="FiveNodes_4"/>
          <dgm:constr type="b" for="ch" forName="FiveNodes_4_text" refType="b" refFor="ch" refForName="FiveNodes_4"/>
          <dgm:constr type="l" for="ch" forName="FiveNodes_4_text" refType="l" refFor="ch" refForName="FiveNodes_4"/>
          <dgm:constr type="r" for="ch" forName="FiveNodes_5_text" refType="l" refFor="ch" refForName="FiveConn_4-5"/>
          <dgm:constr type="t" for="ch" forName="FiveNodes_5_text" refType="t" refFor="ch" refForName="FiveNodes_5"/>
          <dgm:constr type="b" for="ch" forName="FiveNodes_5_text" refType="b" refFor="ch" refForName="FiveNodes_5"/>
          <dgm:constr type="l" for="ch" forName="FiveNodes_5_text" refType="l" refFor="ch" refForName="FiveNodes_5"/>
        </dgm:constrLst>
      </dgm:if>
      <dgm:else name="Name2">
        <dgm:constrLst>
          <dgm:constr type="primFontSz" for="ch" ptType="node" op="equ" val="65"/>
          <dgm:constr type="w" for="ch" forName="dummyMaxCanvas" refType="w"/>
          <dgm:constr type="h" for="ch" forName="dummyMaxCanvas" refType="h"/>
          <dgm:constr type="w" for="ch" forName="OneNode_1" refType="w"/>
          <dgm:constr type="h" for="ch" forName="OneNode_1" refType="h" fact="0.5"/>
          <dgm:constr type="ctrY" for="ch" forName="OneNode_1" refType="h" fact="0.5"/>
          <dgm:constr type="w" for="ch" forName="TwoNodes_1" refType="w" fact="0.85"/>
          <dgm:constr type="h" for="ch" forName="TwoNodes_1" refType="h" fact="0.45"/>
          <dgm:constr type="t" for="ch" forName="TwoNodes_1"/>
          <dgm:constr type="r" for="ch" forName="TwoNodes_1" refType="w"/>
          <dgm:constr type="w" for="ch" forName="TwoNodes_2" refType="w" fact="0.85"/>
          <dgm:constr type="h" for="ch" forName="TwoNodes_2" refType="h" fact="0.45"/>
          <dgm:constr type="b" for="ch" forName="TwoNodes_2" refType="h"/>
          <dgm:constr type="l" for="ch" forName="TwoNodes_2"/>
          <dgm:constr type="w" for="ch" forName="TwoConn_1-2" refType="h" refFor="ch" refForName="TwoNodes_1" fact="0.65"/>
          <dgm:constr type="h" for="ch" forName="TwoConn_1-2" refType="h" refFor="ch" refForName="TwoNodes_1" fact="0.65"/>
          <dgm:constr type="ctrY" for="ch" forName="TwoConn_1-2" refType="h" fact="0.5"/>
          <dgm:constr type="l" for="ch" forName="TwoConn_1-2" refType="l" refFor="ch" refForName="TwoNodes_1"/>
          <dgm:constr type="l" for="ch" forName="TwoNodes_1_text" refType="r" refFor="ch" refForName="TwoConn_1-2"/>
          <dgm:constr type="lOff" for="ch" forName="TwoNodes_1_text" refType="w" refFor="ch" refForName="TwoConn_1-2" fact="0.5"/>
          <dgm:constr type="t" for="ch" forName="TwoNodes_1_text" refType="t" refFor="ch" refForName="TwoNodes_1"/>
          <dgm:constr type="b" for="ch" forName="TwoNodes_1_text" refType="b" refFor="ch" refForName="TwoNodes_1"/>
          <dgm:constr type="r" for="ch" forName="TwoNodes_1_text" refType="r" refFor="ch" refForName="TwoNodes_1"/>
          <dgm:constr type="l" for="ch" forName="TwoNodes_2_text" refType="r" refFor="ch" refForName="TwoConn_1-2"/>
          <dgm:constr type="t" for="ch" forName="TwoNodes_2_text" refType="t" refFor="ch" refForName="TwoNodes_2"/>
          <dgm:constr type="b" for="ch" forName="TwoNodes_2_text" refType="b" refFor="ch" refForName="TwoNodes_2"/>
          <dgm:constr type="r" for="ch" forName="TwoNodes_2_text" refType="r" refFor="ch" refForName="TwoNodes_2"/>
          <dgm:constr type="w" for="ch" forName="ThreeNodes_1" refType="w" fact="0.85"/>
          <dgm:constr type="h" for="ch" forName="ThreeNodes_1" refType="h" fact="0.3"/>
          <dgm:constr type="t" for="ch" forName="ThreeNodes_1"/>
          <dgm:constr type="r" for="ch" forName="ThreeNodes_1" refType="w"/>
          <dgm:constr type="w" for="ch" forName="ThreeNodes_2" refType="w" fact="0.85"/>
          <dgm:constr type="h" for="ch" forName="ThreeNodes_2" refType="h" fact="0.3"/>
          <dgm:constr type="ctrY" for="ch" forName="ThreeNodes_2" refType="h" fact="0.5"/>
          <dgm:constr type="ctrX" for="ch" forName="ThreeNodes_2" refType="w" fact="0.5"/>
          <dgm:constr type="w" for="ch" forName="ThreeNodes_3" refType="w" fact="0.85"/>
          <dgm:constr type="h" for="ch" forName="ThreeNodes_3" refType="h" fact="0.3"/>
          <dgm:constr type="b" for="ch" forName="ThreeNodes_3" refType="h"/>
          <dgm:constr type="l" for="ch" forName="ThreeNodes_3"/>
          <dgm:constr type="w" for="ch" forName="ThreeConn_1-2" refType="h" refFor="ch" refForName="ThreeNodes_1" fact="0.65"/>
          <dgm:constr type="h" for="ch" forName="ThreeConn_1-2" refType="h" refFor="ch" refForName="ThreeNodes_1" fact="0.65"/>
          <dgm:constr type="ctrY" for="ch" forName="ThreeConn_1-2" refType="h" fact="0.325"/>
          <dgm:constr type="l" for="ch" forName="ThreeConn_1-2" refType="l" refFor="ch" refForName="ThreeNodes_1"/>
          <dgm:constr type="w" for="ch" forName="ThreeConn_2-3" refType="h" refFor="ch" refForName="ThreeNodes_2" fact="0.65"/>
          <dgm:constr type="h" for="ch" forName="ThreeConn_2-3" refType="h" refFor="ch" refForName="ThreeNodes_2" fact="0.65"/>
          <dgm:constr type="ctrY" for="ch" forName="ThreeConn_2-3" refType="h" fact="0.673"/>
          <dgm:constr type="l" for="ch" forName="ThreeConn_2-3" refType="l" refFor="ch" refForName="ThreeNodes_2"/>
          <dgm:constr type="l" for="ch" forName="ThreeNodes_1_text" refType="r" refFor="ch" refForName="ThreeConn_1-2"/>
          <dgm:constr type="lOff" for="ch" forName="ThreeNodes_1_text" refType="w" refFor="ch" refForName="ThreeConn_1-2" fact="0.55"/>
          <dgm:constr type="t" for="ch" forName="ThreeNodes_1_text" refType="t" refFor="ch" refForName="ThreeNodes_1"/>
          <dgm:constr type="b" for="ch" forName="ThreeNodes_1_text" refType="b" refFor="ch" refForName="ThreeNodes_1"/>
          <dgm:constr type="r" for="ch" forName="ThreeNodes_1_text" refType="r" refFor="ch" refForName="ThreeNodes_1"/>
          <dgm:constr type="l" for="ch" forName="ThreeNodes_2_text" refType="r" refFor="ch" refForName="ThreeConn_1-2"/>
          <dgm:constr type="t" for="ch" forName="ThreeNodes_2_text" refType="t" refFor="ch" refForName="ThreeNodes_2"/>
          <dgm:constr type="b" for="ch" forName="ThreeNodes_2_text" refType="b" refFor="ch" refForName="ThreeNodes_2"/>
          <dgm:constr type="r" for="ch" forName="ThreeNodes_2_text" refType="r" refFor="ch" refForName="ThreeNodes_2"/>
          <dgm:constr type="l" for="ch" forName="ThreeNodes_3_text" refType="r" refFor="ch" refForName="ThreeConn_2-3"/>
          <dgm:constr type="t" for="ch" forName="ThreeNodes_3_text" refType="t" refFor="ch" refForName="ThreeNodes_3"/>
          <dgm:constr type="b" for="ch" forName="ThreeNodes_3_text" refType="b" refFor="ch" refForName="ThreeNodes_3"/>
          <dgm:constr type="r" for="ch" forName="ThreeNodes_3_text" refType="r" refFor="ch" refForName="ThreeNodes_3"/>
          <dgm:constr type="w" for="ch" forName="FourNodes_1" refType="w" fact="0.8"/>
          <dgm:constr type="h" for="ch" forName="FourNodes_1" refType="h" fact="0.22"/>
          <dgm:constr type="t" for="ch" forName="FourNodes_1"/>
          <dgm:constr type="r" for="ch" forName="FourNodes_1" refType="w"/>
          <dgm:constr type="w" for="ch" forName="FourNodes_2" refType="w" fact="0.8"/>
          <dgm:constr type="h" for="ch" forName="FourNodes_2" refType="h" fact="0.22"/>
          <dgm:constr type="ctrY" for="ch" forName="FourNodes_2" refType="h" fact="0.37"/>
          <dgm:constr type="ctrX" for="ch" forName="FourNodes_2" refType="w" fact="0.533"/>
          <dgm:constr type="w" for="ch" forName="FourNodes_3" refType="w" fact="0.8"/>
          <dgm:constr type="h" for="ch" forName="FourNodes_3" refType="h" fact="0.22"/>
          <dgm:constr type="ctrY" for="ch" forName="FourNodes_3" refType="h" fact="0.63"/>
          <dgm:constr type="ctrX" for="ch" forName="FourNodes_3" refType="w" fact="0.467"/>
          <dgm:constr type="w" for="ch" forName="FourNodes_4" refType="w" fact="0.8"/>
          <dgm:constr type="h" for="ch" forName="FourNodes_4" refType="h" fact="0.22"/>
          <dgm:constr type="b" for="ch" forName="FourNodes_4" refType="h"/>
          <dgm:constr type="l" for="ch" forName="FourNodes_4"/>
          <dgm:constr type="w" for="ch" forName="FourConn_1-2" refType="h" refFor="ch" refForName="FourNodes_1" fact="0.65"/>
          <dgm:constr type="h" for="ch" forName="FourConn_1-2" refType="h" refFor="ch" refForName="FourNodes_1" fact="0.65"/>
          <dgm:constr type="ctrY" for="ch" forName="FourConn_1-2" refType="h" fact="0.24"/>
          <dgm:constr type="l" for="ch" forName="FourConn_1-2" refType="l" refFor="ch" refForName="FourNodes_1"/>
          <dgm:constr type="w" for="ch" forName="FourConn_2-3" refType="h" refFor="ch" refForName="FourNodes_2" fact="0.65"/>
          <dgm:constr type="h" for="ch" forName="FourConn_2-3" refType="h" refFor="ch" refForName="FourNodes_2" fact="0.65"/>
          <dgm:constr type="ctrY" for="ch" forName="FourConn_2-3" refType="h" fact="0.5"/>
          <dgm:constr type="l" for="ch" forName="FourConn_2-3" refType="l" refFor="ch" refForName="FourNodes_2"/>
          <dgm:constr type="w" for="ch" forName="FourConn_3-4" refType="h" refFor="ch" refForName="FourNodes_3" fact="0.65"/>
          <dgm:constr type="h" for="ch" forName="FourConn_3-4" refType="h" refFor="ch" refForName="FourNodes_3" fact="0.65"/>
          <dgm:constr type="ctrY" for="ch" forName="FourConn_3-4" refType="h" fact="0.76"/>
          <dgm:constr type="l" for="ch" forName="FourConn_3-4" refType="l" refFor="ch" refForName="FourNodes_3"/>
          <dgm:constr type="l" for="ch" forName="FourNodes_1_text" refType="r" refFor="ch" refForName="FourConn_1-2"/>
          <dgm:constr type="lOff" for="ch" forName="FourNodes_1_text" refType="w" refFor="ch" refForName="FourConn_1-2" fact="0.69"/>
          <dgm:constr type="t" for="ch" forName="FourNodes_1_text" refType="t" refFor="ch" refForName="FourNodes_1"/>
          <dgm:constr type="b" for="ch" forName="FourNodes_1_text" refType="b" refFor="ch" refForName="FourNodes_1"/>
          <dgm:constr type="r" for="ch" forName="FourNodes_1_text" refType="r" refFor="ch" refForName="FourNodes_1"/>
          <dgm:constr type="l" for="ch" forName="FourNodes_2_text" refType="r" refFor="ch" refForName="FourConn_1-2"/>
          <dgm:constr type="t" for="ch" forName="FourNodes_2_text" refType="t" refFor="ch" refForName="FourNodes_2"/>
          <dgm:constr type="b" for="ch" forName="FourNodes_2_text" refType="b" refFor="ch" refForName="FourNodes_2"/>
          <dgm:constr type="r" for="ch" forName="FourNodes_2_text" refType="r" refFor="ch" refForName="FourNodes_2"/>
          <dgm:constr type="l" for="ch" forName="FourNodes_3_text" refType="r" refFor="ch" refForName="FourConn_2-3"/>
          <dgm:constr type="t" for="ch" forName="FourNodes_3_text" refType="t" refFor="ch" refForName="FourNodes_3"/>
          <dgm:constr type="b" for="ch" forName="FourNodes_3_text" refType="b" refFor="ch" refForName="FourNodes_3"/>
          <dgm:constr type="r" for="ch" forName="FourNodes_3_text" refType="r" refFor="ch" refForName="FourNodes_3"/>
          <dgm:constr type="l" for="ch" forName="FourNodes_4_text" refType="r" refFor="ch" refForName="FourConn_3-4"/>
          <dgm:constr type="t" for="ch" forName="FourNodes_4_text" refType="t" refFor="ch" refForName="FourNodes_4"/>
          <dgm:constr type="b" for="ch" forName="FourNodes_4_text" refType="b" refFor="ch" refForName="FourNodes_4"/>
          <dgm:constr type="r" for="ch" forName="FourNodes_4_text" refType="r" refFor="ch" refForName="FourNodes_4"/>
          <dgm:constr type="w" for="ch" forName="FiveNodes_1" refType="w" fact="0.77"/>
          <dgm:constr type="h" for="ch" forName="FiveNodes_1" refType="h" fact="0.18"/>
          <dgm:constr type="t" for="ch" forName="FiveNodes_1"/>
          <dgm:constr type="r" for="ch" forName="FiveNodes_1" refType="w"/>
          <dgm:constr type="w" for="ch" forName="FiveNodes_2" refType="w" fact="0.77"/>
          <dgm:constr type="h" for="ch" forName="FiveNodes_2" refType="h" fact="0.18"/>
          <dgm:constr type="ctrY" for="ch" forName="FiveNodes_2" refType="h" fact="0.295"/>
          <dgm:constr type="ctrX" for="ch" forName="FiveNodes_2" refType="w" fact="0.5575"/>
          <dgm:constr type="w" for="ch" forName="FiveNodes_3" refType="w" fact="0.77"/>
          <dgm:constr type="h" for="ch" forName="FiveNodes_3" refType="h" fact="0.18"/>
          <dgm:constr type="ctrY" for="ch" forName="FiveNodes_3" refType="h" fact="0.5"/>
          <dgm:constr type="ctrX" for="ch" forName="FiveNodes_3" refType="w" fact="0.5"/>
          <dgm:constr type="w" for="ch" forName="FiveNodes_4" refType="w" fact="0.77"/>
          <dgm:constr type="h" for="ch" forName="FiveNodes_4" refType="h" fact="0.18"/>
          <dgm:constr type="ctrY" for="ch" forName="FiveNodes_4" refType="h" fact="0.705"/>
          <dgm:constr type="ctrX" for="ch" forName="FiveNodes_4" refType="w" fact="0.4425"/>
          <dgm:constr type="w" for="ch" forName="FiveNodes_5" refType="w" fact="0.77"/>
          <dgm:constr type="h" for="ch" forName="FiveNodes_5" refType="h" fact="0.18"/>
          <dgm:constr type="b" for="ch" forName="FiveNodes_5" refType="h"/>
          <dgm:constr type="l" for="ch" forName="FiveNodes_5"/>
          <dgm:constr type="w" for="ch" forName="FiveConn_1-2" refType="h" refFor="ch" refForName="FiveNodes_1" fact="0.65"/>
          <dgm:constr type="h" for="ch" forName="FiveConn_1-2" refType="h" refFor="ch" refForName="FiveNodes_1" fact="0.65"/>
          <dgm:constr type="ctrY" for="ch" forName="FiveConn_1-2" refType="h" fact="0.19"/>
          <dgm:constr type="l" for="ch" forName="FiveConn_1-2" refType="l" refFor="ch" refForName="FiveNodes_1"/>
          <dgm:constr type="w" for="ch" forName="FiveConn_2-3" refType="h" refFor="ch" refForName="FiveNodes_2" fact="0.65"/>
          <dgm:constr type="h" for="ch" forName="FiveConn_2-3" refType="h" refFor="ch" refForName="FiveNodes_2" fact="0.65"/>
          <dgm:constr type="ctrY" for="ch" forName="FiveConn_2-3" refType="h" fact="0.395"/>
          <dgm:constr type="l" for="ch" forName="FiveConn_2-3" refType="l" refFor="ch" refForName="FiveNodes_2"/>
          <dgm:constr type="w" for="ch" forName="FiveConn_3-4" refType="h" refFor="ch" refForName="FiveNodes_3" fact="0.65"/>
          <dgm:constr type="h" for="ch" forName="FiveConn_3-4" refType="h" refFor="ch" refForName="FiveNodes_3" fact="0.65"/>
          <dgm:constr type="ctrY" for="ch" forName="FiveConn_3-4" refType="h" fact="0.597"/>
          <dgm:constr type="l" for="ch" forName="FiveConn_3-4" refType="l" refFor="ch" refForName="FiveNodes_3"/>
          <dgm:constr type="w" for="ch" forName="FiveConn_4-5" refType="h" refFor="ch" refForName="FiveNodes_4" fact="0.65"/>
          <dgm:constr type="h" for="ch" forName="FiveConn_4-5" refType="h" refFor="ch" refForName="FiveNodes_4" fact="0.65"/>
          <dgm:constr type="ctrY" for="ch" forName="FiveConn_4-5" refType="h" fact="0.804"/>
          <dgm:constr type="l" for="ch" forName="FiveConn_4-5" refType="l" refFor="ch" refForName="FiveNodes_4"/>
          <dgm:constr type="l" for="ch" forName="FiveNodes_1_text" refType="r" refFor="ch" refForName="FiveConn_1-2"/>
          <dgm:constr type="lOff" for="ch" forName="FiveNodes_1_text" refType="w" refFor="ch" refForName="FiveConn_1-2" fact="0.73"/>
          <dgm:constr type="t" for="ch" forName="FiveNodes_1_text" refType="t" refFor="ch" refForName="FiveNodes_1"/>
          <dgm:constr type="b" for="ch" forName="FiveNodes_1_text" refType="b" refFor="ch" refForName="FiveNodes_1"/>
          <dgm:constr type="r" for="ch" forName="FiveNodes_1_text" refType="r" refFor="ch" refForName="FiveNodes_1"/>
          <dgm:constr type="l" for="ch" forName="FiveNodes_2_text" refType="r" refFor="ch" refForName="FiveConn_1-2"/>
          <dgm:constr type="t" for="ch" forName="FiveNodes_2_text" refType="t" refFor="ch" refForName="FiveNodes_2"/>
          <dgm:constr type="b" for="ch" forName="FiveNodes_2_text" refType="b" refFor="ch" refForName="FiveNodes_2"/>
          <dgm:constr type="r" for="ch" forName="FiveNodes_2_text" refType="r" refFor="ch" refForName="FiveNodes_2"/>
          <dgm:constr type="l" for="ch" forName="FiveNodes_3_text" refType="r" refFor="ch" refForName="FiveConn_2-3"/>
          <dgm:constr type="t" for="ch" forName="FiveNodes_3_text" refType="t" refFor="ch" refForName="FiveNodes_3"/>
          <dgm:constr type="b" for="ch" forName="FiveNodes_3_text" refType="b" refFor="ch" refForName="FiveNodes_3"/>
          <dgm:constr type="r" for="ch" forName="FiveNodes_3_text" refType="r" refFor="ch" refForName="FiveNodes_3"/>
          <dgm:constr type="l" for="ch" forName="FiveNodes_4_text" refType="r" refFor="ch" refForName="FiveConn_3-4"/>
          <dgm:constr type="t" for="ch" forName="FiveNodes_4_text" refType="t" refFor="ch" refForName="FiveNodes_4"/>
          <dgm:constr type="b" for="ch" forName="FiveNodes_4_text" refType="b" refFor="ch" refForName="FiveNodes_4"/>
          <dgm:constr type="r" for="ch" forName="FiveNodes_4_text" refType="r" refFor="ch" refForName="FiveNodes_4"/>
          <dgm:constr type="l" for="ch" forName="FiveNodes_5_text" refType="r" refFor="ch" refForName="FiveConn_4-5"/>
          <dgm:constr type="t" for="ch" forName="FiveNodes_5_text" refType="t" refFor="ch" refForName="FiveNodes_5"/>
          <dgm:constr type="b" for="ch" forName="FiveNodes_5_text" refType="b" refFor="ch" refForName="FiveNodes_5"/>
          <dgm:constr type="r" for="ch" forName="FiveNodes_5_text" refType="r" refFor="ch" refForName="FiveNodes_5"/>
        </dgm:constrLst>
      </dgm:else>
    </dgm:choose>
    <dgm:ruleLst/>
    <dgm:layoutNode name="dummyMaxCanvas">
      <dgm:varLst/>
      <dgm:alg type="sp"/>
      <dgm:shape xmlns:r="http://schemas.openxmlformats.org/officeDocument/2006/relationships" r:blip="">
        <dgm:adjLst/>
      </dgm:shape>
      <dgm:presOf/>
      <dgm:constrLst/>
      <dgm:ruleLst/>
    </dgm:layoutNode>
    <dgm:choose name="Name3">
      <dgm:if name="Name4" axis="ch" ptType="node" func="cnt" op="equ" val="1">
        <dgm:layoutNode name="OneNode_1">
          <dgm:varLst>
            <dgm:bulletEnabled val="1"/>
          </dgm:varLst>
          <dgm:alg type="tx"/>
          <dgm:shape xmlns:r="http://schemas.openxmlformats.org/officeDocument/2006/relationships" type="roundRect" r:blip="">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5">
        <dgm:choose name="Name6">
          <dgm:if name="Name7" axis="ch" ptType="node" func="cnt" op="equ" val="2">
            <dgm:layoutNode name="Two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Two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Two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wo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wo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8">
            <dgm:choose name="Name9">
              <dgm:if name="Name10" axis="ch" ptType="node" func="cnt" op="equ" val="3">
                <dgm:layoutNode name="Three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Three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Three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Three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hree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hree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hree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hree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1">
                <dgm:choose name="Name12">
                  <dgm:if name="Name13" axis="ch" ptType="node" func="cnt" op="equ" val="4">
                    <dgm:layoutNode name="Four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Four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Four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FourNodes_4">
                      <dgm:varLst>
                        <dgm:bulletEnabled val="1"/>
                      </dgm:varLst>
                      <dgm:alg type="sp"/>
                      <dgm:shape xmlns:r="http://schemas.openxmlformats.org/officeDocument/2006/relationships" type="roundRect" r:blip="">
                        <dgm:adjLst>
                          <dgm:adj idx="1" val="0.1"/>
                        </dgm:adjLst>
                      </dgm:shape>
                      <dgm:presOf axis="ch desOrSelf" ptType="node node" st="4 1" cnt="1 0"/>
                      <dgm:constrLst/>
                      <dgm:ruleLst/>
                    </dgm:layoutNode>
                    <dgm:layoutNode name="Four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Conn_3-4" styleLbl="fgAccFollowNode1">
                      <dgm:varLst>
                        <dgm:bulletEnabled val="1"/>
                      </dgm:varLst>
                      <dgm:alg type="tx"/>
                      <dgm:shape xmlns:r="http://schemas.openxmlformats.org/officeDocument/2006/relationships" type="downArrow" r:blip="">
                        <dgm:adjLst>
                          <dgm:adj idx="1" val="0.55"/>
                          <dgm:adj idx="2" val="0.45"/>
                        </dgm:adjLst>
                      </dgm:shape>
                      <dgm:presOf axis="ch" ptType="sibTrans" st="3"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4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4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4">
                    <dgm:choose name="Name15">
                      <dgm:if name="Name16" axis="ch" ptType="node" func="cnt" op="gte" val="5">
                        <dgm:layoutNode name="Five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Five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Five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FiveNodes_4">
                          <dgm:varLst>
                            <dgm:bulletEnabled val="1"/>
                          </dgm:varLst>
                          <dgm:alg type="sp"/>
                          <dgm:shape xmlns:r="http://schemas.openxmlformats.org/officeDocument/2006/relationships" type="roundRect" r:blip="">
                            <dgm:adjLst>
                              <dgm:adj idx="1" val="0.1"/>
                            </dgm:adjLst>
                          </dgm:shape>
                          <dgm:presOf axis="ch desOrSelf" ptType="node node" st="4 1" cnt="1 0"/>
                          <dgm:constrLst/>
                          <dgm:ruleLst/>
                        </dgm:layoutNode>
                        <dgm:layoutNode name="FiveNodes_5">
                          <dgm:varLst>
                            <dgm:bulletEnabled val="1"/>
                          </dgm:varLst>
                          <dgm:alg type="sp"/>
                          <dgm:shape xmlns:r="http://schemas.openxmlformats.org/officeDocument/2006/relationships" type="roundRect" r:blip="">
                            <dgm:adjLst>
                              <dgm:adj idx="1" val="0.1"/>
                            </dgm:adjLst>
                          </dgm:shape>
                          <dgm:presOf axis="ch desOrSelf" ptType="node node" st="5 1" cnt="1 0"/>
                          <dgm:constrLst/>
                          <dgm:ruleLst/>
                        </dgm:layoutNode>
                        <dgm:layoutNode name="Five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3-4" styleLbl="fgAccFollowNode1">
                          <dgm:varLst>
                            <dgm:bulletEnabled val="1"/>
                          </dgm:varLst>
                          <dgm:alg type="tx"/>
                          <dgm:shape xmlns:r="http://schemas.openxmlformats.org/officeDocument/2006/relationships" type="downArrow" r:blip="">
                            <dgm:adjLst>
                              <dgm:adj idx="1" val="0.55"/>
                              <dgm:adj idx="2" val="0.45"/>
                            </dgm:adjLst>
                          </dgm:shape>
                          <dgm:presOf axis="ch" ptType="sibTrans" st="3"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4-5" styleLbl="fgAccFollowNode1">
                          <dgm:varLst>
                            <dgm:bulletEnabled val="1"/>
                          </dgm:varLst>
                          <dgm:alg type="tx"/>
                          <dgm:shape xmlns:r="http://schemas.openxmlformats.org/officeDocument/2006/relationships" type="downArrow" r:blip="">
                            <dgm:adjLst>
                              <dgm:adj idx="1" val="0.55"/>
                              <dgm:adj idx="2" val="0.45"/>
                            </dgm:adjLst>
                          </dgm:shape>
                          <dgm:presOf axis="ch" ptType="sibTrans" st="4"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4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4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5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5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7"/>
                    </dgm:choose>
                  </dgm:else>
                </dgm:choose>
              </dgm:else>
            </dgm:choose>
          </dgm:else>
        </dgm:choose>
      </dgm:else>
    </dgm:choose>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ja-JP" altLang="en-US"/>
          </a:p>
        </p:txBody>
      </p:sp>
      <p:sp>
        <p:nvSpPr>
          <p:cNvPr id="3" name="日付プレースホルダー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249E45C-A4B9-4832-9454-BD607EDB0D71}" type="datetimeFigureOut">
              <a:rPr kumimoji="1" lang="ja-JP" altLang="en-US" smtClean="0"/>
              <a:t>2026/4/27</a:t>
            </a:fld>
            <a:endParaRPr kumimoji="1" lang="ja-JP" altLang="en-US"/>
          </a:p>
        </p:txBody>
      </p:sp>
      <p:sp>
        <p:nvSpPr>
          <p:cNvPr id="4" name="スライド イメージ プレースホルダー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ja-JP" altLang="en-US"/>
          </a:p>
        </p:txBody>
      </p:sp>
      <p:sp>
        <p:nvSpPr>
          <p:cNvPr id="5" name="ノート プレースホルダー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6" name="フッター プレースホルダー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ja-JP" altLang="en-US"/>
          </a:p>
        </p:txBody>
      </p:sp>
      <p:sp>
        <p:nvSpPr>
          <p:cNvPr id="7" name="スライド番号プレースホルダー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CED35FA-EEAD-491A-B879-C082E9731AC0}" type="slidenum">
              <a:rPr kumimoji="1" lang="ja-JP" altLang="en-US" smtClean="0"/>
              <a:t>‹#›</a:t>
            </a:fld>
            <a:endParaRPr kumimoji="1" lang="ja-JP" altLang="en-US"/>
          </a:p>
        </p:txBody>
      </p:sp>
    </p:spTree>
    <p:extLst>
      <p:ext uri="{BB962C8B-B14F-4D97-AF65-F5344CB8AC3E}">
        <p14:creationId xmlns:p14="http://schemas.microsoft.com/office/powerpoint/2010/main" val="2290508519"/>
      </p:ext>
    </p:extLst>
  </p:cSld>
  <p:clrMap bg1="lt1" tx1="dk1" bg2="lt2" tx2="dk2" accent1="accent1" accent2="accent2" accent3="accent3" accent4="accent4" accent5="accent5" accent6="accent6" hlink="hlink" folHlink="folHlink"/>
  <p:notesStyle>
    <a:lvl1pPr marL="0" algn="l" defTabSz="914400" rtl="0" eaLnBrk="1" latinLnBrk="0" hangingPunct="1">
      <a:defRPr kumimoji="1" sz="1200" kern="1200">
        <a:solidFill>
          <a:schemeClr val="tx1"/>
        </a:solidFill>
        <a:latin typeface="+mn-lt"/>
        <a:ea typeface="+mn-ea"/>
        <a:cs typeface="+mn-cs"/>
      </a:defRPr>
    </a:lvl1pPr>
    <a:lvl2pPr marL="457200" algn="l" defTabSz="914400" rtl="0" eaLnBrk="1" latinLnBrk="0" hangingPunct="1">
      <a:defRPr kumimoji="1" sz="1200" kern="1200">
        <a:solidFill>
          <a:schemeClr val="tx1"/>
        </a:solidFill>
        <a:latin typeface="+mn-lt"/>
        <a:ea typeface="+mn-ea"/>
        <a:cs typeface="+mn-cs"/>
      </a:defRPr>
    </a:lvl2pPr>
    <a:lvl3pPr marL="914400" algn="l" defTabSz="914400" rtl="0" eaLnBrk="1" latinLnBrk="0" hangingPunct="1">
      <a:defRPr kumimoji="1" sz="1200" kern="1200">
        <a:solidFill>
          <a:schemeClr val="tx1"/>
        </a:solidFill>
        <a:latin typeface="+mn-lt"/>
        <a:ea typeface="+mn-ea"/>
        <a:cs typeface="+mn-cs"/>
      </a:defRPr>
    </a:lvl3pPr>
    <a:lvl4pPr marL="1371600" algn="l" defTabSz="914400" rtl="0" eaLnBrk="1" latinLnBrk="0" hangingPunct="1">
      <a:defRPr kumimoji="1" sz="1200" kern="1200">
        <a:solidFill>
          <a:schemeClr val="tx1"/>
        </a:solidFill>
        <a:latin typeface="+mn-lt"/>
        <a:ea typeface="+mn-ea"/>
        <a:cs typeface="+mn-cs"/>
      </a:defRPr>
    </a:lvl4pPr>
    <a:lvl5pPr marL="1828800" algn="l" defTabSz="914400" rtl="0" eaLnBrk="1" latinLnBrk="0" hangingPunct="1">
      <a:defRPr kumimoji="1" sz="1200" kern="1200">
        <a:solidFill>
          <a:schemeClr val="tx1"/>
        </a:solidFill>
        <a:latin typeface="+mn-lt"/>
        <a:ea typeface="+mn-ea"/>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dirty="0"/>
              <a:t>先生から提示いただいた</a:t>
            </a:r>
            <a:r>
              <a:rPr kumimoji="1" lang="en-US" altLang="ja-JP" dirty="0"/>
              <a:t>AI</a:t>
            </a:r>
            <a:r>
              <a:rPr kumimoji="1" lang="ja-JP" altLang="en-US" dirty="0"/>
              <a:t>自動ポインティングについて色々調べたり考えたりしたのでそれを報告</a:t>
            </a:r>
          </a:p>
        </p:txBody>
      </p:sp>
      <p:sp>
        <p:nvSpPr>
          <p:cNvPr id="4" name="スライド番号プレースホルダー 3"/>
          <p:cNvSpPr>
            <a:spLocks noGrp="1"/>
          </p:cNvSpPr>
          <p:nvPr>
            <p:ph type="sldNum" sz="quarter" idx="5"/>
          </p:nvPr>
        </p:nvSpPr>
        <p:spPr/>
        <p:txBody>
          <a:bodyPr/>
          <a:lstStyle/>
          <a:p>
            <a:fld id="{ACED35FA-EEAD-491A-B879-C082E9731AC0}" type="slidenum">
              <a:rPr kumimoji="1" lang="ja-JP" altLang="en-US" smtClean="0"/>
              <a:t>1</a:t>
            </a:fld>
            <a:endParaRPr kumimoji="1" lang="ja-JP" altLang="en-US"/>
          </a:p>
        </p:txBody>
      </p:sp>
    </p:spTree>
    <p:extLst>
      <p:ext uri="{BB962C8B-B14F-4D97-AF65-F5344CB8AC3E}">
        <p14:creationId xmlns:p14="http://schemas.microsoft.com/office/powerpoint/2010/main" val="267240572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dirty="0"/>
              <a:t>自動ポインティングには前例がある</a:t>
            </a:r>
            <a:endParaRPr kumimoji="1" lang="en-US" altLang="ja-JP" dirty="0"/>
          </a:p>
          <a:p>
            <a:r>
              <a:rPr kumimoji="1" lang="ja-JP" altLang="en-US" dirty="0"/>
              <a:t>富士通が説明音声から</a:t>
            </a:r>
            <a:r>
              <a:rPr lang="ja-JP" altLang="en-US" sz="1200" i="0" dirty="0">
                <a:solidFill>
                  <a:srgbClr val="000000"/>
                </a:solidFill>
                <a:effectLst/>
                <a:latin typeface="+mn-ea"/>
                <a:ea typeface="+mn-ea"/>
              </a:rPr>
              <a:t>資料中の該当箇所を推定し自動的にポインティング・強調表示する技術を</a:t>
            </a:r>
            <a:r>
              <a:rPr lang="en-US" altLang="ja-JP" sz="1200" i="0" dirty="0">
                <a:solidFill>
                  <a:srgbClr val="000000"/>
                </a:solidFill>
                <a:effectLst/>
                <a:latin typeface="+mn-ea"/>
                <a:ea typeface="+mn-ea"/>
              </a:rPr>
              <a:t>2015</a:t>
            </a:r>
            <a:r>
              <a:rPr lang="ja-JP" altLang="en-US" sz="1200" i="0" dirty="0">
                <a:solidFill>
                  <a:srgbClr val="000000"/>
                </a:solidFill>
                <a:effectLst/>
                <a:latin typeface="+mn-ea"/>
                <a:ea typeface="+mn-ea"/>
              </a:rPr>
              <a:t>年に開発していた</a:t>
            </a:r>
            <a:endParaRPr lang="en-US" altLang="ja-JP" sz="1200" i="0" dirty="0">
              <a:solidFill>
                <a:srgbClr val="000000"/>
              </a:solidFill>
              <a:effectLst/>
              <a:latin typeface="+mn-ea"/>
              <a:ea typeface="+mn-ea"/>
            </a:endParaRPr>
          </a:p>
          <a:p>
            <a:pPr>
              <a:buNone/>
            </a:pPr>
            <a:r>
              <a:rPr kumimoji="1" lang="ja-JP" altLang="en-US" dirty="0"/>
              <a:t>だが</a:t>
            </a:r>
            <a:r>
              <a:rPr lang="ja-JP" altLang="en-US" sz="1200" dirty="0">
                <a:solidFill>
                  <a:schemeClr val="tx1"/>
                </a:solidFill>
                <a:latin typeface="+mn-ea"/>
              </a:rPr>
              <a:t>主にテキストのキーワードマッチングに依存</a:t>
            </a:r>
            <a:endParaRPr lang="en-US" altLang="ja-JP" sz="1200" dirty="0">
              <a:solidFill>
                <a:schemeClr val="tx1"/>
              </a:solidFill>
              <a:latin typeface="+mn-ea"/>
            </a:endParaRPr>
          </a:p>
          <a:p>
            <a:pPr>
              <a:buNone/>
            </a:pPr>
            <a:r>
              <a:rPr lang="ja-JP" altLang="en-US" sz="1200" dirty="0">
                <a:solidFill>
                  <a:schemeClr val="tx1"/>
                </a:solidFill>
                <a:latin typeface="+mn-ea"/>
              </a:rPr>
              <a:t>図表内の特定の要素や、抽象的な表現を用いた説明には対応が困難</a:t>
            </a:r>
          </a:p>
          <a:p>
            <a:endParaRPr kumimoji="1" lang="ja-JP" altLang="en-US" dirty="0"/>
          </a:p>
        </p:txBody>
      </p:sp>
      <p:sp>
        <p:nvSpPr>
          <p:cNvPr id="4" name="スライド番号プレースホルダー 3"/>
          <p:cNvSpPr>
            <a:spLocks noGrp="1"/>
          </p:cNvSpPr>
          <p:nvPr>
            <p:ph type="sldNum" sz="quarter" idx="5"/>
          </p:nvPr>
        </p:nvSpPr>
        <p:spPr/>
        <p:txBody>
          <a:bodyPr/>
          <a:lstStyle/>
          <a:p>
            <a:fld id="{ACED35FA-EEAD-491A-B879-C082E9731AC0}" type="slidenum">
              <a:rPr kumimoji="1" lang="ja-JP" altLang="en-US" smtClean="0"/>
              <a:t>2</a:t>
            </a:fld>
            <a:endParaRPr kumimoji="1" lang="ja-JP" altLang="en-US"/>
          </a:p>
        </p:txBody>
      </p:sp>
    </p:spTree>
    <p:extLst>
      <p:ext uri="{BB962C8B-B14F-4D97-AF65-F5344CB8AC3E}">
        <p14:creationId xmlns:p14="http://schemas.microsoft.com/office/powerpoint/2010/main" val="59080057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dirty="0"/>
              <a:t>近年、大規模言語モデル（</a:t>
            </a:r>
            <a:r>
              <a:rPr lang="en-US" altLang="ja-JP" dirty="0"/>
              <a:t>LLM</a:t>
            </a:r>
            <a:r>
              <a:rPr lang="ja-JP" altLang="en-US" dirty="0"/>
              <a:t>）や視覚言語モデル（</a:t>
            </a:r>
            <a:r>
              <a:rPr lang="en-US" altLang="ja-JP" dirty="0"/>
              <a:t>VLM</a:t>
            </a:r>
            <a:r>
              <a:rPr lang="ja-JP" altLang="en-US" dirty="0"/>
              <a:t>）の発展により、画像とテキストのマルチモーダルな理解に特化したモデルがでています。</a:t>
            </a:r>
            <a:endParaRPr kumimoji="1" lang="en-US" altLang="ja-JP" dirty="0"/>
          </a:p>
          <a:p>
            <a:r>
              <a:rPr kumimoji="1" lang="ja-JP" altLang="en-US" dirty="0"/>
              <a:t>オブジェクト認識に強いモデルに、</a:t>
            </a:r>
            <a:r>
              <a:rPr lang="en-US" altLang="ja-JP" dirty="0">
                <a:effectLst/>
              </a:rPr>
              <a:t>Grounded SAM 2</a:t>
            </a:r>
            <a:r>
              <a:rPr lang="ja-JP" altLang="en-US" dirty="0">
                <a:effectLst/>
              </a:rPr>
              <a:t>というのがある</a:t>
            </a:r>
            <a:endParaRPr lang="en-US" altLang="ja-JP" dirty="0">
              <a:effectLst/>
            </a:endParaRPr>
          </a:p>
          <a:p>
            <a:r>
              <a:rPr kumimoji="1" lang="ja-JP" altLang="en-US" dirty="0"/>
              <a:t>これは与えられた画像に対し、その中のオブジェクトを検出するというもの</a:t>
            </a:r>
            <a:endParaRPr kumimoji="1" lang="en-US" altLang="ja-JP" dirty="0"/>
          </a:p>
          <a:p>
            <a:endParaRPr kumimoji="1" lang="en-US" altLang="ja-JP" dirty="0"/>
          </a:p>
          <a:p>
            <a:r>
              <a:rPr lang="en-US" altLang="ja-JP" b="1" dirty="0"/>
              <a:t>LLM</a:t>
            </a:r>
            <a:r>
              <a:rPr lang="ja-JP" altLang="en-US" b="1" dirty="0"/>
              <a:t>（</a:t>
            </a:r>
            <a:r>
              <a:rPr lang="en-US" altLang="ja-JP" b="1" dirty="0"/>
              <a:t>Large Language Model</a:t>
            </a:r>
            <a:r>
              <a:rPr lang="ja-JP" altLang="en-US" b="1" dirty="0"/>
              <a:t>）</a:t>
            </a:r>
          </a:p>
          <a:p>
            <a:r>
              <a:rPr lang="ja-JP" altLang="en-US" b="1" dirty="0"/>
              <a:t>＝大規模言語モデル</a:t>
            </a:r>
            <a:endParaRPr lang="ja-JP" altLang="en-US" dirty="0"/>
          </a:p>
          <a:p>
            <a:r>
              <a:rPr lang="ja-JP" altLang="en-US" dirty="0"/>
              <a:t>文章を理解・生成することに特化した</a:t>
            </a:r>
            <a:r>
              <a:rPr lang="en-US" altLang="ja-JP" dirty="0"/>
              <a:t>AI</a:t>
            </a:r>
            <a:r>
              <a:rPr lang="ja-JP" altLang="en-US" dirty="0"/>
              <a:t>です。</a:t>
            </a:r>
          </a:p>
          <a:p>
            <a:endParaRPr kumimoji="1" lang="en-US" altLang="ja-JP" dirty="0"/>
          </a:p>
          <a:p>
            <a:r>
              <a:rPr lang="en-US" altLang="ja-JP" b="1" dirty="0"/>
              <a:t>VLM</a:t>
            </a:r>
            <a:r>
              <a:rPr lang="ja-JP" altLang="en-US" b="1" dirty="0"/>
              <a:t>（</a:t>
            </a:r>
            <a:r>
              <a:rPr lang="en-US" altLang="ja-JP" b="1" dirty="0"/>
              <a:t>Vision-Language Model</a:t>
            </a:r>
            <a:r>
              <a:rPr lang="ja-JP" altLang="en-US" b="1" dirty="0"/>
              <a:t>）</a:t>
            </a:r>
          </a:p>
          <a:p>
            <a:r>
              <a:rPr lang="ja-JP" altLang="en-US" b="1" dirty="0"/>
              <a:t>＝視覚と言語を組み合わせたモデル</a:t>
            </a:r>
            <a:endParaRPr lang="ja-JP" altLang="en-US" dirty="0"/>
          </a:p>
          <a:p>
            <a:r>
              <a:rPr lang="ja-JP" altLang="en-US" dirty="0"/>
              <a:t>画像や映像と、テキストを一緒に扱える</a:t>
            </a:r>
            <a:r>
              <a:rPr lang="en-US" altLang="ja-JP" dirty="0"/>
              <a:t>AI</a:t>
            </a:r>
            <a:r>
              <a:rPr lang="ja-JP" altLang="en-US" dirty="0"/>
              <a:t>です。</a:t>
            </a:r>
          </a:p>
          <a:p>
            <a:endParaRPr kumimoji="1" lang="ja-JP" altLang="en-US" dirty="0"/>
          </a:p>
        </p:txBody>
      </p:sp>
      <p:sp>
        <p:nvSpPr>
          <p:cNvPr id="4" name="スライド番号プレースホルダー 3"/>
          <p:cNvSpPr>
            <a:spLocks noGrp="1"/>
          </p:cNvSpPr>
          <p:nvPr>
            <p:ph type="sldNum" sz="quarter" idx="5"/>
          </p:nvPr>
        </p:nvSpPr>
        <p:spPr/>
        <p:txBody>
          <a:bodyPr/>
          <a:lstStyle/>
          <a:p>
            <a:fld id="{ACED35FA-EEAD-491A-B879-C082E9731AC0}" type="slidenum">
              <a:rPr kumimoji="1" lang="ja-JP" altLang="en-US" smtClean="0"/>
              <a:t>3</a:t>
            </a:fld>
            <a:endParaRPr kumimoji="1" lang="ja-JP" altLang="en-US"/>
          </a:p>
        </p:txBody>
      </p:sp>
    </p:spTree>
    <p:extLst>
      <p:ext uri="{BB962C8B-B14F-4D97-AF65-F5344CB8AC3E}">
        <p14:creationId xmlns:p14="http://schemas.microsoft.com/office/powerpoint/2010/main" val="29784553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lang="ja-JP" altLang="en-US" sz="1200" dirty="0"/>
              <a:t>図表を理解するのに強いというモデルもある</a:t>
            </a:r>
            <a:r>
              <a:rPr lang="en-US" altLang="ja-JP" sz="1200" dirty="0" err="1"/>
              <a:t>ChartVLM</a:t>
            </a:r>
            <a:r>
              <a:rPr lang="ja-JP" altLang="en-US" sz="1200" dirty="0"/>
              <a:t>という、</a:t>
            </a:r>
            <a:r>
              <a:rPr lang="ja-JP" altLang="en-US" sz="1200" dirty="0">
                <a:latin typeface="+mn-ea"/>
                <a:ea typeface="+mn-ea"/>
              </a:rPr>
              <a:t>チャート（グラフ）を推論するものです</a:t>
            </a:r>
            <a:endParaRPr lang="en-US" altLang="ja-JP" sz="1200" dirty="0"/>
          </a:p>
          <a:p>
            <a:r>
              <a:rPr lang="ja-JP" altLang="en-US" sz="1200" dirty="0"/>
              <a:t>図表とそれについての質問を入力すると、それに対する答えがテキストとして帰ってくる</a:t>
            </a:r>
            <a:endParaRPr lang="en-US" altLang="ja-JP" sz="1200" dirty="0"/>
          </a:p>
          <a:p>
            <a:r>
              <a:rPr lang="ja-JP" altLang="en-US" sz="1200" dirty="0"/>
              <a:t>「データを抽出して」というと</a:t>
            </a:r>
            <a:r>
              <a:rPr lang="en-US" altLang="ja-JP" sz="1200" dirty="0"/>
              <a:t>CSV</a:t>
            </a:r>
            <a:r>
              <a:rPr lang="ja-JP" altLang="en-US" sz="1200" dirty="0"/>
              <a:t>でくる</a:t>
            </a:r>
          </a:p>
        </p:txBody>
      </p:sp>
      <p:sp>
        <p:nvSpPr>
          <p:cNvPr id="4" name="スライド番号プレースホルダー 3"/>
          <p:cNvSpPr>
            <a:spLocks noGrp="1"/>
          </p:cNvSpPr>
          <p:nvPr>
            <p:ph type="sldNum" sz="quarter" idx="5"/>
          </p:nvPr>
        </p:nvSpPr>
        <p:spPr/>
        <p:txBody>
          <a:bodyPr/>
          <a:lstStyle/>
          <a:p>
            <a:fld id="{ACED35FA-EEAD-491A-B879-C082E9731AC0}" type="slidenum">
              <a:rPr kumimoji="1" lang="ja-JP" altLang="en-US" smtClean="0"/>
              <a:t>4</a:t>
            </a:fld>
            <a:endParaRPr kumimoji="1" lang="ja-JP" altLang="en-US"/>
          </a:p>
        </p:txBody>
      </p:sp>
    </p:spTree>
    <p:extLst>
      <p:ext uri="{BB962C8B-B14F-4D97-AF65-F5344CB8AC3E}">
        <p14:creationId xmlns:p14="http://schemas.microsoft.com/office/powerpoint/2010/main" val="302622692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dirty="0"/>
              <a:t>さて、本研究で解決すべき課題は</a:t>
            </a:r>
            <a:r>
              <a:rPr kumimoji="1" lang="en-US" altLang="ja-JP" dirty="0"/>
              <a:t>2</a:t>
            </a:r>
            <a:r>
              <a:rPr kumimoji="1" lang="ja-JP" altLang="en-US" dirty="0"/>
              <a:t>つ、意味的理解の表現と図表の構造解析</a:t>
            </a:r>
          </a:p>
        </p:txBody>
      </p:sp>
      <p:sp>
        <p:nvSpPr>
          <p:cNvPr id="4" name="スライド番号プレースホルダー 3"/>
          <p:cNvSpPr>
            <a:spLocks noGrp="1"/>
          </p:cNvSpPr>
          <p:nvPr>
            <p:ph type="sldNum" sz="quarter" idx="5"/>
          </p:nvPr>
        </p:nvSpPr>
        <p:spPr/>
        <p:txBody>
          <a:bodyPr/>
          <a:lstStyle/>
          <a:p>
            <a:fld id="{ACED35FA-EEAD-491A-B879-C082E9731AC0}" type="slidenum">
              <a:rPr kumimoji="1" lang="ja-JP" altLang="en-US" smtClean="0"/>
              <a:t>5</a:t>
            </a:fld>
            <a:endParaRPr kumimoji="1" lang="ja-JP" altLang="en-US"/>
          </a:p>
        </p:txBody>
      </p:sp>
    </p:spTree>
    <p:extLst>
      <p:ext uri="{BB962C8B-B14F-4D97-AF65-F5344CB8AC3E}">
        <p14:creationId xmlns:p14="http://schemas.microsoft.com/office/powerpoint/2010/main" val="258547960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dirty="0"/>
              <a:t>現時点での構想は御覧の通り</a:t>
            </a:r>
          </a:p>
        </p:txBody>
      </p:sp>
      <p:sp>
        <p:nvSpPr>
          <p:cNvPr id="4" name="スライド番号プレースホルダー 3"/>
          <p:cNvSpPr>
            <a:spLocks noGrp="1"/>
          </p:cNvSpPr>
          <p:nvPr>
            <p:ph type="sldNum" sz="quarter" idx="5"/>
          </p:nvPr>
        </p:nvSpPr>
        <p:spPr/>
        <p:txBody>
          <a:bodyPr/>
          <a:lstStyle/>
          <a:p>
            <a:fld id="{ACED35FA-EEAD-491A-B879-C082E9731AC0}" type="slidenum">
              <a:rPr kumimoji="1" lang="ja-JP" altLang="en-US" smtClean="0"/>
              <a:t>6</a:t>
            </a:fld>
            <a:endParaRPr kumimoji="1" lang="ja-JP" altLang="en-US"/>
          </a:p>
        </p:txBody>
      </p:sp>
    </p:spTree>
    <p:extLst>
      <p:ext uri="{BB962C8B-B14F-4D97-AF65-F5344CB8AC3E}">
        <p14:creationId xmlns:p14="http://schemas.microsoft.com/office/powerpoint/2010/main" val="174757147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dirty="0"/>
              <a:t>スライドの通り</a:t>
            </a:r>
          </a:p>
          <a:p>
            <a:r>
              <a:rPr kumimoji="1" lang="ja-JP" altLang="en-US" dirty="0"/>
              <a:t> </a:t>
            </a:r>
            <a:r>
              <a:rPr kumimoji="1" lang="en-US" altLang="ja-JP" dirty="0" err="1"/>
              <a:t>moondream</a:t>
            </a:r>
            <a:r>
              <a:rPr kumimoji="1" lang="en-US" altLang="ja-JP" dirty="0"/>
              <a:t>:</a:t>
            </a:r>
            <a:r>
              <a:rPr kumimoji="1" lang="ja-JP" altLang="en-US" dirty="0"/>
              <a:t>非常に軽量でありながら高い性能を持つオープンソースの</a:t>
            </a:r>
            <a:r>
              <a:rPr kumimoji="1" lang="en-US" altLang="ja-JP" dirty="0"/>
              <a:t>VLM</a:t>
            </a:r>
            <a:endParaRPr kumimoji="1" lang="ja-JP" altLang="en-US" dirty="0"/>
          </a:p>
        </p:txBody>
      </p:sp>
      <p:sp>
        <p:nvSpPr>
          <p:cNvPr id="4" name="スライド番号プレースホルダー 3"/>
          <p:cNvSpPr>
            <a:spLocks noGrp="1"/>
          </p:cNvSpPr>
          <p:nvPr>
            <p:ph type="sldNum" sz="quarter" idx="5"/>
          </p:nvPr>
        </p:nvSpPr>
        <p:spPr/>
        <p:txBody>
          <a:bodyPr/>
          <a:lstStyle/>
          <a:p>
            <a:fld id="{ACED35FA-EEAD-491A-B879-C082E9731AC0}" type="slidenum">
              <a:rPr kumimoji="1" lang="ja-JP" altLang="en-US" smtClean="0"/>
              <a:t>7</a:t>
            </a:fld>
            <a:endParaRPr kumimoji="1" lang="ja-JP" altLang="en-US"/>
          </a:p>
        </p:txBody>
      </p:sp>
    </p:spTree>
    <p:extLst>
      <p:ext uri="{BB962C8B-B14F-4D97-AF65-F5344CB8AC3E}">
        <p14:creationId xmlns:p14="http://schemas.microsoft.com/office/powerpoint/2010/main" val="348955011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dirty="0"/>
              <a:t>スライドの通り</a:t>
            </a:r>
            <a:endParaRPr kumimoji="1" lang="en-US" altLang="ja-JP" sz="1200" b="1" i="0" kern="1200" dirty="0">
              <a:solidFill>
                <a:schemeClr val="tx1"/>
              </a:solidFill>
              <a:effectLst/>
              <a:latin typeface="+mn-lt"/>
              <a:ea typeface="+mn-ea"/>
              <a:cs typeface="+mn-cs"/>
            </a:endParaRPr>
          </a:p>
          <a:p>
            <a:endParaRPr kumimoji="1" lang="en-US" altLang="ja-JP" sz="1200" b="1" i="0" kern="1200" dirty="0">
              <a:solidFill>
                <a:schemeClr val="tx1"/>
              </a:solidFill>
              <a:effectLst/>
              <a:latin typeface="+mn-lt"/>
              <a:ea typeface="+mn-ea"/>
              <a:cs typeface="+mn-cs"/>
            </a:endParaRPr>
          </a:p>
          <a:p>
            <a:endParaRPr kumimoji="1" lang="en-US" altLang="ja-JP" sz="1200" b="1" i="0" kern="1200" dirty="0">
              <a:solidFill>
                <a:schemeClr val="tx1"/>
              </a:solidFill>
              <a:effectLst/>
              <a:latin typeface="+mn-lt"/>
              <a:ea typeface="+mn-ea"/>
              <a:cs typeface="+mn-cs"/>
            </a:endParaRPr>
          </a:p>
          <a:p>
            <a:r>
              <a:rPr kumimoji="1" lang="ja-JP" altLang="en-US" sz="1200" b="1" i="0" kern="1200" dirty="0">
                <a:solidFill>
                  <a:schemeClr val="tx1"/>
                </a:solidFill>
                <a:effectLst/>
                <a:latin typeface="+mn-lt"/>
                <a:ea typeface="+mn-ea"/>
                <a:cs typeface="+mn-cs"/>
              </a:rPr>
              <a:t>マルチモーダルとは、テキスト、画像、音声、動画など複数の情報形式を統合して処理する技術や手法を指します。</a:t>
            </a:r>
            <a:endParaRPr kumimoji="1" lang="ja-JP" altLang="en-US" dirty="0"/>
          </a:p>
        </p:txBody>
      </p:sp>
      <p:sp>
        <p:nvSpPr>
          <p:cNvPr id="4" name="スライド番号プレースホルダー 3"/>
          <p:cNvSpPr>
            <a:spLocks noGrp="1"/>
          </p:cNvSpPr>
          <p:nvPr>
            <p:ph type="sldNum" sz="quarter" idx="5"/>
          </p:nvPr>
        </p:nvSpPr>
        <p:spPr/>
        <p:txBody>
          <a:bodyPr/>
          <a:lstStyle/>
          <a:p>
            <a:fld id="{ACED35FA-EEAD-491A-B879-C082E9731AC0}" type="slidenum">
              <a:rPr kumimoji="1" lang="ja-JP" altLang="en-US" smtClean="0"/>
              <a:t>8</a:t>
            </a:fld>
            <a:endParaRPr kumimoji="1" lang="ja-JP" altLang="en-US"/>
          </a:p>
        </p:txBody>
      </p:sp>
    </p:spTree>
    <p:extLst>
      <p:ext uri="{BB962C8B-B14F-4D97-AF65-F5344CB8AC3E}">
        <p14:creationId xmlns:p14="http://schemas.microsoft.com/office/powerpoint/2010/main" val="239971906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dirty="0"/>
              <a:t>スライドの通り</a:t>
            </a:r>
          </a:p>
        </p:txBody>
      </p:sp>
      <p:sp>
        <p:nvSpPr>
          <p:cNvPr id="4" name="スライド番号プレースホルダー 3"/>
          <p:cNvSpPr>
            <a:spLocks noGrp="1"/>
          </p:cNvSpPr>
          <p:nvPr>
            <p:ph type="sldNum" sz="quarter" idx="5"/>
          </p:nvPr>
        </p:nvSpPr>
        <p:spPr/>
        <p:txBody>
          <a:bodyPr/>
          <a:lstStyle/>
          <a:p>
            <a:fld id="{ACED35FA-EEAD-491A-B879-C082E9731AC0}" type="slidenum">
              <a:rPr kumimoji="1" lang="ja-JP" altLang="en-US" smtClean="0"/>
              <a:t>9</a:t>
            </a:fld>
            <a:endParaRPr kumimoji="1" lang="ja-JP" altLang="en-US"/>
          </a:p>
        </p:txBody>
      </p:sp>
    </p:spTree>
    <p:extLst>
      <p:ext uri="{BB962C8B-B14F-4D97-AF65-F5344CB8AC3E}">
        <p14:creationId xmlns:p14="http://schemas.microsoft.com/office/powerpoint/2010/main" val="91228590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dirty="0"/>
              <a:t>スライドの通り</a:t>
            </a:r>
            <a:endParaRPr kumimoji="1" lang="en-US" altLang="ja-JP" dirty="0"/>
          </a:p>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altLang="ja-JP" dirty="0"/>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dirty="0"/>
              <a:t>API</a:t>
            </a:r>
            <a:r>
              <a:rPr kumimoji="1" lang="ja-JP" altLang="en-US" dirty="0"/>
              <a:t>どーすんの？→</a:t>
            </a:r>
            <a:r>
              <a:rPr kumimoji="1" lang="en-US" altLang="ja-JP" dirty="0" err="1"/>
              <a:t>ollama</a:t>
            </a:r>
            <a:r>
              <a:rPr kumimoji="1" lang="ja-JP" altLang="en-US" dirty="0"/>
              <a:t>使えば無料</a:t>
            </a:r>
            <a:endParaRPr kumimoji="1" lang="en-US" altLang="ja-JP" dirty="0"/>
          </a:p>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altLang="ja-JP" dirty="0"/>
          </a:p>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dirty="0"/>
              <a:t>テキストに対する、図表に対する、そして矢印などであらわされる話の流れに対する</a:t>
            </a:r>
            <a:endParaRPr kumimoji="1" lang="en-US" altLang="ja-JP" dirty="0"/>
          </a:p>
        </p:txBody>
      </p:sp>
      <p:sp>
        <p:nvSpPr>
          <p:cNvPr id="4" name="スライド番号プレースホルダー 3"/>
          <p:cNvSpPr>
            <a:spLocks noGrp="1"/>
          </p:cNvSpPr>
          <p:nvPr>
            <p:ph type="sldNum" sz="quarter" idx="5"/>
          </p:nvPr>
        </p:nvSpPr>
        <p:spPr/>
        <p:txBody>
          <a:bodyPr/>
          <a:lstStyle/>
          <a:p>
            <a:fld id="{ACED35FA-EEAD-491A-B879-C082E9731AC0}" type="slidenum">
              <a:rPr kumimoji="1" lang="ja-JP" altLang="en-US" smtClean="0"/>
              <a:t>10</a:t>
            </a:fld>
            <a:endParaRPr kumimoji="1" lang="ja-JP" altLang="en-US"/>
          </a:p>
        </p:txBody>
      </p:sp>
    </p:spTree>
    <p:extLst>
      <p:ext uri="{BB962C8B-B14F-4D97-AF65-F5344CB8AC3E}">
        <p14:creationId xmlns:p14="http://schemas.microsoft.com/office/powerpoint/2010/main" val="391521261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3" Type="http://schemas.openxmlformats.org/officeDocument/2006/relationships/hyperlink" Target="https://freepik.com/" TargetMode="External"/><Relationship Id="rId2" Type="http://schemas.openxmlformats.org/officeDocument/2006/relationships/hyperlink" Target="http://bit.ly/2Tynxth" TargetMode="External"/><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slide">
    <p:spTree>
      <p:nvGrpSpPr>
        <p:cNvPr id="1" name="Shape 8"/>
        <p:cNvGrpSpPr/>
        <p:nvPr/>
      </p:nvGrpSpPr>
      <p:grpSpPr>
        <a:xfrm>
          <a:off x="0" y="0"/>
          <a:ext cx="0" cy="0"/>
          <a:chOff x="0" y="0"/>
          <a:chExt cx="0" cy="0"/>
        </a:xfrm>
      </p:grpSpPr>
      <p:sp>
        <p:nvSpPr>
          <p:cNvPr id="9" name="Google Shape;9;p2"/>
          <p:cNvSpPr txBox="1">
            <a:spLocks noGrp="1"/>
          </p:cNvSpPr>
          <p:nvPr>
            <p:ph type="ctrTitle"/>
          </p:nvPr>
        </p:nvSpPr>
        <p:spPr>
          <a:xfrm>
            <a:off x="950967" y="1352733"/>
            <a:ext cx="7469600" cy="2959600"/>
          </a:xfrm>
          <a:prstGeom prst="rect">
            <a:avLst/>
          </a:prstGeom>
        </p:spPr>
        <p:txBody>
          <a:bodyPr spcFirstLastPara="1" wrap="square" lIns="91425" tIns="91425" rIns="91425" bIns="91425" anchor="b" anchorCtr="0">
            <a:noAutofit/>
          </a:bodyPr>
          <a:lstStyle>
            <a:lvl1pPr lvl="0" algn="l">
              <a:spcBef>
                <a:spcPts val="0"/>
              </a:spcBef>
              <a:spcAft>
                <a:spcPts val="0"/>
              </a:spcAft>
              <a:buSzPts val="4700"/>
              <a:buNone/>
              <a:defRPr sz="4800">
                <a:latin typeface="+mj-ea"/>
                <a:ea typeface="+mj-ea"/>
              </a:defRPr>
            </a:lvl1pPr>
            <a:lvl2pPr lvl="1" algn="l">
              <a:spcBef>
                <a:spcPts val="0"/>
              </a:spcBef>
              <a:spcAft>
                <a:spcPts val="0"/>
              </a:spcAft>
              <a:buSzPts val="4700"/>
              <a:buNone/>
              <a:defRPr sz="6267"/>
            </a:lvl2pPr>
            <a:lvl3pPr lvl="2" algn="l">
              <a:spcBef>
                <a:spcPts val="0"/>
              </a:spcBef>
              <a:spcAft>
                <a:spcPts val="0"/>
              </a:spcAft>
              <a:buSzPts val="4700"/>
              <a:buNone/>
              <a:defRPr sz="6267"/>
            </a:lvl3pPr>
            <a:lvl4pPr lvl="3" algn="l">
              <a:spcBef>
                <a:spcPts val="0"/>
              </a:spcBef>
              <a:spcAft>
                <a:spcPts val="0"/>
              </a:spcAft>
              <a:buSzPts val="4700"/>
              <a:buNone/>
              <a:defRPr sz="6267"/>
            </a:lvl4pPr>
            <a:lvl5pPr lvl="4" algn="l">
              <a:spcBef>
                <a:spcPts val="0"/>
              </a:spcBef>
              <a:spcAft>
                <a:spcPts val="0"/>
              </a:spcAft>
              <a:buSzPts val="4700"/>
              <a:buNone/>
              <a:defRPr sz="6267"/>
            </a:lvl5pPr>
            <a:lvl6pPr lvl="5" algn="l">
              <a:spcBef>
                <a:spcPts val="0"/>
              </a:spcBef>
              <a:spcAft>
                <a:spcPts val="0"/>
              </a:spcAft>
              <a:buSzPts val="4700"/>
              <a:buNone/>
              <a:defRPr sz="6267"/>
            </a:lvl6pPr>
            <a:lvl7pPr lvl="6" algn="l">
              <a:spcBef>
                <a:spcPts val="0"/>
              </a:spcBef>
              <a:spcAft>
                <a:spcPts val="0"/>
              </a:spcAft>
              <a:buSzPts val="4700"/>
              <a:buNone/>
              <a:defRPr sz="6267"/>
            </a:lvl7pPr>
            <a:lvl8pPr lvl="7" algn="l">
              <a:spcBef>
                <a:spcPts val="0"/>
              </a:spcBef>
              <a:spcAft>
                <a:spcPts val="0"/>
              </a:spcAft>
              <a:buSzPts val="4700"/>
              <a:buNone/>
              <a:defRPr sz="6267"/>
            </a:lvl8pPr>
            <a:lvl9pPr lvl="8" algn="l">
              <a:spcBef>
                <a:spcPts val="0"/>
              </a:spcBef>
              <a:spcAft>
                <a:spcPts val="0"/>
              </a:spcAft>
              <a:buSzPts val="4700"/>
              <a:buNone/>
              <a:defRPr sz="6267"/>
            </a:lvl9pPr>
          </a:lstStyle>
          <a:p>
            <a:r>
              <a:rPr lang="ja-JP" altLang="en-US" dirty="0"/>
              <a:t>マスター タイトルの書式設定</a:t>
            </a:r>
            <a:endParaRPr dirty="0"/>
          </a:p>
        </p:txBody>
      </p:sp>
      <p:sp>
        <p:nvSpPr>
          <p:cNvPr id="10" name="Google Shape;10;p2"/>
          <p:cNvSpPr txBox="1">
            <a:spLocks noGrp="1"/>
          </p:cNvSpPr>
          <p:nvPr>
            <p:ph type="subTitle" idx="1"/>
          </p:nvPr>
        </p:nvSpPr>
        <p:spPr>
          <a:xfrm>
            <a:off x="950967" y="4421300"/>
            <a:ext cx="7469600" cy="968800"/>
          </a:xfrm>
          <a:prstGeom prst="rect">
            <a:avLst/>
          </a:prstGeom>
        </p:spPr>
        <p:txBody>
          <a:bodyPr spcFirstLastPara="1" wrap="square" lIns="91425" tIns="91425" rIns="91425" bIns="91425" anchor="t" anchorCtr="0">
            <a:noAutofit/>
          </a:bodyPr>
          <a:lstStyle>
            <a:lvl1pPr lvl="0">
              <a:lnSpc>
                <a:spcPct val="115000"/>
              </a:lnSpc>
              <a:spcBef>
                <a:spcPts val="0"/>
              </a:spcBef>
              <a:spcAft>
                <a:spcPts val="0"/>
              </a:spcAft>
              <a:buSzPts val="1850"/>
              <a:buNone/>
              <a:defRPr sz="2067">
                <a:latin typeface="+mn-ea"/>
                <a:ea typeface="+mn-ea"/>
              </a:defRPr>
            </a:lvl1pPr>
            <a:lvl2pPr lvl="1">
              <a:lnSpc>
                <a:spcPct val="115000"/>
              </a:lnSpc>
              <a:spcBef>
                <a:spcPts val="0"/>
              </a:spcBef>
              <a:spcAft>
                <a:spcPts val="0"/>
              </a:spcAft>
              <a:buSzPts val="1850"/>
              <a:buNone/>
              <a:defRPr sz="2467"/>
            </a:lvl2pPr>
            <a:lvl3pPr lvl="2">
              <a:lnSpc>
                <a:spcPct val="115000"/>
              </a:lnSpc>
              <a:spcBef>
                <a:spcPts val="0"/>
              </a:spcBef>
              <a:spcAft>
                <a:spcPts val="0"/>
              </a:spcAft>
              <a:buSzPts val="1850"/>
              <a:buNone/>
              <a:defRPr sz="2467"/>
            </a:lvl3pPr>
            <a:lvl4pPr lvl="3">
              <a:lnSpc>
                <a:spcPct val="115000"/>
              </a:lnSpc>
              <a:spcBef>
                <a:spcPts val="0"/>
              </a:spcBef>
              <a:spcAft>
                <a:spcPts val="0"/>
              </a:spcAft>
              <a:buSzPts val="1850"/>
              <a:buNone/>
              <a:defRPr sz="2467"/>
            </a:lvl4pPr>
            <a:lvl5pPr lvl="4">
              <a:lnSpc>
                <a:spcPct val="115000"/>
              </a:lnSpc>
              <a:spcBef>
                <a:spcPts val="0"/>
              </a:spcBef>
              <a:spcAft>
                <a:spcPts val="0"/>
              </a:spcAft>
              <a:buSzPts val="1850"/>
              <a:buNone/>
              <a:defRPr sz="2467"/>
            </a:lvl5pPr>
            <a:lvl6pPr lvl="5">
              <a:lnSpc>
                <a:spcPct val="115000"/>
              </a:lnSpc>
              <a:spcBef>
                <a:spcPts val="0"/>
              </a:spcBef>
              <a:spcAft>
                <a:spcPts val="0"/>
              </a:spcAft>
              <a:buSzPts val="1850"/>
              <a:buNone/>
              <a:defRPr sz="2467"/>
            </a:lvl6pPr>
            <a:lvl7pPr lvl="6">
              <a:lnSpc>
                <a:spcPct val="115000"/>
              </a:lnSpc>
              <a:spcBef>
                <a:spcPts val="0"/>
              </a:spcBef>
              <a:spcAft>
                <a:spcPts val="0"/>
              </a:spcAft>
              <a:buSzPts val="1850"/>
              <a:buNone/>
              <a:defRPr sz="2467"/>
            </a:lvl7pPr>
            <a:lvl8pPr lvl="7">
              <a:lnSpc>
                <a:spcPct val="115000"/>
              </a:lnSpc>
              <a:spcBef>
                <a:spcPts val="0"/>
              </a:spcBef>
              <a:spcAft>
                <a:spcPts val="0"/>
              </a:spcAft>
              <a:buSzPts val="1850"/>
              <a:buNone/>
              <a:defRPr sz="2467"/>
            </a:lvl8pPr>
            <a:lvl9pPr lvl="8">
              <a:lnSpc>
                <a:spcPct val="115000"/>
              </a:lnSpc>
              <a:spcBef>
                <a:spcPts val="0"/>
              </a:spcBef>
              <a:spcAft>
                <a:spcPts val="0"/>
              </a:spcAft>
              <a:buSzPts val="1850"/>
              <a:buNone/>
              <a:defRPr sz="2467"/>
            </a:lvl9pPr>
          </a:lstStyle>
          <a:p>
            <a:r>
              <a:rPr lang="ja-JP" altLang="en-US" dirty="0"/>
              <a:t>マスター サブタイトルの書式設定</a:t>
            </a:r>
            <a:endParaRPr dirty="0"/>
          </a:p>
        </p:txBody>
      </p:sp>
      <p:sp>
        <p:nvSpPr>
          <p:cNvPr id="11" name="Google Shape;11;p2"/>
          <p:cNvSpPr/>
          <p:nvPr/>
        </p:nvSpPr>
        <p:spPr>
          <a:xfrm>
            <a:off x="11054800" y="0"/>
            <a:ext cx="1137200" cy="6858000"/>
          </a:xfrm>
          <a:prstGeom prst="rect">
            <a:avLst/>
          </a:prstGeom>
          <a:solidFill>
            <a:schemeClr val="dk2"/>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grpSp>
        <p:nvGrpSpPr>
          <p:cNvPr id="12" name="Google Shape;12;p2"/>
          <p:cNvGrpSpPr/>
          <p:nvPr/>
        </p:nvGrpSpPr>
        <p:grpSpPr>
          <a:xfrm>
            <a:off x="-73833" y="719333"/>
            <a:ext cx="12265800" cy="6138667"/>
            <a:chOff x="-55375" y="539500"/>
            <a:chExt cx="9199350" cy="4604000"/>
          </a:xfrm>
        </p:grpSpPr>
        <p:cxnSp>
          <p:nvCxnSpPr>
            <p:cNvPr id="13" name="Google Shape;13;p2"/>
            <p:cNvCxnSpPr/>
            <p:nvPr/>
          </p:nvCxnSpPr>
          <p:spPr>
            <a:xfrm>
              <a:off x="-55375" y="4608575"/>
              <a:ext cx="4870800" cy="0"/>
            </a:xfrm>
            <a:prstGeom prst="straightConnector1">
              <a:avLst/>
            </a:prstGeom>
            <a:noFill/>
            <a:ln w="9525" cap="flat" cmpd="sng">
              <a:solidFill>
                <a:schemeClr val="dk1"/>
              </a:solidFill>
              <a:prstDash val="solid"/>
              <a:round/>
              <a:headEnd type="none" w="med" len="med"/>
              <a:tailEnd type="none" w="med" len="med"/>
            </a:ln>
          </p:spPr>
        </p:cxnSp>
        <p:cxnSp>
          <p:nvCxnSpPr>
            <p:cNvPr id="14" name="Google Shape;14;p2"/>
            <p:cNvCxnSpPr/>
            <p:nvPr/>
          </p:nvCxnSpPr>
          <p:spPr>
            <a:xfrm>
              <a:off x="4751675" y="539500"/>
              <a:ext cx="4392300" cy="0"/>
            </a:xfrm>
            <a:prstGeom prst="straightConnector1">
              <a:avLst/>
            </a:prstGeom>
            <a:noFill/>
            <a:ln w="9525" cap="flat" cmpd="sng">
              <a:solidFill>
                <a:schemeClr val="dk1"/>
              </a:solidFill>
              <a:prstDash val="solid"/>
              <a:round/>
              <a:headEnd type="none" w="med" len="med"/>
              <a:tailEnd type="none" w="med" len="med"/>
            </a:ln>
          </p:spPr>
        </p:cxnSp>
        <p:cxnSp>
          <p:nvCxnSpPr>
            <p:cNvPr id="15" name="Google Shape;15;p2"/>
            <p:cNvCxnSpPr/>
            <p:nvPr/>
          </p:nvCxnSpPr>
          <p:spPr>
            <a:xfrm rot="10800000">
              <a:off x="8430775" y="805200"/>
              <a:ext cx="0" cy="4338300"/>
            </a:xfrm>
            <a:prstGeom prst="straightConnector1">
              <a:avLst/>
            </a:prstGeom>
            <a:noFill/>
            <a:ln w="9525" cap="flat" cmpd="sng">
              <a:solidFill>
                <a:schemeClr val="dk1"/>
              </a:solidFill>
              <a:prstDash val="solid"/>
              <a:round/>
              <a:headEnd type="none" w="med" len="med"/>
              <a:tailEnd type="none" w="med" len="med"/>
            </a:ln>
          </p:spPr>
        </p:cxnSp>
      </p:grpSp>
    </p:spTree>
    <p:extLst>
      <p:ext uri="{BB962C8B-B14F-4D97-AF65-F5344CB8AC3E}">
        <p14:creationId xmlns:p14="http://schemas.microsoft.com/office/powerpoint/2010/main" val="322252630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body" type="tx">
  <p:cSld name="Title and body">
    <p:spTree>
      <p:nvGrpSpPr>
        <p:cNvPr id="1" name="Shape 22"/>
        <p:cNvGrpSpPr/>
        <p:nvPr/>
      </p:nvGrpSpPr>
      <p:grpSpPr>
        <a:xfrm>
          <a:off x="0" y="0"/>
          <a:ext cx="0" cy="0"/>
          <a:chOff x="0" y="0"/>
          <a:chExt cx="0" cy="0"/>
        </a:xfrm>
      </p:grpSpPr>
      <p:sp>
        <p:nvSpPr>
          <p:cNvPr id="23" name="Google Shape;23;p4"/>
          <p:cNvSpPr txBox="1">
            <a:spLocks noGrp="1"/>
          </p:cNvSpPr>
          <p:nvPr>
            <p:ph type="title"/>
          </p:nvPr>
        </p:nvSpPr>
        <p:spPr>
          <a:xfrm>
            <a:off x="950967" y="627533"/>
            <a:ext cx="10290000" cy="733200"/>
          </a:xfrm>
          <a:prstGeom prst="rect">
            <a:avLst/>
          </a:prstGeom>
        </p:spPr>
        <p:txBody>
          <a:bodyPr spcFirstLastPara="1" wrap="square" lIns="91425" tIns="91425" rIns="91425" bIns="91425" anchor="t" anchorCtr="0">
            <a:noAutofit/>
          </a:bodyPr>
          <a:lstStyle>
            <a:lvl1pPr lvl="0">
              <a:spcBef>
                <a:spcPts val="0"/>
              </a:spcBef>
              <a:spcAft>
                <a:spcPts val="0"/>
              </a:spcAft>
              <a:buSzPts val="3100"/>
              <a:buNone/>
              <a:defRPr>
                <a:latin typeface="LINE Seed JP App_OTF Bold" panose="02020700000000000000" pitchFamily="18" charset="-128"/>
                <a:ea typeface="LINE Seed JP App_OTF Bold" panose="02020700000000000000" pitchFamily="18" charset="-128"/>
              </a:defRPr>
            </a:lvl1pPr>
            <a:lvl2pPr lvl="1">
              <a:spcBef>
                <a:spcPts val="0"/>
              </a:spcBef>
              <a:spcAft>
                <a:spcPts val="0"/>
              </a:spcAft>
              <a:buSzPts val="3100"/>
              <a:buNone/>
              <a:defRPr/>
            </a:lvl2pPr>
            <a:lvl3pPr lvl="2">
              <a:spcBef>
                <a:spcPts val="0"/>
              </a:spcBef>
              <a:spcAft>
                <a:spcPts val="0"/>
              </a:spcAft>
              <a:buSzPts val="3100"/>
              <a:buNone/>
              <a:defRPr/>
            </a:lvl3pPr>
            <a:lvl4pPr lvl="3">
              <a:spcBef>
                <a:spcPts val="0"/>
              </a:spcBef>
              <a:spcAft>
                <a:spcPts val="0"/>
              </a:spcAft>
              <a:buSzPts val="3100"/>
              <a:buNone/>
              <a:defRPr/>
            </a:lvl4pPr>
            <a:lvl5pPr lvl="4">
              <a:spcBef>
                <a:spcPts val="0"/>
              </a:spcBef>
              <a:spcAft>
                <a:spcPts val="0"/>
              </a:spcAft>
              <a:buSzPts val="3100"/>
              <a:buNone/>
              <a:defRPr/>
            </a:lvl5pPr>
            <a:lvl6pPr lvl="5">
              <a:spcBef>
                <a:spcPts val="0"/>
              </a:spcBef>
              <a:spcAft>
                <a:spcPts val="0"/>
              </a:spcAft>
              <a:buSzPts val="3100"/>
              <a:buNone/>
              <a:defRPr/>
            </a:lvl6pPr>
            <a:lvl7pPr lvl="6">
              <a:spcBef>
                <a:spcPts val="0"/>
              </a:spcBef>
              <a:spcAft>
                <a:spcPts val="0"/>
              </a:spcAft>
              <a:buSzPts val="3100"/>
              <a:buNone/>
              <a:defRPr/>
            </a:lvl7pPr>
            <a:lvl8pPr lvl="7">
              <a:spcBef>
                <a:spcPts val="0"/>
              </a:spcBef>
              <a:spcAft>
                <a:spcPts val="0"/>
              </a:spcAft>
              <a:buSzPts val="3100"/>
              <a:buNone/>
              <a:defRPr/>
            </a:lvl8pPr>
            <a:lvl9pPr lvl="8">
              <a:spcBef>
                <a:spcPts val="0"/>
              </a:spcBef>
              <a:spcAft>
                <a:spcPts val="0"/>
              </a:spcAft>
              <a:buSzPts val="3100"/>
              <a:buNone/>
              <a:defRPr/>
            </a:lvl9pPr>
          </a:lstStyle>
          <a:p>
            <a:r>
              <a:rPr lang="ja-JP" altLang="en-US" dirty="0"/>
              <a:t>マスター タイトルの書式設定</a:t>
            </a:r>
            <a:endParaRPr dirty="0"/>
          </a:p>
        </p:txBody>
      </p:sp>
      <p:sp>
        <p:nvSpPr>
          <p:cNvPr id="24" name="Google Shape;24;p4"/>
          <p:cNvSpPr txBox="1">
            <a:spLocks noGrp="1"/>
          </p:cNvSpPr>
          <p:nvPr>
            <p:ph type="subTitle" idx="1"/>
          </p:nvPr>
        </p:nvSpPr>
        <p:spPr>
          <a:xfrm>
            <a:off x="951000" y="1622733"/>
            <a:ext cx="10290000" cy="533600"/>
          </a:xfrm>
          <a:prstGeom prst="rect">
            <a:avLst/>
          </a:prstGeom>
        </p:spPr>
        <p:txBody>
          <a:bodyPr spcFirstLastPara="1" wrap="square" lIns="91425" tIns="91425" rIns="91425" bIns="91425" anchor="t" anchorCtr="0">
            <a:noAutofit/>
          </a:bodyPr>
          <a:lstStyle>
            <a:lvl1pPr lvl="0" algn="ctr" rtl="0">
              <a:lnSpc>
                <a:spcPct val="115000"/>
              </a:lnSpc>
              <a:spcBef>
                <a:spcPts val="0"/>
              </a:spcBef>
              <a:spcAft>
                <a:spcPts val="0"/>
              </a:spcAft>
              <a:buSzPts val="1400"/>
              <a:buNone/>
              <a:defRPr>
                <a:latin typeface="LINE Seed JP App_TTF Regular" panose="02020500000000000000" pitchFamily="18" charset="-128"/>
                <a:ea typeface="LINE Seed JP App_TTF Regular" panose="02020500000000000000" pitchFamily="18" charset="-128"/>
              </a:defRPr>
            </a:lvl1pPr>
            <a:lvl2pPr lvl="1" algn="ctr" rtl="0">
              <a:lnSpc>
                <a:spcPct val="115000"/>
              </a:lnSpc>
              <a:spcBef>
                <a:spcPts val="0"/>
              </a:spcBef>
              <a:spcAft>
                <a:spcPts val="0"/>
              </a:spcAft>
              <a:buSzPts val="1400"/>
              <a:buNone/>
              <a:defRPr/>
            </a:lvl2pPr>
            <a:lvl3pPr lvl="2" algn="ctr" rtl="0">
              <a:lnSpc>
                <a:spcPct val="115000"/>
              </a:lnSpc>
              <a:spcBef>
                <a:spcPts val="0"/>
              </a:spcBef>
              <a:spcAft>
                <a:spcPts val="0"/>
              </a:spcAft>
              <a:buSzPts val="1400"/>
              <a:buNone/>
              <a:defRPr/>
            </a:lvl3pPr>
            <a:lvl4pPr lvl="3" algn="ctr" rtl="0">
              <a:lnSpc>
                <a:spcPct val="115000"/>
              </a:lnSpc>
              <a:spcBef>
                <a:spcPts val="0"/>
              </a:spcBef>
              <a:spcAft>
                <a:spcPts val="0"/>
              </a:spcAft>
              <a:buSzPts val="1400"/>
              <a:buNone/>
              <a:defRPr/>
            </a:lvl4pPr>
            <a:lvl5pPr lvl="4" algn="ctr" rtl="0">
              <a:lnSpc>
                <a:spcPct val="115000"/>
              </a:lnSpc>
              <a:spcBef>
                <a:spcPts val="0"/>
              </a:spcBef>
              <a:spcAft>
                <a:spcPts val="0"/>
              </a:spcAft>
              <a:buSzPts val="1400"/>
              <a:buNone/>
              <a:defRPr/>
            </a:lvl5pPr>
            <a:lvl6pPr lvl="5" algn="ctr" rtl="0">
              <a:lnSpc>
                <a:spcPct val="115000"/>
              </a:lnSpc>
              <a:spcBef>
                <a:spcPts val="0"/>
              </a:spcBef>
              <a:spcAft>
                <a:spcPts val="0"/>
              </a:spcAft>
              <a:buSzPts val="1400"/>
              <a:buNone/>
              <a:defRPr/>
            </a:lvl6pPr>
            <a:lvl7pPr lvl="6" algn="ctr" rtl="0">
              <a:lnSpc>
                <a:spcPct val="115000"/>
              </a:lnSpc>
              <a:spcBef>
                <a:spcPts val="0"/>
              </a:spcBef>
              <a:spcAft>
                <a:spcPts val="0"/>
              </a:spcAft>
              <a:buSzPts val="1400"/>
              <a:buNone/>
              <a:defRPr/>
            </a:lvl7pPr>
            <a:lvl8pPr lvl="7" algn="ctr" rtl="0">
              <a:lnSpc>
                <a:spcPct val="115000"/>
              </a:lnSpc>
              <a:spcBef>
                <a:spcPts val="0"/>
              </a:spcBef>
              <a:spcAft>
                <a:spcPts val="0"/>
              </a:spcAft>
              <a:buSzPts val="1400"/>
              <a:buNone/>
              <a:defRPr/>
            </a:lvl8pPr>
            <a:lvl9pPr lvl="8" algn="ctr" rtl="0">
              <a:lnSpc>
                <a:spcPct val="115000"/>
              </a:lnSpc>
              <a:spcBef>
                <a:spcPts val="0"/>
              </a:spcBef>
              <a:spcAft>
                <a:spcPts val="0"/>
              </a:spcAft>
              <a:buSzPts val="1400"/>
              <a:buNone/>
              <a:defRPr/>
            </a:lvl9pPr>
          </a:lstStyle>
          <a:p>
            <a:r>
              <a:rPr lang="ja-JP" altLang="en-US" dirty="0"/>
              <a:t>マスター サブタイトルの書式設定</a:t>
            </a:r>
            <a:endParaRPr dirty="0"/>
          </a:p>
        </p:txBody>
      </p:sp>
      <p:sp>
        <p:nvSpPr>
          <p:cNvPr id="25" name="Google Shape;25;p4"/>
          <p:cNvSpPr/>
          <p:nvPr/>
        </p:nvSpPr>
        <p:spPr>
          <a:xfrm flipH="1">
            <a:off x="0" y="0"/>
            <a:ext cx="12192000" cy="356800"/>
          </a:xfrm>
          <a:prstGeom prst="rect">
            <a:avLst/>
          </a:prstGeom>
          <a:solidFill>
            <a:schemeClr val="dk2"/>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grpSp>
        <p:nvGrpSpPr>
          <p:cNvPr id="26" name="Google Shape;26;p4"/>
          <p:cNvGrpSpPr/>
          <p:nvPr/>
        </p:nvGrpSpPr>
        <p:grpSpPr>
          <a:xfrm>
            <a:off x="200" y="1"/>
            <a:ext cx="11813400" cy="6501367"/>
            <a:chOff x="150" y="0"/>
            <a:chExt cx="8860050" cy="4876025"/>
          </a:xfrm>
        </p:grpSpPr>
        <p:cxnSp>
          <p:nvCxnSpPr>
            <p:cNvPr id="27" name="Google Shape;27;p4"/>
            <p:cNvCxnSpPr/>
            <p:nvPr/>
          </p:nvCxnSpPr>
          <p:spPr>
            <a:xfrm>
              <a:off x="8860200" y="0"/>
              <a:ext cx="0" cy="2571600"/>
            </a:xfrm>
            <a:prstGeom prst="straightConnector1">
              <a:avLst/>
            </a:prstGeom>
            <a:noFill/>
            <a:ln w="9525" cap="flat" cmpd="sng">
              <a:solidFill>
                <a:schemeClr val="dk1"/>
              </a:solidFill>
              <a:prstDash val="solid"/>
              <a:round/>
              <a:headEnd type="none" w="med" len="med"/>
              <a:tailEnd type="none" w="med" len="med"/>
            </a:ln>
          </p:spPr>
        </p:cxnSp>
        <p:cxnSp>
          <p:nvCxnSpPr>
            <p:cNvPr id="28" name="Google Shape;28;p4"/>
            <p:cNvCxnSpPr/>
            <p:nvPr/>
          </p:nvCxnSpPr>
          <p:spPr>
            <a:xfrm rot="10800000">
              <a:off x="150" y="4876025"/>
              <a:ext cx="8444700" cy="0"/>
            </a:xfrm>
            <a:prstGeom prst="straightConnector1">
              <a:avLst/>
            </a:prstGeom>
            <a:noFill/>
            <a:ln w="9525" cap="flat" cmpd="sng">
              <a:solidFill>
                <a:schemeClr val="dk1"/>
              </a:solidFill>
              <a:prstDash val="solid"/>
              <a:round/>
              <a:headEnd type="none" w="med" len="med"/>
              <a:tailEnd type="none" w="med" len="med"/>
            </a:ln>
          </p:spPr>
        </p:cxnSp>
      </p:grpSp>
    </p:spTree>
    <p:extLst>
      <p:ext uri="{BB962C8B-B14F-4D97-AF65-F5344CB8AC3E}">
        <p14:creationId xmlns:p14="http://schemas.microsoft.com/office/powerpoint/2010/main" val="43653431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two columns" type="twoColTx">
  <p:cSld name="Title and two columns">
    <p:spTree>
      <p:nvGrpSpPr>
        <p:cNvPr id="1" name="Shape 29"/>
        <p:cNvGrpSpPr/>
        <p:nvPr/>
      </p:nvGrpSpPr>
      <p:grpSpPr>
        <a:xfrm>
          <a:off x="0" y="0"/>
          <a:ext cx="0" cy="0"/>
          <a:chOff x="0" y="0"/>
          <a:chExt cx="0" cy="0"/>
        </a:xfrm>
      </p:grpSpPr>
      <p:sp>
        <p:nvSpPr>
          <p:cNvPr id="30" name="Google Shape;30;p5"/>
          <p:cNvSpPr txBox="1">
            <a:spLocks noGrp="1"/>
          </p:cNvSpPr>
          <p:nvPr>
            <p:ph type="title"/>
          </p:nvPr>
        </p:nvSpPr>
        <p:spPr>
          <a:xfrm>
            <a:off x="950967" y="627533"/>
            <a:ext cx="10290000" cy="733200"/>
          </a:xfrm>
          <a:prstGeom prst="rect">
            <a:avLst/>
          </a:prstGeom>
        </p:spPr>
        <p:txBody>
          <a:bodyPr spcFirstLastPara="1" wrap="square" lIns="91425" tIns="91425" rIns="91425" bIns="91425" anchor="t" anchorCtr="0">
            <a:noAutofit/>
          </a:bodyPr>
          <a:lstStyle>
            <a:lvl1pPr lvl="0">
              <a:spcBef>
                <a:spcPts val="0"/>
              </a:spcBef>
              <a:spcAft>
                <a:spcPts val="0"/>
              </a:spcAft>
              <a:buSzPts val="3100"/>
              <a:buNone/>
              <a:defRPr>
                <a:latin typeface="LINE Seed JP App_OTF Bold" panose="02020700000000000000" pitchFamily="18" charset="-128"/>
                <a:ea typeface="LINE Seed JP App_OTF Bold" panose="02020700000000000000" pitchFamily="18" charset="-128"/>
              </a:defRPr>
            </a:lvl1pPr>
            <a:lvl2pPr lvl="1">
              <a:spcBef>
                <a:spcPts val="0"/>
              </a:spcBef>
              <a:spcAft>
                <a:spcPts val="0"/>
              </a:spcAft>
              <a:buSzPts val="3100"/>
              <a:buNone/>
              <a:defRPr/>
            </a:lvl2pPr>
            <a:lvl3pPr lvl="2">
              <a:spcBef>
                <a:spcPts val="0"/>
              </a:spcBef>
              <a:spcAft>
                <a:spcPts val="0"/>
              </a:spcAft>
              <a:buSzPts val="3100"/>
              <a:buNone/>
              <a:defRPr/>
            </a:lvl3pPr>
            <a:lvl4pPr lvl="3">
              <a:spcBef>
                <a:spcPts val="0"/>
              </a:spcBef>
              <a:spcAft>
                <a:spcPts val="0"/>
              </a:spcAft>
              <a:buSzPts val="3100"/>
              <a:buNone/>
              <a:defRPr/>
            </a:lvl4pPr>
            <a:lvl5pPr lvl="4">
              <a:spcBef>
                <a:spcPts val="0"/>
              </a:spcBef>
              <a:spcAft>
                <a:spcPts val="0"/>
              </a:spcAft>
              <a:buSzPts val="3100"/>
              <a:buNone/>
              <a:defRPr/>
            </a:lvl5pPr>
            <a:lvl6pPr lvl="5">
              <a:spcBef>
                <a:spcPts val="0"/>
              </a:spcBef>
              <a:spcAft>
                <a:spcPts val="0"/>
              </a:spcAft>
              <a:buSzPts val="3100"/>
              <a:buNone/>
              <a:defRPr/>
            </a:lvl6pPr>
            <a:lvl7pPr lvl="6">
              <a:spcBef>
                <a:spcPts val="0"/>
              </a:spcBef>
              <a:spcAft>
                <a:spcPts val="0"/>
              </a:spcAft>
              <a:buSzPts val="3100"/>
              <a:buNone/>
              <a:defRPr/>
            </a:lvl7pPr>
            <a:lvl8pPr lvl="7">
              <a:spcBef>
                <a:spcPts val="0"/>
              </a:spcBef>
              <a:spcAft>
                <a:spcPts val="0"/>
              </a:spcAft>
              <a:buSzPts val="3100"/>
              <a:buNone/>
              <a:defRPr/>
            </a:lvl8pPr>
            <a:lvl9pPr lvl="8">
              <a:spcBef>
                <a:spcPts val="0"/>
              </a:spcBef>
              <a:spcAft>
                <a:spcPts val="0"/>
              </a:spcAft>
              <a:buSzPts val="3100"/>
              <a:buNone/>
              <a:defRPr/>
            </a:lvl9pPr>
          </a:lstStyle>
          <a:p>
            <a:r>
              <a:rPr lang="ja-JP" altLang="en-US" dirty="0"/>
              <a:t>マスター タイトルの書式設定</a:t>
            </a:r>
            <a:endParaRPr dirty="0"/>
          </a:p>
        </p:txBody>
      </p:sp>
      <p:sp>
        <p:nvSpPr>
          <p:cNvPr id="31" name="Google Shape;31;p5"/>
          <p:cNvSpPr txBox="1">
            <a:spLocks noGrp="1"/>
          </p:cNvSpPr>
          <p:nvPr>
            <p:ph type="subTitle" idx="1"/>
          </p:nvPr>
        </p:nvSpPr>
        <p:spPr>
          <a:xfrm>
            <a:off x="3939563" y="2703968"/>
            <a:ext cx="5749600" cy="864000"/>
          </a:xfrm>
          <a:prstGeom prst="rect">
            <a:avLst/>
          </a:prstGeom>
        </p:spPr>
        <p:txBody>
          <a:bodyPr spcFirstLastPara="1" wrap="square" lIns="91425" tIns="91425" rIns="91425" bIns="91425" anchor="t" anchorCtr="0">
            <a:noAutofit/>
          </a:bodyPr>
          <a:lstStyle>
            <a:lvl1pPr lvl="0" rtl="0">
              <a:lnSpc>
                <a:spcPct val="115000"/>
              </a:lnSpc>
              <a:spcBef>
                <a:spcPts val="0"/>
              </a:spcBef>
              <a:spcAft>
                <a:spcPts val="0"/>
              </a:spcAft>
              <a:buSzPts val="1400"/>
              <a:buNone/>
              <a:defRPr>
                <a:latin typeface="LINE Seed JP App_TTF Regular" panose="02020500000000000000" pitchFamily="18" charset="-128"/>
                <a:ea typeface="LINE Seed JP App_TTF Regular" panose="02020500000000000000" pitchFamily="18" charset="-128"/>
              </a:defRPr>
            </a:lvl1pPr>
            <a:lvl2pPr lvl="1" algn="ctr" rtl="0">
              <a:lnSpc>
                <a:spcPct val="115000"/>
              </a:lnSpc>
              <a:spcBef>
                <a:spcPts val="0"/>
              </a:spcBef>
              <a:spcAft>
                <a:spcPts val="0"/>
              </a:spcAft>
              <a:buSzPts val="1400"/>
              <a:buNone/>
              <a:defRPr/>
            </a:lvl2pPr>
            <a:lvl3pPr lvl="2" algn="ctr" rtl="0">
              <a:lnSpc>
                <a:spcPct val="115000"/>
              </a:lnSpc>
              <a:spcBef>
                <a:spcPts val="0"/>
              </a:spcBef>
              <a:spcAft>
                <a:spcPts val="0"/>
              </a:spcAft>
              <a:buSzPts val="1400"/>
              <a:buNone/>
              <a:defRPr/>
            </a:lvl3pPr>
            <a:lvl4pPr lvl="3" algn="ctr" rtl="0">
              <a:lnSpc>
                <a:spcPct val="115000"/>
              </a:lnSpc>
              <a:spcBef>
                <a:spcPts val="0"/>
              </a:spcBef>
              <a:spcAft>
                <a:spcPts val="0"/>
              </a:spcAft>
              <a:buSzPts val="1400"/>
              <a:buNone/>
              <a:defRPr/>
            </a:lvl4pPr>
            <a:lvl5pPr lvl="4" algn="ctr" rtl="0">
              <a:lnSpc>
                <a:spcPct val="115000"/>
              </a:lnSpc>
              <a:spcBef>
                <a:spcPts val="0"/>
              </a:spcBef>
              <a:spcAft>
                <a:spcPts val="0"/>
              </a:spcAft>
              <a:buSzPts val="1400"/>
              <a:buNone/>
              <a:defRPr/>
            </a:lvl5pPr>
            <a:lvl6pPr lvl="5" algn="ctr" rtl="0">
              <a:lnSpc>
                <a:spcPct val="115000"/>
              </a:lnSpc>
              <a:spcBef>
                <a:spcPts val="0"/>
              </a:spcBef>
              <a:spcAft>
                <a:spcPts val="0"/>
              </a:spcAft>
              <a:buSzPts val="1400"/>
              <a:buNone/>
              <a:defRPr/>
            </a:lvl6pPr>
            <a:lvl7pPr lvl="6" algn="ctr" rtl="0">
              <a:lnSpc>
                <a:spcPct val="115000"/>
              </a:lnSpc>
              <a:spcBef>
                <a:spcPts val="0"/>
              </a:spcBef>
              <a:spcAft>
                <a:spcPts val="0"/>
              </a:spcAft>
              <a:buSzPts val="1400"/>
              <a:buNone/>
              <a:defRPr/>
            </a:lvl7pPr>
            <a:lvl8pPr lvl="7" algn="ctr" rtl="0">
              <a:lnSpc>
                <a:spcPct val="115000"/>
              </a:lnSpc>
              <a:spcBef>
                <a:spcPts val="0"/>
              </a:spcBef>
              <a:spcAft>
                <a:spcPts val="0"/>
              </a:spcAft>
              <a:buSzPts val="1400"/>
              <a:buNone/>
              <a:defRPr/>
            </a:lvl8pPr>
            <a:lvl9pPr lvl="8" algn="ctr" rtl="0">
              <a:lnSpc>
                <a:spcPct val="115000"/>
              </a:lnSpc>
              <a:spcBef>
                <a:spcPts val="0"/>
              </a:spcBef>
              <a:spcAft>
                <a:spcPts val="0"/>
              </a:spcAft>
              <a:buSzPts val="1400"/>
              <a:buNone/>
              <a:defRPr/>
            </a:lvl9pPr>
          </a:lstStyle>
          <a:p>
            <a:r>
              <a:rPr lang="ja-JP" altLang="en-US" dirty="0"/>
              <a:t>マスター サブタイトルの書式設定</a:t>
            </a:r>
            <a:endParaRPr dirty="0"/>
          </a:p>
        </p:txBody>
      </p:sp>
      <p:sp>
        <p:nvSpPr>
          <p:cNvPr id="32" name="Google Shape;32;p5"/>
          <p:cNvSpPr txBox="1">
            <a:spLocks noGrp="1"/>
          </p:cNvSpPr>
          <p:nvPr>
            <p:ph type="subTitle" idx="2"/>
          </p:nvPr>
        </p:nvSpPr>
        <p:spPr>
          <a:xfrm>
            <a:off x="3939563" y="2025900"/>
            <a:ext cx="5749600" cy="6976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400"/>
              <a:buFont typeface="Golos Text SemiBold"/>
              <a:buNone/>
              <a:defRPr sz="2933">
                <a:latin typeface="LINE Seed JP App_OTF Bold" panose="02020700000000000000" pitchFamily="18" charset="-128"/>
                <a:ea typeface="LINE Seed JP App_OTF Bold" panose="02020700000000000000" pitchFamily="18" charset="-128"/>
                <a:cs typeface="LINE Seed JP App_OTF Bold" panose="02020700000000000000" pitchFamily="18" charset="-128"/>
                <a:sym typeface="Golos Text"/>
              </a:defRPr>
            </a:lvl1pPr>
            <a:lvl2pPr lvl="1" algn="ctr" rtl="0">
              <a:lnSpc>
                <a:spcPct val="115000"/>
              </a:lnSpc>
              <a:spcBef>
                <a:spcPts val="0"/>
              </a:spcBef>
              <a:spcAft>
                <a:spcPts val="0"/>
              </a:spcAft>
              <a:buSzPts val="2400"/>
              <a:buFont typeface="Golos Text SemiBold"/>
              <a:buNone/>
              <a:defRPr sz="3200">
                <a:latin typeface="Golos Text SemiBold"/>
                <a:ea typeface="Golos Text SemiBold"/>
                <a:cs typeface="Golos Text SemiBold"/>
                <a:sym typeface="Golos Text SemiBold"/>
              </a:defRPr>
            </a:lvl2pPr>
            <a:lvl3pPr lvl="2" algn="ctr" rtl="0">
              <a:lnSpc>
                <a:spcPct val="115000"/>
              </a:lnSpc>
              <a:spcBef>
                <a:spcPts val="0"/>
              </a:spcBef>
              <a:spcAft>
                <a:spcPts val="0"/>
              </a:spcAft>
              <a:buSzPts val="2400"/>
              <a:buFont typeface="Golos Text SemiBold"/>
              <a:buNone/>
              <a:defRPr sz="3200">
                <a:latin typeface="Golos Text SemiBold"/>
                <a:ea typeface="Golos Text SemiBold"/>
                <a:cs typeface="Golos Text SemiBold"/>
                <a:sym typeface="Golos Text SemiBold"/>
              </a:defRPr>
            </a:lvl3pPr>
            <a:lvl4pPr lvl="3" algn="ctr" rtl="0">
              <a:lnSpc>
                <a:spcPct val="115000"/>
              </a:lnSpc>
              <a:spcBef>
                <a:spcPts val="0"/>
              </a:spcBef>
              <a:spcAft>
                <a:spcPts val="0"/>
              </a:spcAft>
              <a:buSzPts val="2400"/>
              <a:buFont typeface="Golos Text SemiBold"/>
              <a:buNone/>
              <a:defRPr sz="3200">
                <a:latin typeface="Golos Text SemiBold"/>
                <a:ea typeface="Golos Text SemiBold"/>
                <a:cs typeface="Golos Text SemiBold"/>
                <a:sym typeface="Golos Text SemiBold"/>
              </a:defRPr>
            </a:lvl4pPr>
            <a:lvl5pPr lvl="4" algn="ctr" rtl="0">
              <a:lnSpc>
                <a:spcPct val="115000"/>
              </a:lnSpc>
              <a:spcBef>
                <a:spcPts val="0"/>
              </a:spcBef>
              <a:spcAft>
                <a:spcPts val="0"/>
              </a:spcAft>
              <a:buSzPts val="2400"/>
              <a:buFont typeface="Golos Text SemiBold"/>
              <a:buNone/>
              <a:defRPr sz="3200">
                <a:latin typeface="Golos Text SemiBold"/>
                <a:ea typeface="Golos Text SemiBold"/>
                <a:cs typeface="Golos Text SemiBold"/>
                <a:sym typeface="Golos Text SemiBold"/>
              </a:defRPr>
            </a:lvl5pPr>
            <a:lvl6pPr lvl="5" algn="ctr" rtl="0">
              <a:lnSpc>
                <a:spcPct val="115000"/>
              </a:lnSpc>
              <a:spcBef>
                <a:spcPts val="0"/>
              </a:spcBef>
              <a:spcAft>
                <a:spcPts val="0"/>
              </a:spcAft>
              <a:buSzPts val="2400"/>
              <a:buFont typeface="Golos Text SemiBold"/>
              <a:buNone/>
              <a:defRPr sz="3200">
                <a:latin typeface="Golos Text SemiBold"/>
                <a:ea typeface="Golos Text SemiBold"/>
                <a:cs typeface="Golos Text SemiBold"/>
                <a:sym typeface="Golos Text SemiBold"/>
              </a:defRPr>
            </a:lvl6pPr>
            <a:lvl7pPr lvl="6" algn="ctr" rtl="0">
              <a:lnSpc>
                <a:spcPct val="115000"/>
              </a:lnSpc>
              <a:spcBef>
                <a:spcPts val="0"/>
              </a:spcBef>
              <a:spcAft>
                <a:spcPts val="0"/>
              </a:spcAft>
              <a:buSzPts val="2400"/>
              <a:buFont typeface="Golos Text SemiBold"/>
              <a:buNone/>
              <a:defRPr sz="3200">
                <a:latin typeface="Golos Text SemiBold"/>
                <a:ea typeface="Golos Text SemiBold"/>
                <a:cs typeface="Golos Text SemiBold"/>
                <a:sym typeface="Golos Text SemiBold"/>
              </a:defRPr>
            </a:lvl7pPr>
            <a:lvl8pPr lvl="7" algn="ctr" rtl="0">
              <a:lnSpc>
                <a:spcPct val="115000"/>
              </a:lnSpc>
              <a:spcBef>
                <a:spcPts val="0"/>
              </a:spcBef>
              <a:spcAft>
                <a:spcPts val="0"/>
              </a:spcAft>
              <a:buSzPts val="2400"/>
              <a:buFont typeface="Golos Text SemiBold"/>
              <a:buNone/>
              <a:defRPr sz="3200">
                <a:latin typeface="Golos Text SemiBold"/>
                <a:ea typeface="Golos Text SemiBold"/>
                <a:cs typeface="Golos Text SemiBold"/>
                <a:sym typeface="Golos Text SemiBold"/>
              </a:defRPr>
            </a:lvl8pPr>
            <a:lvl9pPr lvl="8" algn="ctr" rtl="0">
              <a:lnSpc>
                <a:spcPct val="115000"/>
              </a:lnSpc>
              <a:spcBef>
                <a:spcPts val="0"/>
              </a:spcBef>
              <a:spcAft>
                <a:spcPts val="0"/>
              </a:spcAft>
              <a:buSzPts val="2400"/>
              <a:buFont typeface="Golos Text SemiBold"/>
              <a:buNone/>
              <a:defRPr sz="3200">
                <a:latin typeface="Golos Text SemiBold"/>
                <a:ea typeface="Golos Text SemiBold"/>
                <a:cs typeface="Golos Text SemiBold"/>
                <a:sym typeface="Golos Text SemiBold"/>
              </a:defRPr>
            </a:lvl9pPr>
          </a:lstStyle>
          <a:p>
            <a:r>
              <a:rPr lang="ja-JP" altLang="en-US" dirty="0"/>
              <a:t>マスター サブタイトルの書式設定</a:t>
            </a:r>
            <a:endParaRPr dirty="0"/>
          </a:p>
        </p:txBody>
      </p:sp>
      <p:sp>
        <p:nvSpPr>
          <p:cNvPr id="33" name="Google Shape;33;p5"/>
          <p:cNvSpPr txBox="1">
            <a:spLocks noGrp="1"/>
          </p:cNvSpPr>
          <p:nvPr>
            <p:ph type="subTitle" idx="3"/>
          </p:nvPr>
        </p:nvSpPr>
        <p:spPr>
          <a:xfrm>
            <a:off x="3939532" y="4826000"/>
            <a:ext cx="5749600" cy="864000"/>
          </a:xfrm>
          <a:prstGeom prst="rect">
            <a:avLst/>
          </a:prstGeom>
        </p:spPr>
        <p:txBody>
          <a:bodyPr spcFirstLastPara="1" wrap="square" lIns="91425" tIns="91425" rIns="91425" bIns="91425" anchor="t" anchorCtr="0">
            <a:noAutofit/>
          </a:bodyPr>
          <a:lstStyle>
            <a:lvl1pPr lvl="0" rtl="0">
              <a:lnSpc>
                <a:spcPct val="115000"/>
              </a:lnSpc>
              <a:spcBef>
                <a:spcPts val="0"/>
              </a:spcBef>
              <a:spcAft>
                <a:spcPts val="0"/>
              </a:spcAft>
              <a:buSzPts val="1400"/>
              <a:buNone/>
              <a:defRPr>
                <a:latin typeface="LINE Seed JP App_TTF Regular" panose="02020500000000000000" pitchFamily="18" charset="-128"/>
                <a:ea typeface="LINE Seed JP App_TTF Regular" panose="02020500000000000000" pitchFamily="18" charset="-128"/>
              </a:defRPr>
            </a:lvl1pPr>
            <a:lvl2pPr lvl="1" algn="ctr" rtl="0">
              <a:lnSpc>
                <a:spcPct val="115000"/>
              </a:lnSpc>
              <a:spcBef>
                <a:spcPts val="0"/>
              </a:spcBef>
              <a:spcAft>
                <a:spcPts val="0"/>
              </a:spcAft>
              <a:buSzPts val="1400"/>
              <a:buNone/>
              <a:defRPr/>
            </a:lvl2pPr>
            <a:lvl3pPr lvl="2" algn="ctr" rtl="0">
              <a:lnSpc>
                <a:spcPct val="115000"/>
              </a:lnSpc>
              <a:spcBef>
                <a:spcPts val="0"/>
              </a:spcBef>
              <a:spcAft>
                <a:spcPts val="0"/>
              </a:spcAft>
              <a:buSzPts val="1400"/>
              <a:buNone/>
              <a:defRPr/>
            </a:lvl3pPr>
            <a:lvl4pPr lvl="3" algn="ctr" rtl="0">
              <a:lnSpc>
                <a:spcPct val="115000"/>
              </a:lnSpc>
              <a:spcBef>
                <a:spcPts val="0"/>
              </a:spcBef>
              <a:spcAft>
                <a:spcPts val="0"/>
              </a:spcAft>
              <a:buSzPts val="1400"/>
              <a:buNone/>
              <a:defRPr/>
            </a:lvl4pPr>
            <a:lvl5pPr lvl="4" algn="ctr" rtl="0">
              <a:lnSpc>
                <a:spcPct val="115000"/>
              </a:lnSpc>
              <a:spcBef>
                <a:spcPts val="0"/>
              </a:spcBef>
              <a:spcAft>
                <a:spcPts val="0"/>
              </a:spcAft>
              <a:buSzPts val="1400"/>
              <a:buNone/>
              <a:defRPr/>
            </a:lvl5pPr>
            <a:lvl6pPr lvl="5" algn="ctr" rtl="0">
              <a:lnSpc>
                <a:spcPct val="115000"/>
              </a:lnSpc>
              <a:spcBef>
                <a:spcPts val="0"/>
              </a:spcBef>
              <a:spcAft>
                <a:spcPts val="0"/>
              </a:spcAft>
              <a:buSzPts val="1400"/>
              <a:buNone/>
              <a:defRPr/>
            </a:lvl6pPr>
            <a:lvl7pPr lvl="6" algn="ctr" rtl="0">
              <a:lnSpc>
                <a:spcPct val="115000"/>
              </a:lnSpc>
              <a:spcBef>
                <a:spcPts val="0"/>
              </a:spcBef>
              <a:spcAft>
                <a:spcPts val="0"/>
              </a:spcAft>
              <a:buSzPts val="1400"/>
              <a:buNone/>
              <a:defRPr/>
            </a:lvl7pPr>
            <a:lvl8pPr lvl="7" algn="ctr" rtl="0">
              <a:lnSpc>
                <a:spcPct val="115000"/>
              </a:lnSpc>
              <a:spcBef>
                <a:spcPts val="0"/>
              </a:spcBef>
              <a:spcAft>
                <a:spcPts val="0"/>
              </a:spcAft>
              <a:buSzPts val="1400"/>
              <a:buNone/>
              <a:defRPr/>
            </a:lvl8pPr>
            <a:lvl9pPr lvl="8" algn="ctr" rtl="0">
              <a:lnSpc>
                <a:spcPct val="115000"/>
              </a:lnSpc>
              <a:spcBef>
                <a:spcPts val="0"/>
              </a:spcBef>
              <a:spcAft>
                <a:spcPts val="0"/>
              </a:spcAft>
              <a:buSzPts val="1400"/>
              <a:buNone/>
              <a:defRPr/>
            </a:lvl9pPr>
          </a:lstStyle>
          <a:p>
            <a:r>
              <a:rPr lang="ja-JP" altLang="en-US" dirty="0"/>
              <a:t>マスター サブタイトルの書式設定</a:t>
            </a:r>
            <a:endParaRPr dirty="0"/>
          </a:p>
        </p:txBody>
      </p:sp>
      <p:sp>
        <p:nvSpPr>
          <p:cNvPr id="34" name="Google Shape;34;p5"/>
          <p:cNvSpPr txBox="1">
            <a:spLocks noGrp="1"/>
          </p:cNvSpPr>
          <p:nvPr>
            <p:ph type="subTitle" idx="4"/>
          </p:nvPr>
        </p:nvSpPr>
        <p:spPr>
          <a:xfrm>
            <a:off x="3939532" y="4147932"/>
            <a:ext cx="5749600" cy="6976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400"/>
              <a:buFont typeface="Golos Text SemiBold"/>
              <a:buNone/>
              <a:defRPr sz="2933">
                <a:latin typeface="LINE Seed JP App_OTF Bold" panose="02020700000000000000" pitchFamily="18" charset="-128"/>
                <a:ea typeface="LINE Seed JP App_OTF Bold" panose="02020700000000000000" pitchFamily="18" charset="-128"/>
                <a:cs typeface="LINE Seed JP App_OTF Bold" panose="02020700000000000000" pitchFamily="18" charset="-128"/>
                <a:sym typeface="Golos Text"/>
              </a:defRPr>
            </a:lvl1pPr>
            <a:lvl2pPr lvl="1" algn="ctr" rtl="0">
              <a:lnSpc>
                <a:spcPct val="115000"/>
              </a:lnSpc>
              <a:spcBef>
                <a:spcPts val="0"/>
              </a:spcBef>
              <a:spcAft>
                <a:spcPts val="0"/>
              </a:spcAft>
              <a:buSzPts val="2400"/>
              <a:buFont typeface="Golos Text SemiBold"/>
              <a:buNone/>
              <a:defRPr sz="3200">
                <a:latin typeface="Golos Text SemiBold"/>
                <a:ea typeface="Golos Text SemiBold"/>
                <a:cs typeface="Golos Text SemiBold"/>
                <a:sym typeface="Golos Text SemiBold"/>
              </a:defRPr>
            </a:lvl2pPr>
            <a:lvl3pPr lvl="2" algn="ctr" rtl="0">
              <a:lnSpc>
                <a:spcPct val="115000"/>
              </a:lnSpc>
              <a:spcBef>
                <a:spcPts val="0"/>
              </a:spcBef>
              <a:spcAft>
                <a:spcPts val="0"/>
              </a:spcAft>
              <a:buSzPts val="2400"/>
              <a:buFont typeface="Golos Text SemiBold"/>
              <a:buNone/>
              <a:defRPr sz="3200">
                <a:latin typeface="Golos Text SemiBold"/>
                <a:ea typeface="Golos Text SemiBold"/>
                <a:cs typeface="Golos Text SemiBold"/>
                <a:sym typeface="Golos Text SemiBold"/>
              </a:defRPr>
            </a:lvl3pPr>
            <a:lvl4pPr lvl="3" algn="ctr" rtl="0">
              <a:lnSpc>
                <a:spcPct val="115000"/>
              </a:lnSpc>
              <a:spcBef>
                <a:spcPts val="0"/>
              </a:spcBef>
              <a:spcAft>
                <a:spcPts val="0"/>
              </a:spcAft>
              <a:buSzPts val="2400"/>
              <a:buFont typeface="Golos Text SemiBold"/>
              <a:buNone/>
              <a:defRPr sz="3200">
                <a:latin typeface="Golos Text SemiBold"/>
                <a:ea typeface="Golos Text SemiBold"/>
                <a:cs typeface="Golos Text SemiBold"/>
                <a:sym typeface="Golos Text SemiBold"/>
              </a:defRPr>
            </a:lvl4pPr>
            <a:lvl5pPr lvl="4" algn="ctr" rtl="0">
              <a:lnSpc>
                <a:spcPct val="115000"/>
              </a:lnSpc>
              <a:spcBef>
                <a:spcPts val="0"/>
              </a:spcBef>
              <a:spcAft>
                <a:spcPts val="0"/>
              </a:spcAft>
              <a:buSzPts val="2400"/>
              <a:buFont typeface="Golos Text SemiBold"/>
              <a:buNone/>
              <a:defRPr sz="3200">
                <a:latin typeface="Golos Text SemiBold"/>
                <a:ea typeface="Golos Text SemiBold"/>
                <a:cs typeface="Golos Text SemiBold"/>
                <a:sym typeface="Golos Text SemiBold"/>
              </a:defRPr>
            </a:lvl5pPr>
            <a:lvl6pPr lvl="5" algn="ctr" rtl="0">
              <a:lnSpc>
                <a:spcPct val="115000"/>
              </a:lnSpc>
              <a:spcBef>
                <a:spcPts val="0"/>
              </a:spcBef>
              <a:spcAft>
                <a:spcPts val="0"/>
              </a:spcAft>
              <a:buSzPts val="2400"/>
              <a:buFont typeface="Golos Text SemiBold"/>
              <a:buNone/>
              <a:defRPr sz="3200">
                <a:latin typeface="Golos Text SemiBold"/>
                <a:ea typeface="Golos Text SemiBold"/>
                <a:cs typeface="Golos Text SemiBold"/>
                <a:sym typeface="Golos Text SemiBold"/>
              </a:defRPr>
            </a:lvl6pPr>
            <a:lvl7pPr lvl="6" algn="ctr" rtl="0">
              <a:lnSpc>
                <a:spcPct val="115000"/>
              </a:lnSpc>
              <a:spcBef>
                <a:spcPts val="0"/>
              </a:spcBef>
              <a:spcAft>
                <a:spcPts val="0"/>
              </a:spcAft>
              <a:buSzPts val="2400"/>
              <a:buFont typeface="Golos Text SemiBold"/>
              <a:buNone/>
              <a:defRPr sz="3200">
                <a:latin typeface="Golos Text SemiBold"/>
                <a:ea typeface="Golos Text SemiBold"/>
                <a:cs typeface="Golos Text SemiBold"/>
                <a:sym typeface="Golos Text SemiBold"/>
              </a:defRPr>
            </a:lvl7pPr>
            <a:lvl8pPr lvl="7" algn="ctr" rtl="0">
              <a:lnSpc>
                <a:spcPct val="115000"/>
              </a:lnSpc>
              <a:spcBef>
                <a:spcPts val="0"/>
              </a:spcBef>
              <a:spcAft>
                <a:spcPts val="0"/>
              </a:spcAft>
              <a:buSzPts val="2400"/>
              <a:buFont typeface="Golos Text SemiBold"/>
              <a:buNone/>
              <a:defRPr sz="3200">
                <a:latin typeface="Golos Text SemiBold"/>
                <a:ea typeface="Golos Text SemiBold"/>
                <a:cs typeface="Golos Text SemiBold"/>
                <a:sym typeface="Golos Text SemiBold"/>
              </a:defRPr>
            </a:lvl8pPr>
            <a:lvl9pPr lvl="8" algn="ctr" rtl="0">
              <a:lnSpc>
                <a:spcPct val="115000"/>
              </a:lnSpc>
              <a:spcBef>
                <a:spcPts val="0"/>
              </a:spcBef>
              <a:spcAft>
                <a:spcPts val="0"/>
              </a:spcAft>
              <a:buSzPts val="2400"/>
              <a:buFont typeface="Golos Text SemiBold"/>
              <a:buNone/>
              <a:defRPr sz="3200">
                <a:latin typeface="Golos Text SemiBold"/>
                <a:ea typeface="Golos Text SemiBold"/>
                <a:cs typeface="Golos Text SemiBold"/>
                <a:sym typeface="Golos Text SemiBold"/>
              </a:defRPr>
            </a:lvl9pPr>
          </a:lstStyle>
          <a:p>
            <a:r>
              <a:rPr lang="ja-JP" altLang="en-US" dirty="0"/>
              <a:t>マスター サブタイトルの書式設定</a:t>
            </a:r>
            <a:endParaRPr dirty="0"/>
          </a:p>
        </p:txBody>
      </p:sp>
      <p:sp>
        <p:nvSpPr>
          <p:cNvPr id="35" name="Google Shape;35;p5"/>
          <p:cNvSpPr/>
          <p:nvPr/>
        </p:nvSpPr>
        <p:spPr>
          <a:xfrm flipH="1">
            <a:off x="0" y="0"/>
            <a:ext cx="378400" cy="6858000"/>
          </a:xfrm>
          <a:prstGeom prst="rect">
            <a:avLst/>
          </a:prstGeom>
          <a:solidFill>
            <a:schemeClr val="dk2"/>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cxnSp>
        <p:nvCxnSpPr>
          <p:cNvPr id="36" name="Google Shape;36;p5"/>
          <p:cNvCxnSpPr/>
          <p:nvPr/>
        </p:nvCxnSpPr>
        <p:spPr>
          <a:xfrm rot="10800000">
            <a:off x="11819767" y="0"/>
            <a:ext cx="0" cy="5508000"/>
          </a:xfrm>
          <a:prstGeom prst="straightConnector1">
            <a:avLst/>
          </a:prstGeom>
          <a:noFill/>
          <a:ln w="9525" cap="flat" cmpd="sng">
            <a:solidFill>
              <a:schemeClr val="dk1"/>
            </a:solidFill>
            <a:prstDash val="solid"/>
            <a:round/>
            <a:headEnd type="none" w="med" len="med"/>
            <a:tailEnd type="none" w="med" len="med"/>
          </a:ln>
        </p:spPr>
      </p:cxnSp>
    </p:spTree>
    <p:extLst>
      <p:ext uri="{BB962C8B-B14F-4D97-AF65-F5344CB8AC3E}">
        <p14:creationId xmlns:p14="http://schemas.microsoft.com/office/powerpoint/2010/main" val="270688042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only" type="titleOnly">
  <p:cSld name="Title only">
    <p:spTree>
      <p:nvGrpSpPr>
        <p:cNvPr id="1" name="Shape 37"/>
        <p:cNvGrpSpPr/>
        <p:nvPr/>
      </p:nvGrpSpPr>
      <p:grpSpPr>
        <a:xfrm>
          <a:off x="0" y="0"/>
          <a:ext cx="0" cy="0"/>
          <a:chOff x="0" y="0"/>
          <a:chExt cx="0" cy="0"/>
        </a:xfrm>
      </p:grpSpPr>
      <p:sp>
        <p:nvSpPr>
          <p:cNvPr id="38" name="Google Shape;38;p6"/>
          <p:cNvSpPr txBox="1">
            <a:spLocks noGrp="1"/>
          </p:cNvSpPr>
          <p:nvPr>
            <p:ph type="title"/>
          </p:nvPr>
        </p:nvSpPr>
        <p:spPr>
          <a:xfrm>
            <a:off x="950967" y="627533"/>
            <a:ext cx="10290000" cy="733200"/>
          </a:xfrm>
          <a:prstGeom prst="rect">
            <a:avLst/>
          </a:prstGeom>
        </p:spPr>
        <p:txBody>
          <a:bodyPr spcFirstLastPara="1" wrap="square" lIns="91425" tIns="91425" rIns="91425" bIns="91425" anchor="t" anchorCtr="0">
            <a:noAutofit/>
          </a:bodyPr>
          <a:lstStyle>
            <a:lvl1pPr lvl="0">
              <a:spcBef>
                <a:spcPts val="0"/>
              </a:spcBef>
              <a:spcAft>
                <a:spcPts val="0"/>
              </a:spcAft>
              <a:buSzPts val="3100"/>
              <a:buNone/>
              <a:defRPr>
                <a:latin typeface="LINE Seed JP App_OTF Bold" panose="02020700000000000000" pitchFamily="18" charset="-128"/>
                <a:ea typeface="LINE Seed JP App_OTF Bold" panose="02020700000000000000" pitchFamily="18" charset="-128"/>
              </a:defRPr>
            </a:lvl1pPr>
            <a:lvl2pPr lvl="1">
              <a:spcBef>
                <a:spcPts val="0"/>
              </a:spcBef>
              <a:spcAft>
                <a:spcPts val="0"/>
              </a:spcAft>
              <a:buSzPts val="3100"/>
              <a:buNone/>
              <a:defRPr/>
            </a:lvl2pPr>
            <a:lvl3pPr lvl="2">
              <a:spcBef>
                <a:spcPts val="0"/>
              </a:spcBef>
              <a:spcAft>
                <a:spcPts val="0"/>
              </a:spcAft>
              <a:buSzPts val="3100"/>
              <a:buNone/>
              <a:defRPr/>
            </a:lvl3pPr>
            <a:lvl4pPr lvl="3">
              <a:spcBef>
                <a:spcPts val="0"/>
              </a:spcBef>
              <a:spcAft>
                <a:spcPts val="0"/>
              </a:spcAft>
              <a:buSzPts val="3100"/>
              <a:buNone/>
              <a:defRPr/>
            </a:lvl4pPr>
            <a:lvl5pPr lvl="4">
              <a:spcBef>
                <a:spcPts val="0"/>
              </a:spcBef>
              <a:spcAft>
                <a:spcPts val="0"/>
              </a:spcAft>
              <a:buSzPts val="3100"/>
              <a:buNone/>
              <a:defRPr/>
            </a:lvl5pPr>
            <a:lvl6pPr lvl="5">
              <a:spcBef>
                <a:spcPts val="0"/>
              </a:spcBef>
              <a:spcAft>
                <a:spcPts val="0"/>
              </a:spcAft>
              <a:buSzPts val="3100"/>
              <a:buNone/>
              <a:defRPr/>
            </a:lvl6pPr>
            <a:lvl7pPr lvl="6">
              <a:spcBef>
                <a:spcPts val="0"/>
              </a:spcBef>
              <a:spcAft>
                <a:spcPts val="0"/>
              </a:spcAft>
              <a:buSzPts val="3100"/>
              <a:buNone/>
              <a:defRPr/>
            </a:lvl7pPr>
            <a:lvl8pPr lvl="7">
              <a:spcBef>
                <a:spcPts val="0"/>
              </a:spcBef>
              <a:spcAft>
                <a:spcPts val="0"/>
              </a:spcAft>
              <a:buSzPts val="3100"/>
              <a:buNone/>
              <a:defRPr/>
            </a:lvl8pPr>
            <a:lvl9pPr lvl="8">
              <a:spcBef>
                <a:spcPts val="0"/>
              </a:spcBef>
              <a:spcAft>
                <a:spcPts val="0"/>
              </a:spcAft>
              <a:buSzPts val="3100"/>
              <a:buNone/>
              <a:defRPr/>
            </a:lvl9pPr>
          </a:lstStyle>
          <a:p>
            <a:r>
              <a:rPr lang="ja-JP" altLang="en-US" dirty="0"/>
              <a:t>マスター タイトルの書式設定</a:t>
            </a:r>
            <a:endParaRPr dirty="0"/>
          </a:p>
        </p:txBody>
      </p:sp>
      <p:sp>
        <p:nvSpPr>
          <p:cNvPr id="39" name="Google Shape;39;p6"/>
          <p:cNvSpPr/>
          <p:nvPr/>
        </p:nvSpPr>
        <p:spPr>
          <a:xfrm>
            <a:off x="0" y="0"/>
            <a:ext cx="378400" cy="6858000"/>
          </a:xfrm>
          <a:prstGeom prst="rect">
            <a:avLst/>
          </a:prstGeom>
          <a:solidFill>
            <a:schemeClr val="dk2"/>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grpSp>
        <p:nvGrpSpPr>
          <p:cNvPr id="40" name="Google Shape;40;p6"/>
          <p:cNvGrpSpPr/>
          <p:nvPr/>
        </p:nvGrpSpPr>
        <p:grpSpPr>
          <a:xfrm>
            <a:off x="189201" y="-34"/>
            <a:ext cx="12002700" cy="6501401"/>
            <a:chOff x="141900" y="-26"/>
            <a:chExt cx="9002025" cy="4876051"/>
          </a:xfrm>
        </p:grpSpPr>
        <p:cxnSp>
          <p:nvCxnSpPr>
            <p:cNvPr id="41" name="Google Shape;41;p6"/>
            <p:cNvCxnSpPr/>
            <p:nvPr/>
          </p:nvCxnSpPr>
          <p:spPr>
            <a:xfrm>
              <a:off x="4576425" y="4876025"/>
              <a:ext cx="4567500" cy="0"/>
            </a:xfrm>
            <a:prstGeom prst="straightConnector1">
              <a:avLst/>
            </a:prstGeom>
            <a:noFill/>
            <a:ln w="9525" cap="flat" cmpd="sng">
              <a:solidFill>
                <a:schemeClr val="dk1"/>
              </a:solidFill>
              <a:prstDash val="solid"/>
              <a:round/>
              <a:headEnd type="none" w="med" len="med"/>
              <a:tailEnd type="none" w="med" len="med"/>
            </a:ln>
          </p:spPr>
        </p:cxnSp>
        <p:cxnSp>
          <p:nvCxnSpPr>
            <p:cNvPr id="42" name="Google Shape;42;p6"/>
            <p:cNvCxnSpPr/>
            <p:nvPr/>
          </p:nvCxnSpPr>
          <p:spPr>
            <a:xfrm rot="10800000">
              <a:off x="141900" y="-26"/>
              <a:ext cx="0" cy="3958500"/>
            </a:xfrm>
            <a:prstGeom prst="straightConnector1">
              <a:avLst/>
            </a:prstGeom>
            <a:noFill/>
            <a:ln w="9525" cap="flat" cmpd="sng">
              <a:solidFill>
                <a:schemeClr val="dk1"/>
              </a:solidFill>
              <a:prstDash val="solid"/>
              <a:round/>
              <a:headEnd type="none" w="med" len="med"/>
              <a:tailEnd type="none" w="med" len="med"/>
            </a:ln>
          </p:spPr>
        </p:cxnSp>
      </p:grpSp>
    </p:spTree>
    <p:extLst>
      <p:ext uri="{BB962C8B-B14F-4D97-AF65-F5344CB8AC3E}">
        <p14:creationId xmlns:p14="http://schemas.microsoft.com/office/powerpoint/2010/main" val="281053843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One column text">
  <p:cSld name="One column text">
    <p:spTree>
      <p:nvGrpSpPr>
        <p:cNvPr id="1" name="Shape 43"/>
        <p:cNvGrpSpPr/>
        <p:nvPr/>
      </p:nvGrpSpPr>
      <p:grpSpPr>
        <a:xfrm>
          <a:off x="0" y="0"/>
          <a:ext cx="0" cy="0"/>
          <a:chOff x="0" y="0"/>
          <a:chExt cx="0" cy="0"/>
        </a:xfrm>
      </p:grpSpPr>
      <p:sp>
        <p:nvSpPr>
          <p:cNvPr id="44" name="Google Shape;44;p7"/>
          <p:cNvSpPr txBox="1">
            <a:spLocks noGrp="1"/>
          </p:cNvSpPr>
          <p:nvPr>
            <p:ph type="title"/>
          </p:nvPr>
        </p:nvSpPr>
        <p:spPr>
          <a:xfrm>
            <a:off x="950967" y="692100"/>
            <a:ext cx="3719600" cy="2629200"/>
          </a:xfrm>
          <a:prstGeom prst="rect">
            <a:avLst/>
          </a:prstGeom>
        </p:spPr>
        <p:txBody>
          <a:bodyPr spcFirstLastPara="1" wrap="square" lIns="91425" tIns="91425" rIns="91425" bIns="91425" anchor="b" anchorCtr="0">
            <a:noAutofit/>
          </a:bodyPr>
          <a:lstStyle>
            <a:lvl1pPr lvl="0" algn="l" rtl="0">
              <a:spcBef>
                <a:spcPts val="0"/>
              </a:spcBef>
              <a:spcAft>
                <a:spcPts val="0"/>
              </a:spcAft>
              <a:buSzPts val="3100"/>
              <a:buNone/>
              <a:defRPr>
                <a:latin typeface="LINE Seed JP App_OTF Bold" panose="02020700000000000000" pitchFamily="18" charset="-128"/>
                <a:ea typeface="LINE Seed JP App_OTF Bold" panose="02020700000000000000" pitchFamily="18" charset="-128"/>
              </a:defRPr>
            </a:lvl1pPr>
            <a:lvl2pPr lvl="1" rtl="0">
              <a:lnSpc>
                <a:spcPct val="90000"/>
              </a:lnSpc>
              <a:spcBef>
                <a:spcPts val="0"/>
              </a:spcBef>
              <a:spcAft>
                <a:spcPts val="0"/>
              </a:spcAft>
              <a:buSzPts val="3100"/>
              <a:buNone/>
              <a:defRPr/>
            </a:lvl2pPr>
            <a:lvl3pPr lvl="2" rtl="0">
              <a:lnSpc>
                <a:spcPct val="90000"/>
              </a:lnSpc>
              <a:spcBef>
                <a:spcPts val="0"/>
              </a:spcBef>
              <a:spcAft>
                <a:spcPts val="0"/>
              </a:spcAft>
              <a:buSzPts val="3100"/>
              <a:buNone/>
              <a:defRPr/>
            </a:lvl3pPr>
            <a:lvl4pPr lvl="3" rtl="0">
              <a:lnSpc>
                <a:spcPct val="90000"/>
              </a:lnSpc>
              <a:spcBef>
                <a:spcPts val="0"/>
              </a:spcBef>
              <a:spcAft>
                <a:spcPts val="0"/>
              </a:spcAft>
              <a:buSzPts val="3100"/>
              <a:buNone/>
              <a:defRPr/>
            </a:lvl4pPr>
            <a:lvl5pPr lvl="4" rtl="0">
              <a:lnSpc>
                <a:spcPct val="90000"/>
              </a:lnSpc>
              <a:spcBef>
                <a:spcPts val="0"/>
              </a:spcBef>
              <a:spcAft>
                <a:spcPts val="0"/>
              </a:spcAft>
              <a:buSzPts val="3100"/>
              <a:buNone/>
              <a:defRPr/>
            </a:lvl5pPr>
            <a:lvl6pPr lvl="5" rtl="0">
              <a:lnSpc>
                <a:spcPct val="90000"/>
              </a:lnSpc>
              <a:spcBef>
                <a:spcPts val="0"/>
              </a:spcBef>
              <a:spcAft>
                <a:spcPts val="0"/>
              </a:spcAft>
              <a:buSzPts val="3100"/>
              <a:buNone/>
              <a:defRPr/>
            </a:lvl6pPr>
            <a:lvl7pPr lvl="6" rtl="0">
              <a:lnSpc>
                <a:spcPct val="90000"/>
              </a:lnSpc>
              <a:spcBef>
                <a:spcPts val="0"/>
              </a:spcBef>
              <a:spcAft>
                <a:spcPts val="0"/>
              </a:spcAft>
              <a:buSzPts val="3100"/>
              <a:buNone/>
              <a:defRPr/>
            </a:lvl7pPr>
            <a:lvl8pPr lvl="7" rtl="0">
              <a:lnSpc>
                <a:spcPct val="90000"/>
              </a:lnSpc>
              <a:spcBef>
                <a:spcPts val="0"/>
              </a:spcBef>
              <a:spcAft>
                <a:spcPts val="0"/>
              </a:spcAft>
              <a:buSzPts val="3100"/>
              <a:buNone/>
              <a:defRPr/>
            </a:lvl8pPr>
            <a:lvl9pPr lvl="8" rtl="0">
              <a:lnSpc>
                <a:spcPct val="90000"/>
              </a:lnSpc>
              <a:spcBef>
                <a:spcPts val="0"/>
              </a:spcBef>
              <a:spcAft>
                <a:spcPts val="0"/>
              </a:spcAft>
              <a:buSzPts val="3100"/>
              <a:buNone/>
              <a:defRPr/>
            </a:lvl9pPr>
          </a:lstStyle>
          <a:p>
            <a:r>
              <a:rPr lang="ja-JP" altLang="en-US" dirty="0"/>
              <a:t>マスター タイトルの書式設定</a:t>
            </a:r>
            <a:endParaRPr dirty="0"/>
          </a:p>
        </p:txBody>
      </p:sp>
      <p:sp>
        <p:nvSpPr>
          <p:cNvPr id="45" name="Google Shape;45;p7"/>
          <p:cNvSpPr txBox="1">
            <a:spLocks noGrp="1"/>
          </p:cNvSpPr>
          <p:nvPr>
            <p:ph type="subTitle" idx="1"/>
          </p:nvPr>
        </p:nvSpPr>
        <p:spPr>
          <a:xfrm>
            <a:off x="950967" y="3411841"/>
            <a:ext cx="3719600" cy="1860400"/>
          </a:xfrm>
          <a:prstGeom prst="rect">
            <a:avLst/>
          </a:prstGeom>
        </p:spPr>
        <p:txBody>
          <a:bodyPr spcFirstLastPara="1" wrap="square" lIns="91425" tIns="91425" rIns="91425" bIns="91425" anchor="t" anchorCtr="0">
            <a:noAutofit/>
          </a:bodyPr>
          <a:lstStyle>
            <a:lvl1pPr lvl="0" rtl="0">
              <a:lnSpc>
                <a:spcPct val="115000"/>
              </a:lnSpc>
              <a:spcBef>
                <a:spcPts val="0"/>
              </a:spcBef>
              <a:spcAft>
                <a:spcPts val="0"/>
              </a:spcAft>
              <a:buSzPts val="1400"/>
              <a:buNone/>
              <a:defRPr>
                <a:latin typeface="LINE Seed JP App_TTF Regular" panose="02020500000000000000" pitchFamily="18" charset="-128"/>
                <a:ea typeface="LINE Seed JP App_TTF Regular" panose="02020500000000000000" pitchFamily="18" charset="-128"/>
              </a:defRPr>
            </a:lvl1pPr>
            <a:lvl2pPr lvl="1" algn="ctr" rtl="0">
              <a:lnSpc>
                <a:spcPct val="115000"/>
              </a:lnSpc>
              <a:spcBef>
                <a:spcPts val="0"/>
              </a:spcBef>
              <a:spcAft>
                <a:spcPts val="0"/>
              </a:spcAft>
              <a:buSzPts val="1400"/>
              <a:buNone/>
              <a:defRPr/>
            </a:lvl2pPr>
            <a:lvl3pPr lvl="2" algn="ctr" rtl="0">
              <a:lnSpc>
                <a:spcPct val="115000"/>
              </a:lnSpc>
              <a:spcBef>
                <a:spcPts val="0"/>
              </a:spcBef>
              <a:spcAft>
                <a:spcPts val="0"/>
              </a:spcAft>
              <a:buSzPts val="1400"/>
              <a:buNone/>
              <a:defRPr/>
            </a:lvl3pPr>
            <a:lvl4pPr lvl="3" algn="ctr" rtl="0">
              <a:lnSpc>
                <a:spcPct val="115000"/>
              </a:lnSpc>
              <a:spcBef>
                <a:spcPts val="0"/>
              </a:spcBef>
              <a:spcAft>
                <a:spcPts val="0"/>
              </a:spcAft>
              <a:buSzPts val="1400"/>
              <a:buNone/>
              <a:defRPr/>
            </a:lvl4pPr>
            <a:lvl5pPr lvl="4" algn="ctr" rtl="0">
              <a:lnSpc>
                <a:spcPct val="115000"/>
              </a:lnSpc>
              <a:spcBef>
                <a:spcPts val="0"/>
              </a:spcBef>
              <a:spcAft>
                <a:spcPts val="0"/>
              </a:spcAft>
              <a:buSzPts val="1400"/>
              <a:buNone/>
              <a:defRPr/>
            </a:lvl5pPr>
            <a:lvl6pPr lvl="5" algn="ctr" rtl="0">
              <a:lnSpc>
                <a:spcPct val="115000"/>
              </a:lnSpc>
              <a:spcBef>
                <a:spcPts val="0"/>
              </a:spcBef>
              <a:spcAft>
                <a:spcPts val="0"/>
              </a:spcAft>
              <a:buSzPts val="1400"/>
              <a:buNone/>
              <a:defRPr/>
            </a:lvl6pPr>
            <a:lvl7pPr lvl="6" algn="ctr" rtl="0">
              <a:lnSpc>
                <a:spcPct val="115000"/>
              </a:lnSpc>
              <a:spcBef>
                <a:spcPts val="0"/>
              </a:spcBef>
              <a:spcAft>
                <a:spcPts val="0"/>
              </a:spcAft>
              <a:buSzPts val="1400"/>
              <a:buNone/>
              <a:defRPr/>
            </a:lvl7pPr>
            <a:lvl8pPr lvl="7" algn="ctr" rtl="0">
              <a:lnSpc>
                <a:spcPct val="115000"/>
              </a:lnSpc>
              <a:spcBef>
                <a:spcPts val="0"/>
              </a:spcBef>
              <a:spcAft>
                <a:spcPts val="0"/>
              </a:spcAft>
              <a:buSzPts val="1400"/>
              <a:buNone/>
              <a:defRPr/>
            </a:lvl8pPr>
            <a:lvl9pPr lvl="8" algn="ctr" rtl="0">
              <a:lnSpc>
                <a:spcPct val="115000"/>
              </a:lnSpc>
              <a:spcBef>
                <a:spcPts val="0"/>
              </a:spcBef>
              <a:spcAft>
                <a:spcPts val="0"/>
              </a:spcAft>
              <a:buSzPts val="1400"/>
              <a:buNone/>
              <a:defRPr/>
            </a:lvl9pPr>
          </a:lstStyle>
          <a:p>
            <a:r>
              <a:rPr lang="ja-JP" altLang="en-US" dirty="0"/>
              <a:t>マスター サブタイトルの書式設定</a:t>
            </a:r>
            <a:endParaRPr dirty="0"/>
          </a:p>
        </p:txBody>
      </p:sp>
      <p:sp>
        <p:nvSpPr>
          <p:cNvPr id="46" name="Google Shape;46;p7"/>
          <p:cNvSpPr>
            <a:spLocks noGrp="1"/>
          </p:cNvSpPr>
          <p:nvPr>
            <p:ph type="pic" idx="2"/>
          </p:nvPr>
        </p:nvSpPr>
        <p:spPr>
          <a:xfrm>
            <a:off x="6096000" y="0"/>
            <a:ext cx="6096000" cy="6858000"/>
          </a:xfrm>
          <a:prstGeom prst="rect">
            <a:avLst/>
          </a:prstGeom>
          <a:noFill/>
          <a:ln>
            <a:noFill/>
          </a:ln>
        </p:spPr>
        <p:txBody>
          <a:bodyPr/>
          <a:lstStyle>
            <a:lvl1pPr>
              <a:defRPr>
                <a:latin typeface="LINE Seed JP App_TTF Regular" panose="02020500000000000000" pitchFamily="18" charset="-128"/>
                <a:ea typeface="LINE Seed JP App_TTF Regular" panose="02020500000000000000" pitchFamily="18" charset="-128"/>
              </a:defRPr>
            </a:lvl1pPr>
          </a:lstStyle>
          <a:p>
            <a:r>
              <a:rPr lang="ja-JP" altLang="en-US" dirty="0"/>
              <a:t>アイコンをクリックして図を追加</a:t>
            </a:r>
          </a:p>
        </p:txBody>
      </p:sp>
      <p:sp>
        <p:nvSpPr>
          <p:cNvPr id="47" name="Google Shape;47;p7"/>
          <p:cNvSpPr/>
          <p:nvPr/>
        </p:nvSpPr>
        <p:spPr>
          <a:xfrm>
            <a:off x="0" y="0"/>
            <a:ext cx="378400" cy="6858000"/>
          </a:xfrm>
          <a:prstGeom prst="rect">
            <a:avLst/>
          </a:prstGeom>
          <a:solidFill>
            <a:schemeClr val="dk2"/>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grpSp>
        <p:nvGrpSpPr>
          <p:cNvPr id="48" name="Google Shape;48;p7"/>
          <p:cNvGrpSpPr/>
          <p:nvPr/>
        </p:nvGrpSpPr>
        <p:grpSpPr>
          <a:xfrm>
            <a:off x="1" y="-400"/>
            <a:ext cx="5083033" cy="6145167"/>
            <a:chOff x="0" y="-300"/>
            <a:chExt cx="3812275" cy="4608875"/>
          </a:xfrm>
        </p:grpSpPr>
        <p:cxnSp>
          <p:nvCxnSpPr>
            <p:cNvPr id="49" name="Google Shape;49;p7"/>
            <p:cNvCxnSpPr/>
            <p:nvPr/>
          </p:nvCxnSpPr>
          <p:spPr>
            <a:xfrm rot="10800000">
              <a:off x="3812275" y="-300"/>
              <a:ext cx="0" cy="699000"/>
            </a:xfrm>
            <a:prstGeom prst="straightConnector1">
              <a:avLst/>
            </a:prstGeom>
            <a:noFill/>
            <a:ln w="9525" cap="flat" cmpd="sng">
              <a:solidFill>
                <a:schemeClr val="dk1"/>
              </a:solidFill>
              <a:prstDash val="solid"/>
              <a:round/>
              <a:headEnd type="none" w="med" len="med"/>
              <a:tailEnd type="none" w="med" len="med"/>
            </a:ln>
          </p:spPr>
        </p:cxnSp>
        <p:cxnSp>
          <p:nvCxnSpPr>
            <p:cNvPr id="50" name="Google Shape;50;p7"/>
            <p:cNvCxnSpPr/>
            <p:nvPr/>
          </p:nvCxnSpPr>
          <p:spPr>
            <a:xfrm>
              <a:off x="0" y="4608575"/>
              <a:ext cx="3387000" cy="0"/>
            </a:xfrm>
            <a:prstGeom prst="straightConnector1">
              <a:avLst/>
            </a:prstGeom>
            <a:noFill/>
            <a:ln w="9525" cap="flat" cmpd="sng">
              <a:solidFill>
                <a:schemeClr val="dk1"/>
              </a:solidFill>
              <a:prstDash val="solid"/>
              <a:round/>
              <a:headEnd type="none" w="med" len="med"/>
              <a:tailEnd type="none" w="med" len="med"/>
            </a:ln>
          </p:spPr>
        </p:cxnSp>
      </p:grpSp>
    </p:spTree>
    <p:extLst>
      <p:ext uri="{BB962C8B-B14F-4D97-AF65-F5344CB8AC3E}">
        <p14:creationId xmlns:p14="http://schemas.microsoft.com/office/powerpoint/2010/main" val="155289320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Main point">
  <p:cSld name="Main point">
    <p:spTree>
      <p:nvGrpSpPr>
        <p:cNvPr id="1" name="Shape 51"/>
        <p:cNvGrpSpPr/>
        <p:nvPr/>
      </p:nvGrpSpPr>
      <p:grpSpPr>
        <a:xfrm>
          <a:off x="0" y="0"/>
          <a:ext cx="0" cy="0"/>
          <a:chOff x="0" y="0"/>
          <a:chExt cx="0" cy="0"/>
        </a:xfrm>
      </p:grpSpPr>
      <p:sp>
        <p:nvSpPr>
          <p:cNvPr id="52" name="Google Shape;52;p8"/>
          <p:cNvSpPr txBox="1">
            <a:spLocks noGrp="1"/>
          </p:cNvSpPr>
          <p:nvPr>
            <p:ph type="title"/>
          </p:nvPr>
        </p:nvSpPr>
        <p:spPr>
          <a:xfrm>
            <a:off x="2486400" y="1625367"/>
            <a:ext cx="7219200" cy="3064800"/>
          </a:xfrm>
          <a:prstGeom prst="rect">
            <a:avLst/>
          </a:prstGeom>
        </p:spPr>
        <p:txBody>
          <a:bodyPr spcFirstLastPara="1" wrap="square" lIns="91425" tIns="91425" rIns="91425" bIns="91425" anchor="ctr" anchorCtr="0">
            <a:noAutofit/>
          </a:bodyPr>
          <a:lstStyle>
            <a:lvl1pPr lvl="0">
              <a:lnSpc>
                <a:spcPct val="90000"/>
              </a:lnSpc>
              <a:spcBef>
                <a:spcPts val="0"/>
              </a:spcBef>
              <a:spcAft>
                <a:spcPts val="0"/>
              </a:spcAft>
              <a:buSzPts val="6000"/>
              <a:buNone/>
              <a:defRPr sz="8000">
                <a:latin typeface="LINE Seed JP App_OTF Bold" panose="02020700000000000000" pitchFamily="18" charset="-128"/>
                <a:ea typeface="LINE Seed JP App_OTF Bold" panose="02020700000000000000" pitchFamily="18" charset="-128"/>
              </a:defRPr>
            </a:lvl1pPr>
            <a:lvl2pPr lvl="1">
              <a:lnSpc>
                <a:spcPct val="90000"/>
              </a:lnSpc>
              <a:spcBef>
                <a:spcPts val="0"/>
              </a:spcBef>
              <a:spcAft>
                <a:spcPts val="0"/>
              </a:spcAft>
              <a:buSzPts val="6000"/>
              <a:buNone/>
              <a:defRPr sz="8000"/>
            </a:lvl2pPr>
            <a:lvl3pPr lvl="2">
              <a:lnSpc>
                <a:spcPct val="90000"/>
              </a:lnSpc>
              <a:spcBef>
                <a:spcPts val="0"/>
              </a:spcBef>
              <a:spcAft>
                <a:spcPts val="0"/>
              </a:spcAft>
              <a:buSzPts val="6000"/>
              <a:buNone/>
              <a:defRPr sz="8000"/>
            </a:lvl3pPr>
            <a:lvl4pPr lvl="3">
              <a:lnSpc>
                <a:spcPct val="90000"/>
              </a:lnSpc>
              <a:spcBef>
                <a:spcPts val="0"/>
              </a:spcBef>
              <a:spcAft>
                <a:spcPts val="0"/>
              </a:spcAft>
              <a:buSzPts val="6000"/>
              <a:buNone/>
              <a:defRPr sz="8000"/>
            </a:lvl4pPr>
            <a:lvl5pPr lvl="4">
              <a:lnSpc>
                <a:spcPct val="90000"/>
              </a:lnSpc>
              <a:spcBef>
                <a:spcPts val="0"/>
              </a:spcBef>
              <a:spcAft>
                <a:spcPts val="0"/>
              </a:spcAft>
              <a:buSzPts val="6000"/>
              <a:buNone/>
              <a:defRPr sz="8000"/>
            </a:lvl5pPr>
            <a:lvl6pPr lvl="5">
              <a:lnSpc>
                <a:spcPct val="90000"/>
              </a:lnSpc>
              <a:spcBef>
                <a:spcPts val="0"/>
              </a:spcBef>
              <a:spcAft>
                <a:spcPts val="0"/>
              </a:spcAft>
              <a:buSzPts val="6000"/>
              <a:buNone/>
              <a:defRPr sz="8000"/>
            </a:lvl6pPr>
            <a:lvl7pPr lvl="6">
              <a:lnSpc>
                <a:spcPct val="90000"/>
              </a:lnSpc>
              <a:spcBef>
                <a:spcPts val="0"/>
              </a:spcBef>
              <a:spcAft>
                <a:spcPts val="0"/>
              </a:spcAft>
              <a:buSzPts val="6000"/>
              <a:buNone/>
              <a:defRPr sz="8000"/>
            </a:lvl7pPr>
            <a:lvl8pPr lvl="7">
              <a:lnSpc>
                <a:spcPct val="90000"/>
              </a:lnSpc>
              <a:spcBef>
                <a:spcPts val="0"/>
              </a:spcBef>
              <a:spcAft>
                <a:spcPts val="0"/>
              </a:spcAft>
              <a:buSzPts val="6000"/>
              <a:buNone/>
              <a:defRPr sz="8000"/>
            </a:lvl8pPr>
            <a:lvl9pPr lvl="8">
              <a:lnSpc>
                <a:spcPct val="90000"/>
              </a:lnSpc>
              <a:spcBef>
                <a:spcPts val="0"/>
              </a:spcBef>
              <a:spcAft>
                <a:spcPts val="0"/>
              </a:spcAft>
              <a:buSzPts val="6000"/>
              <a:buNone/>
              <a:defRPr sz="8000"/>
            </a:lvl9pPr>
          </a:lstStyle>
          <a:p>
            <a:r>
              <a:rPr lang="ja-JP" altLang="en-US" dirty="0"/>
              <a:t>マスター タイトルの書式設定</a:t>
            </a:r>
            <a:endParaRPr dirty="0"/>
          </a:p>
        </p:txBody>
      </p:sp>
      <p:sp>
        <p:nvSpPr>
          <p:cNvPr id="53" name="Google Shape;53;p8"/>
          <p:cNvSpPr/>
          <p:nvPr/>
        </p:nvSpPr>
        <p:spPr>
          <a:xfrm flipH="1">
            <a:off x="-73833" y="0"/>
            <a:ext cx="1137200" cy="6858000"/>
          </a:xfrm>
          <a:prstGeom prst="rect">
            <a:avLst/>
          </a:prstGeom>
          <a:solidFill>
            <a:schemeClr val="dk2"/>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grpSp>
        <p:nvGrpSpPr>
          <p:cNvPr id="54" name="Google Shape;54;p8"/>
          <p:cNvGrpSpPr/>
          <p:nvPr/>
        </p:nvGrpSpPr>
        <p:grpSpPr>
          <a:xfrm flipH="1">
            <a:off x="-73600" y="719333"/>
            <a:ext cx="12265600" cy="6138667"/>
            <a:chOff x="-55375" y="539500"/>
            <a:chExt cx="9199200" cy="4604000"/>
          </a:xfrm>
        </p:grpSpPr>
        <p:cxnSp>
          <p:nvCxnSpPr>
            <p:cNvPr id="55" name="Google Shape;55;p8"/>
            <p:cNvCxnSpPr/>
            <p:nvPr/>
          </p:nvCxnSpPr>
          <p:spPr>
            <a:xfrm>
              <a:off x="-55375" y="4608575"/>
              <a:ext cx="5659200" cy="0"/>
            </a:xfrm>
            <a:prstGeom prst="straightConnector1">
              <a:avLst/>
            </a:prstGeom>
            <a:noFill/>
            <a:ln w="9525" cap="flat" cmpd="sng">
              <a:solidFill>
                <a:schemeClr val="dk1"/>
              </a:solidFill>
              <a:prstDash val="solid"/>
              <a:round/>
              <a:headEnd type="none" w="med" len="med"/>
              <a:tailEnd type="none" w="med" len="med"/>
            </a:ln>
          </p:spPr>
        </p:cxnSp>
        <p:cxnSp>
          <p:nvCxnSpPr>
            <p:cNvPr id="56" name="Google Shape;56;p8"/>
            <p:cNvCxnSpPr/>
            <p:nvPr/>
          </p:nvCxnSpPr>
          <p:spPr>
            <a:xfrm>
              <a:off x="4502525" y="539500"/>
              <a:ext cx="4641300" cy="0"/>
            </a:xfrm>
            <a:prstGeom prst="straightConnector1">
              <a:avLst/>
            </a:prstGeom>
            <a:noFill/>
            <a:ln w="9525" cap="flat" cmpd="sng">
              <a:solidFill>
                <a:schemeClr val="dk1"/>
              </a:solidFill>
              <a:prstDash val="solid"/>
              <a:round/>
              <a:headEnd type="none" w="med" len="med"/>
              <a:tailEnd type="none" w="med" len="med"/>
            </a:ln>
          </p:spPr>
        </p:cxnSp>
        <p:cxnSp>
          <p:nvCxnSpPr>
            <p:cNvPr id="57" name="Google Shape;57;p8"/>
            <p:cNvCxnSpPr/>
            <p:nvPr/>
          </p:nvCxnSpPr>
          <p:spPr>
            <a:xfrm rot="10800000">
              <a:off x="8430775" y="805200"/>
              <a:ext cx="0" cy="4338300"/>
            </a:xfrm>
            <a:prstGeom prst="straightConnector1">
              <a:avLst/>
            </a:prstGeom>
            <a:noFill/>
            <a:ln w="9525" cap="flat" cmpd="sng">
              <a:solidFill>
                <a:schemeClr val="dk1"/>
              </a:solidFill>
              <a:prstDash val="solid"/>
              <a:round/>
              <a:headEnd type="none" w="med" len="med"/>
              <a:tailEnd type="none" w="med" len="med"/>
            </a:ln>
          </p:spPr>
        </p:cxnSp>
      </p:grpSp>
    </p:spTree>
    <p:extLst>
      <p:ext uri="{BB962C8B-B14F-4D97-AF65-F5344CB8AC3E}">
        <p14:creationId xmlns:p14="http://schemas.microsoft.com/office/powerpoint/2010/main" val="348081696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aption">
  <p:cSld name="Caption">
    <p:spTree>
      <p:nvGrpSpPr>
        <p:cNvPr id="1" name="Shape 65"/>
        <p:cNvGrpSpPr/>
        <p:nvPr/>
      </p:nvGrpSpPr>
      <p:grpSpPr>
        <a:xfrm>
          <a:off x="0" y="0"/>
          <a:ext cx="0" cy="0"/>
          <a:chOff x="0" y="0"/>
          <a:chExt cx="0" cy="0"/>
        </a:xfrm>
      </p:grpSpPr>
      <p:sp>
        <p:nvSpPr>
          <p:cNvPr id="66" name="Google Shape;66;p10"/>
          <p:cNvSpPr>
            <a:spLocks noGrp="1"/>
          </p:cNvSpPr>
          <p:nvPr>
            <p:ph type="pic" idx="2"/>
          </p:nvPr>
        </p:nvSpPr>
        <p:spPr>
          <a:xfrm>
            <a:off x="0" y="0"/>
            <a:ext cx="12192000" cy="6858000"/>
          </a:xfrm>
          <a:prstGeom prst="rect">
            <a:avLst/>
          </a:prstGeom>
          <a:noFill/>
          <a:ln>
            <a:noFill/>
          </a:ln>
        </p:spPr>
        <p:txBody>
          <a:bodyPr/>
          <a:lstStyle>
            <a:lvl1pPr>
              <a:defRPr>
                <a:latin typeface="LINE Seed JP App_TTF Regular" panose="02020500000000000000" pitchFamily="18" charset="-128"/>
                <a:ea typeface="LINE Seed JP App_TTF Regular" panose="02020500000000000000" pitchFamily="18" charset="-128"/>
              </a:defRPr>
            </a:lvl1pPr>
          </a:lstStyle>
          <a:p>
            <a:r>
              <a:rPr lang="ja-JP" altLang="en-US" dirty="0"/>
              <a:t>アイコンをクリックして図を追加</a:t>
            </a:r>
          </a:p>
        </p:txBody>
      </p:sp>
      <p:sp>
        <p:nvSpPr>
          <p:cNvPr id="67" name="Google Shape;67;p10"/>
          <p:cNvSpPr txBox="1">
            <a:spLocks noGrp="1"/>
          </p:cNvSpPr>
          <p:nvPr>
            <p:ph type="title"/>
          </p:nvPr>
        </p:nvSpPr>
        <p:spPr>
          <a:xfrm>
            <a:off x="950967" y="5262500"/>
            <a:ext cx="10290000" cy="882400"/>
          </a:xfrm>
          <a:prstGeom prst="rect">
            <a:avLst/>
          </a:prstGeom>
        </p:spPr>
        <p:txBody>
          <a:bodyPr spcFirstLastPara="1" wrap="square" lIns="91425" tIns="91425" rIns="91425" bIns="91425" anchor="t" anchorCtr="0">
            <a:noAutofit/>
          </a:bodyPr>
          <a:lstStyle>
            <a:lvl1pPr lvl="0" rtl="0">
              <a:spcBef>
                <a:spcPts val="0"/>
              </a:spcBef>
              <a:spcAft>
                <a:spcPts val="0"/>
              </a:spcAft>
              <a:buSzPts val="3100"/>
              <a:buNone/>
              <a:defRPr>
                <a:latin typeface="LINE Seed JP App_OTF Bold" panose="02020700000000000000" pitchFamily="18" charset="-128"/>
                <a:ea typeface="LINE Seed JP App_OTF Bold" panose="02020700000000000000" pitchFamily="18" charset="-128"/>
              </a:defRPr>
            </a:lvl1pPr>
            <a:lvl2pPr lvl="1" algn="l" rtl="0">
              <a:spcBef>
                <a:spcPts val="0"/>
              </a:spcBef>
              <a:spcAft>
                <a:spcPts val="0"/>
              </a:spcAft>
              <a:buSzPts val="3100"/>
              <a:buNone/>
              <a:defRPr/>
            </a:lvl2pPr>
            <a:lvl3pPr lvl="2" algn="l" rtl="0">
              <a:spcBef>
                <a:spcPts val="0"/>
              </a:spcBef>
              <a:spcAft>
                <a:spcPts val="0"/>
              </a:spcAft>
              <a:buSzPts val="3100"/>
              <a:buNone/>
              <a:defRPr/>
            </a:lvl3pPr>
            <a:lvl4pPr lvl="3" algn="l" rtl="0">
              <a:spcBef>
                <a:spcPts val="0"/>
              </a:spcBef>
              <a:spcAft>
                <a:spcPts val="0"/>
              </a:spcAft>
              <a:buSzPts val="3100"/>
              <a:buNone/>
              <a:defRPr/>
            </a:lvl4pPr>
            <a:lvl5pPr lvl="4" algn="l" rtl="0">
              <a:spcBef>
                <a:spcPts val="0"/>
              </a:spcBef>
              <a:spcAft>
                <a:spcPts val="0"/>
              </a:spcAft>
              <a:buSzPts val="3100"/>
              <a:buNone/>
              <a:defRPr/>
            </a:lvl5pPr>
            <a:lvl6pPr lvl="5" algn="l" rtl="0">
              <a:spcBef>
                <a:spcPts val="0"/>
              </a:spcBef>
              <a:spcAft>
                <a:spcPts val="0"/>
              </a:spcAft>
              <a:buSzPts val="3100"/>
              <a:buNone/>
              <a:defRPr/>
            </a:lvl6pPr>
            <a:lvl7pPr lvl="6" algn="l" rtl="0">
              <a:spcBef>
                <a:spcPts val="0"/>
              </a:spcBef>
              <a:spcAft>
                <a:spcPts val="0"/>
              </a:spcAft>
              <a:buSzPts val="3100"/>
              <a:buNone/>
              <a:defRPr/>
            </a:lvl7pPr>
            <a:lvl8pPr lvl="7" algn="l" rtl="0">
              <a:spcBef>
                <a:spcPts val="0"/>
              </a:spcBef>
              <a:spcAft>
                <a:spcPts val="0"/>
              </a:spcAft>
              <a:buSzPts val="3100"/>
              <a:buNone/>
              <a:defRPr/>
            </a:lvl8pPr>
            <a:lvl9pPr lvl="8" algn="l" rtl="0">
              <a:spcBef>
                <a:spcPts val="0"/>
              </a:spcBef>
              <a:spcAft>
                <a:spcPts val="0"/>
              </a:spcAft>
              <a:buSzPts val="3100"/>
              <a:buNone/>
              <a:defRPr/>
            </a:lvl9pPr>
          </a:lstStyle>
          <a:p>
            <a:r>
              <a:rPr lang="ja-JP" altLang="en-US" dirty="0"/>
              <a:t>マスター タイトルの書式設定</a:t>
            </a:r>
            <a:endParaRPr dirty="0"/>
          </a:p>
        </p:txBody>
      </p:sp>
    </p:spTree>
    <p:extLst>
      <p:ext uri="{BB962C8B-B14F-4D97-AF65-F5344CB8AC3E}">
        <p14:creationId xmlns:p14="http://schemas.microsoft.com/office/powerpoint/2010/main" val="26176227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Big number">
  <p:cSld name="Big number">
    <p:spTree>
      <p:nvGrpSpPr>
        <p:cNvPr id="1" name="Shape 68"/>
        <p:cNvGrpSpPr/>
        <p:nvPr/>
      </p:nvGrpSpPr>
      <p:grpSpPr>
        <a:xfrm>
          <a:off x="0" y="0"/>
          <a:ext cx="0" cy="0"/>
          <a:chOff x="0" y="0"/>
          <a:chExt cx="0" cy="0"/>
        </a:xfrm>
      </p:grpSpPr>
      <p:sp>
        <p:nvSpPr>
          <p:cNvPr id="69" name="Google Shape;69;p11"/>
          <p:cNvSpPr txBox="1">
            <a:spLocks noGrp="1"/>
          </p:cNvSpPr>
          <p:nvPr>
            <p:ph type="title" hasCustomPrompt="1"/>
          </p:nvPr>
        </p:nvSpPr>
        <p:spPr>
          <a:xfrm>
            <a:off x="2139200" y="1806077"/>
            <a:ext cx="7913600" cy="2459600"/>
          </a:xfrm>
          <a:prstGeom prst="rect">
            <a:avLst/>
          </a:prstGeom>
        </p:spPr>
        <p:txBody>
          <a:bodyPr spcFirstLastPara="1" wrap="square" lIns="91425" tIns="91425" rIns="91425" bIns="91425" anchor="ctr" anchorCtr="0">
            <a:noAutofit/>
          </a:bodyPr>
          <a:lstStyle>
            <a:lvl1pPr lvl="0" algn="ctr">
              <a:spcBef>
                <a:spcPts val="0"/>
              </a:spcBef>
              <a:spcAft>
                <a:spcPts val="0"/>
              </a:spcAft>
              <a:buSzPts val="13000"/>
              <a:buNone/>
              <a:defRPr sz="9866">
                <a:latin typeface="LINE Seed JP App_OTF Bold" panose="02020700000000000000" pitchFamily="18" charset="-128"/>
                <a:ea typeface="LINE Seed JP App_OTF Bold" panose="02020700000000000000" pitchFamily="18" charset="-128"/>
              </a:defRPr>
            </a:lvl1pPr>
            <a:lvl2pPr lvl="1" algn="ctr">
              <a:spcBef>
                <a:spcPts val="0"/>
              </a:spcBef>
              <a:spcAft>
                <a:spcPts val="0"/>
              </a:spcAft>
              <a:buSzPts val="13000"/>
              <a:buNone/>
              <a:defRPr sz="17333"/>
            </a:lvl2pPr>
            <a:lvl3pPr lvl="2" algn="ctr">
              <a:spcBef>
                <a:spcPts val="0"/>
              </a:spcBef>
              <a:spcAft>
                <a:spcPts val="0"/>
              </a:spcAft>
              <a:buSzPts val="13000"/>
              <a:buNone/>
              <a:defRPr sz="17333"/>
            </a:lvl3pPr>
            <a:lvl4pPr lvl="3" algn="ctr">
              <a:spcBef>
                <a:spcPts val="0"/>
              </a:spcBef>
              <a:spcAft>
                <a:spcPts val="0"/>
              </a:spcAft>
              <a:buSzPts val="13000"/>
              <a:buNone/>
              <a:defRPr sz="17333"/>
            </a:lvl4pPr>
            <a:lvl5pPr lvl="4" algn="ctr">
              <a:spcBef>
                <a:spcPts val="0"/>
              </a:spcBef>
              <a:spcAft>
                <a:spcPts val="0"/>
              </a:spcAft>
              <a:buSzPts val="13000"/>
              <a:buNone/>
              <a:defRPr sz="17333"/>
            </a:lvl5pPr>
            <a:lvl6pPr lvl="5" algn="ctr">
              <a:spcBef>
                <a:spcPts val="0"/>
              </a:spcBef>
              <a:spcAft>
                <a:spcPts val="0"/>
              </a:spcAft>
              <a:buSzPts val="13000"/>
              <a:buNone/>
              <a:defRPr sz="17333"/>
            </a:lvl6pPr>
            <a:lvl7pPr lvl="6" algn="ctr">
              <a:spcBef>
                <a:spcPts val="0"/>
              </a:spcBef>
              <a:spcAft>
                <a:spcPts val="0"/>
              </a:spcAft>
              <a:buSzPts val="13000"/>
              <a:buNone/>
              <a:defRPr sz="17333"/>
            </a:lvl7pPr>
            <a:lvl8pPr lvl="7" algn="ctr">
              <a:spcBef>
                <a:spcPts val="0"/>
              </a:spcBef>
              <a:spcAft>
                <a:spcPts val="0"/>
              </a:spcAft>
              <a:buSzPts val="13000"/>
              <a:buNone/>
              <a:defRPr sz="17333"/>
            </a:lvl8pPr>
            <a:lvl9pPr lvl="8" algn="ctr">
              <a:spcBef>
                <a:spcPts val="0"/>
              </a:spcBef>
              <a:spcAft>
                <a:spcPts val="0"/>
              </a:spcAft>
              <a:buSzPts val="13000"/>
              <a:buNone/>
              <a:defRPr sz="17333"/>
            </a:lvl9pPr>
          </a:lstStyle>
          <a:p>
            <a:r>
              <a:rPr dirty="0"/>
              <a:t>xx%</a:t>
            </a:r>
          </a:p>
        </p:txBody>
      </p:sp>
      <p:sp>
        <p:nvSpPr>
          <p:cNvPr id="70" name="Google Shape;70;p11"/>
          <p:cNvSpPr txBox="1">
            <a:spLocks noGrp="1"/>
          </p:cNvSpPr>
          <p:nvPr>
            <p:ph type="subTitle" idx="1"/>
          </p:nvPr>
        </p:nvSpPr>
        <p:spPr>
          <a:xfrm>
            <a:off x="2139200" y="4265523"/>
            <a:ext cx="7913600" cy="786400"/>
          </a:xfrm>
          <a:prstGeom prst="rect">
            <a:avLst/>
          </a:prstGeom>
        </p:spPr>
        <p:txBody>
          <a:bodyPr spcFirstLastPara="1" wrap="square" lIns="91425" tIns="91425" rIns="91425" bIns="91425" anchor="t" anchorCtr="0">
            <a:noAutofit/>
          </a:bodyPr>
          <a:lstStyle>
            <a:lvl1pPr lvl="0" algn="ctr" rtl="0">
              <a:lnSpc>
                <a:spcPct val="115000"/>
              </a:lnSpc>
              <a:spcBef>
                <a:spcPts val="0"/>
              </a:spcBef>
              <a:spcAft>
                <a:spcPts val="0"/>
              </a:spcAft>
              <a:buSzPts val="1850"/>
              <a:buNone/>
              <a:defRPr sz="2067">
                <a:latin typeface="LINE Seed JP App_TTF Regular" panose="02020500000000000000" pitchFamily="18" charset="-128"/>
                <a:ea typeface="LINE Seed JP App_TTF Regular" panose="02020500000000000000" pitchFamily="18" charset="-128"/>
              </a:defRPr>
            </a:lvl1pPr>
            <a:lvl2pPr lvl="1" algn="ctr" rtl="0">
              <a:lnSpc>
                <a:spcPct val="115000"/>
              </a:lnSpc>
              <a:spcBef>
                <a:spcPts val="0"/>
              </a:spcBef>
              <a:spcAft>
                <a:spcPts val="0"/>
              </a:spcAft>
              <a:buSzPts val="1850"/>
              <a:buNone/>
              <a:defRPr sz="2467"/>
            </a:lvl2pPr>
            <a:lvl3pPr lvl="2" algn="ctr" rtl="0">
              <a:lnSpc>
                <a:spcPct val="115000"/>
              </a:lnSpc>
              <a:spcBef>
                <a:spcPts val="0"/>
              </a:spcBef>
              <a:spcAft>
                <a:spcPts val="0"/>
              </a:spcAft>
              <a:buSzPts val="1850"/>
              <a:buNone/>
              <a:defRPr sz="2467"/>
            </a:lvl3pPr>
            <a:lvl4pPr lvl="3" algn="ctr" rtl="0">
              <a:lnSpc>
                <a:spcPct val="115000"/>
              </a:lnSpc>
              <a:spcBef>
                <a:spcPts val="0"/>
              </a:spcBef>
              <a:spcAft>
                <a:spcPts val="0"/>
              </a:spcAft>
              <a:buSzPts val="1850"/>
              <a:buNone/>
              <a:defRPr sz="2467"/>
            </a:lvl4pPr>
            <a:lvl5pPr lvl="4" algn="ctr" rtl="0">
              <a:lnSpc>
                <a:spcPct val="115000"/>
              </a:lnSpc>
              <a:spcBef>
                <a:spcPts val="0"/>
              </a:spcBef>
              <a:spcAft>
                <a:spcPts val="0"/>
              </a:spcAft>
              <a:buSzPts val="1850"/>
              <a:buNone/>
              <a:defRPr sz="2467"/>
            </a:lvl5pPr>
            <a:lvl6pPr lvl="5" algn="ctr" rtl="0">
              <a:lnSpc>
                <a:spcPct val="115000"/>
              </a:lnSpc>
              <a:spcBef>
                <a:spcPts val="0"/>
              </a:spcBef>
              <a:spcAft>
                <a:spcPts val="0"/>
              </a:spcAft>
              <a:buSzPts val="1850"/>
              <a:buNone/>
              <a:defRPr sz="2467"/>
            </a:lvl6pPr>
            <a:lvl7pPr lvl="6" algn="ctr" rtl="0">
              <a:lnSpc>
                <a:spcPct val="115000"/>
              </a:lnSpc>
              <a:spcBef>
                <a:spcPts val="0"/>
              </a:spcBef>
              <a:spcAft>
                <a:spcPts val="0"/>
              </a:spcAft>
              <a:buSzPts val="1850"/>
              <a:buNone/>
              <a:defRPr sz="2467"/>
            </a:lvl7pPr>
            <a:lvl8pPr lvl="7" algn="ctr" rtl="0">
              <a:lnSpc>
                <a:spcPct val="115000"/>
              </a:lnSpc>
              <a:spcBef>
                <a:spcPts val="0"/>
              </a:spcBef>
              <a:spcAft>
                <a:spcPts val="0"/>
              </a:spcAft>
              <a:buSzPts val="1850"/>
              <a:buNone/>
              <a:defRPr sz="2467"/>
            </a:lvl8pPr>
            <a:lvl9pPr lvl="8" algn="ctr" rtl="0">
              <a:lnSpc>
                <a:spcPct val="115000"/>
              </a:lnSpc>
              <a:spcBef>
                <a:spcPts val="0"/>
              </a:spcBef>
              <a:spcAft>
                <a:spcPts val="0"/>
              </a:spcAft>
              <a:buSzPts val="1850"/>
              <a:buNone/>
              <a:defRPr sz="2467"/>
            </a:lvl9pPr>
          </a:lstStyle>
          <a:p>
            <a:r>
              <a:rPr lang="ja-JP" altLang="en-US" dirty="0"/>
              <a:t>マスター サブタイトルの書式設定</a:t>
            </a:r>
            <a:endParaRPr dirty="0"/>
          </a:p>
        </p:txBody>
      </p:sp>
      <p:sp>
        <p:nvSpPr>
          <p:cNvPr id="71" name="Google Shape;71;p11"/>
          <p:cNvSpPr/>
          <p:nvPr/>
        </p:nvSpPr>
        <p:spPr>
          <a:xfrm rot="10800000">
            <a:off x="-73833" y="0"/>
            <a:ext cx="1137200" cy="6858000"/>
          </a:xfrm>
          <a:prstGeom prst="rect">
            <a:avLst/>
          </a:prstGeom>
          <a:solidFill>
            <a:schemeClr val="dk2"/>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grpSp>
        <p:nvGrpSpPr>
          <p:cNvPr id="72" name="Google Shape;72;p11"/>
          <p:cNvGrpSpPr/>
          <p:nvPr/>
        </p:nvGrpSpPr>
        <p:grpSpPr>
          <a:xfrm rot="10800000">
            <a:off x="-73766" y="0"/>
            <a:ext cx="12265767" cy="6138667"/>
            <a:chOff x="-55375" y="539500"/>
            <a:chExt cx="9199325" cy="4604000"/>
          </a:xfrm>
        </p:grpSpPr>
        <p:cxnSp>
          <p:nvCxnSpPr>
            <p:cNvPr id="73" name="Google Shape;73;p11"/>
            <p:cNvCxnSpPr/>
            <p:nvPr/>
          </p:nvCxnSpPr>
          <p:spPr>
            <a:xfrm>
              <a:off x="-55375" y="4608575"/>
              <a:ext cx="4563600" cy="0"/>
            </a:xfrm>
            <a:prstGeom prst="straightConnector1">
              <a:avLst/>
            </a:prstGeom>
            <a:noFill/>
            <a:ln w="9525" cap="flat" cmpd="sng">
              <a:solidFill>
                <a:schemeClr val="dk1"/>
              </a:solidFill>
              <a:prstDash val="solid"/>
              <a:round/>
              <a:headEnd type="none" w="med" len="med"/>
              <a:tailEnd type="none" w="med" len="med"/>
            </a:ln>
          </p:spPr>
        </p:cxnSp>
        <p:cxnSp>
          <p:nvCxnSpPr>
            <p:cNvPr id="74" name="Google Shape;74;p11"/>
            <p:cNvCxnSpPr/>
            <p:nvPr/>
          </p:nvCxnSpPr>
          <p:spPr>
            <a:xfrm>
              <a:off x="2576350" y="539500"/>
              <a:ext cx="6567600" cy="0"/>
            </a:xfrm>
            <a:prstGeom prst="straightConnector1">
              <a:avLst/>
            </a:prstGeom>
            <a:noFill/>
            <a:ln w="9525" cap="flat" cmpd="sng">
              <a:solidFill>
                <a:schemeClr val="dk1"/>
              </a:solidFill>
              <a:prstDash val="solid"/>
              <a:round/>
              <a:headEnd type="none" w="med" len="med"/>
              <a:tailEnd type="none" w="med" len="med"/>
            </a:ln>
          </p:spPr>
        </p:cxnSp>
        <p:cxnSp>
          <p:nvCxnSpPr>
            <p:cNvPr id="75" name="Google Shape;75;p11"/>
            <p:cNvCxnSpPr/>
            <p:nvPr/>
          </p:nvCxnSpPr>
          <p:spPr>
            <a:xfrm rot="10800000">
              <a:off x="8430775" y="805200"/>
              <a:ext cx="0" cy="4338300"/>
            </a:xfrm>
            <a:prstGeom prst="straightConnector1">
              <a:avLst/>
            </a:prstGeom>
            <a:noFill/>
            <a:ln w="9525" cap="flat" cmpd="sng">
              <a:solidFill>
                <a:schemeClr val="dk1"/>
              </a:solidFill>
              <a:prstDash val="solid"/>
              <a:round/>
              <a:headEnd type="none" w="med" len="med"/>
              <a:tailEnd type="none" w="med" len="med"/>
            </a:ln>
          </p:spPr>
        </p:cxnSp>
      </p:grpSp>
    </p:spTree>
    <p:extLst>
      <p:ext uri="{BB962C8B-B14F-4D97-AF65-F5344CB8AC3E}">
        <p14:creationId xmlns:p14="http://schemas.microsoft.com/office/powerpoint/2010/main" val="366573724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Blank" type="blank">
  <p:cSld name="Blank">
    <p:bg>
      <p:bgPr>
        <a:solidFill>
          <a:srgbClr val="FFFFFF"/>
        </a:solidFill>
        <a:effectLst/>
      </p:bgPr>
    </p:bg>
    <p:spTree>
      <p:nvGrpSpPr>
        <p:cNvPr id="1" name="Shape 76"/>
        <p:cNvGrpSpPr/>
        <p:nvPr/>
      </p:nvGrpSpPr>
      <p:grpSpPr>
        <a:xfrm>
          <a:off x="0" y="0"/>
          <a:ext cx="0" cy="0"/>
          <a:chOff x="0" y="0"/>
          <a:chExt cx="0" cy="0"/>
        </a:xfrm>
      </p:grpSpPr>
    </p:spTree>
    <p:extLst>
      <p:ext uri="{BB962C8B-B14F-4D97-AF65-F5344CB8AC3E}">
        <p14:creationId xmlns:p14="http://schemas.microsoft.com/office/powerpoint/2010/main" val="141310831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able of contents">
  <p:cSld name="Table of contents">
    <p:spTree>
      <p:nvGrpSpPr>
        <p:cNvPr id="1" name="Shape 77"/>
        <p:cNvGrpSpPr/>
        <p:nvPr/>
      </p:nvGrpSpPr>
      <p:grpSpPr>
        <a:xfrm>
          <a:off x="0" y="0"/>
          <a:ext cx="0" cy="0"/>
          <a:chOff x="0" y="0"/>
          <a:chExt cx="0" cy="0"/>
        </a:xfrm>
      </p:grpSpPr>
      <p:sp>
        <p:nvSpPr>
          <p:cNvPr id="78" name="Google Shape;78;p13"/>
          <p:cNvSpPr txBox="1">
            <a:spLocks noGrp="1"/>
          </p:cNvSpPr>
          <p:nvPr>
            <p:ph type="title"/>
          </p:nvPr>
        </p:nvSpPr>
        <p:spPr>
          <a:xfrm>
            <a:off x="950967" y="627533"/>
            <a:ext cx="10290000" cy="733200"/>
          </a:xfrm>
          <a:prstGeom prst="rect">
            <a:avLst/>
          </a:prstGeom>
        </p:spPr>
        <p:txBody>
          <a:bodyPr spcFirstLastPara="1" wrap="square" lIns="91425" tIns="91425" rIns="91425" bIns="91425" anchor="t" anchorCtr="0">
            <a:noAutofit/>
          </a:bodyPr>
          <a:lstStyle>
            <a:lvl1pPr lvl="0">
              <a:spcBef>
                <a:spcPts val="0"/>
              </a:spcBef>
              <a:spcAft>
                <a:spcPts val="0"/>
              </a:spcAft>
              <a:buSzPts val="3100"/>
              <a:buNone/>
              <a:defRPr>
                <a:latin typeface="LINE Seed JP App_OTF Bold" panose="02020700000000000000" pitchFamily="18" charset="-128"/>
                <a:ea typeface="LINE Seed JP App_OTF Bold" panose="02020700000000000000" pitchFamily="18" charset="-128"/>
              </a:defRPr>
            </a:lvl1pPr>
            <a:lvl2pPr lvl="1">
              <a:spcBef>
                <a:spcPts val="0"/>
              </a:spcBef>
              <a:spcAft>
                <a:spcPts val="0"/>
              </a:spcAft>
              <a:buSzPts val="3100"/>
              <a:buNone/>
              <a:defRPr/>
            </a:lvl2pPr>
            <a:lvl3pPr lvl="2">
              <a:spcBef>
                <a:spcPts val="0"/>
              </a:spcBef>
              <a:spcAft>
                <a:spcPts val="0"/>
              </a:spcAft>
              <a:buSzPts val="3100"/>
              <a:buNone/>
              <a:defRPr/>
            </a:lvl3pPr>
            <a:lvl4pPr lvl="3">
              <a:spcBef>
                <a:spcPts val="0"/>
              </a:spcBef>
              <a:spcAft>
                <a:spcPts val="0"/>
              </a:spcAft>
              <a:buSzPts val="3100"/>
              <a:buNone/>
              <a:defRPr/>
            </a:lvl4pPr>
            <a:lvl5pPr lvl="4">
              <a:spcBef>
                <a:spcPts val="0"/>
              </a:spcBef>
              <a:spcAft>
                <a:spcPts val="0"/>
              </a:spcAft>
              <a:buSzPts val="3100"/>
              <a:buNone/>
              <a:defRPr/>
            </a:lvl5pPr>
            <a:lvl6pPr lvl="5">
              <a:spcBef>
                <a:spcPts val="0"/>
              </a:spcBef>
              <a:spcAft>
                <a:spcPts val="0"/>
              </a:spcAft>
              <a:buSzPts val="3100"/>
              <a:buNone/>
              <a:defRPr/>
            </a:lvl6pPr>
            <a:lvl7pPr lvl="6">
              <a:spcBef>
                <a:spcPts val="0"/>
              </a:spcBef>
              <a:spcAft>
                <a:spcPts val="0"/>
              </a:spcAft>
              <a:buSzPts val="3100"/>
              <a:buNone/>
              <a:defRPr/>
            </a:lvl7pPr>
            <a:lvl8pPr lvl="7">
              <a:spcBef>
                <a:spcPts val="0"/>
              </a:spcBef>
              <a:spcAft>
                <a:spcPts val="0"/>
              </a:spcAft>
              <a:buSzPts val="3100"/>
              <a:buNone/>
              <a:defRPr/>
            </a:lvl8pPr>
            <a:lvl9pPr lvl="8">
              <a:spcBef>
                <a:spcPts val="0"/>
              </a:spcBef>
              <a:spcAft>
                <a:spcPts val="0"/>
              </a:spcAft>
              <a:buSzPts val="3100"/>
              <a:buNone/>
              <a:defRPr/>
            </a:lvl9pPr>
          </a:lstStyle>
          <a:p>
            <a:r>
              <a:rPr lang="ja-JP" altLang="en-US" dirty="0"/>
              <a:t>マスター タイトルの書式設定</a:t>
            </a:r>
            <a:endParaRPr dirty="0"/>
          </a:p>
        </p:txBody>
      </p:sp>
      <p:sp>
        <p:nvSpPr>
          <p:cNvPr id="79" name="Google Shape;79;p13"/>
          <p:cNvSpPr txBox="1">
            <a:spLocks noGrp="1"/>
          </p:cNvSpPr>
          <p:nvPr>
            <p:ph type="subTitle" idx="1"/>
          </p:nvPr>
        </p:nvSpPr>
        <p:spPr>
          <a:xfrm>
            <a:off x="2581467" y="2839136"/>
            <a:ext cx="3051600" cy="864000"/>
          </a:xfrm>
          <a:prstGeom prst="rect">
            <a:avLst/>
          </a:prstGeom>
        </p:spPr>
        <p:txBody>
          <a:bodyPr spcFirstLastPara="1" wrap="square" lIns="91425" tIns="91425" rIns="91425" bIns="91425" anchor="t" anchorCtr="0">
            <a:noAutofit/>
          </a:bodyPr>
          <a:lstStyle>
            <a:lvl1pPr lvl="0" rtl="0">
              <a:lnSpc>
                <a:spcPct val="115000"/>
              </a:lnSpc>
              <a:spcBef>
                <a:spcPts val="0"/>
              </a:spcBef>
              <a:spcAft>
                <a:spcPts val="0"/>
              </a:spcAft>
              <a:buSzPts val="1400"/>
              <a:buNone/>
              <a:defRPr>
                <a:latin typeface="LINE Seed JP App_TTF Regular" panose="02020500000000000000" pitchFamily="18" charset="-128"/>
                <a:ea typeface="LINE Seed JP App_TTF Regular" panose="02020500000000000000" pitchFamily="18" charset="-128"/>
              </a:defRPr>
            </a:lvl1pPr>
            <a:lvl2pPr lvl="1" rtl="0">
              <a:lnSpc>
                <a:spcPct val="115000"/>
              </a:lnSpc>
              <a:spcBef>
                <a:spcPts val="0"/>
              </a:spcBef>
              <a:spcAft>
                <a:spcPts val="0"/>
              </a:spcAft>
              <a:buSzPts val="1400"/>
              <a:buNone/>
              <a:defRPr/>
            </a:lvl2pPr>
            <a:lvl3pPr lvl="2" rtl="0">
              <a:lnSpc>
                <a:spcPct val="115000"/>
              </a:lnSpc>
              <a:spcBef>
                <a:spcPts val="0"/>
              </a:spcBef>
              <a:spcAft>
                <a:spcPts val="0"/>
              </a:spcAft>
              <a:buSzPts val="1400"/>
              <a:buNone/>
              <a:defRPr/>
            </a:lvl3pPr>
            <a:lvl4pPr lvl="3" rtl="0">
              <a:lnSpc>
                <a:spcPct val="115000"/>
              </a:lnSpc>
              <a:spcBef>
                <a:spcPts val="0"/>
              </a:spcBef>
              <a:spcAft>
                <a:spcPts val="0"/>
              </a:spcAft>
              <a:buSzPts val="1400"/>
              <a:buNone/>
              <a:defRPr/>
            </a:lvl4pPr>
            <a:lvl5pPr lvl="4" rtl="0">
              <a:lnSpc>
                <a:spcPct val="115000"/>
              </a:lnSpc>
              <a:spcBef>
                <a:spcPts val="0"/>
              </a:spcBef>
              <a:spcAft>
                <a:spcPts val="0"/>
              </a:spcAft>
              <a:buSzPts val="1400"/>
              <a:buNone/>
              <a:defRPr/>
            </a:lvl5pPr>
            <a:lvl6pPr lvl="5" rtl="0">
              <a:lnSpc>
                <a:spcPct val="115000"/>
              </a:lnSpc>
              <a:spcBef>
                <a:spcPts val="0"/>
              </a:spcBef>
              <a:spcAft>
                <a:spcPts val="0"/>
              </a:spcAft>
              <a:buSzPts val="1400"/>
              <a:buNone/>
              <a:defRPr/>
            </a:lvl6pPr>
            <a:lvl7pPr lvl="6" rtl="0">
              <a:lnSpc>
                <a:spcPct val="115000"/>
              </a:lnSpc>
              <a:spcBef>
                <a:spcPts val="0"/>
              </a:spcBef>
              <a:spcAft>
                <a:spcPts val="0"/>
              </a:spcAft>
              <a:buSzPts val="1400"/>
              <a:buNone/>
              <a:defRPr/>
            </a:lvl7pPr>
            <a:lvl8pPr lvl="7" rtl="0">
              <a:lnSpc>
                <a:spcPct val="115000"/>
              </a:lnSpc>
              <a:spcBef>
                <a:spcPts val="0"/>
              </a:spcBef>
              <a:spcAft>
                <a:spcPts val="0"/>
              </a:spcAft>
              <a:buSzPts val="1400"/>
              <a:buNone/>
              <a:defRPr/>
            </a:lvl8pPr>
            <a:lvl9pPr lvl="8" rtl="0">
              <a:lnSpc>
                <a:spcPct val="115000"/>
              </a:lnSpc>
              <a:spcBef>
                <a:spcPts val="0"/>
              </a:spcBef>
              <a:spcAft>
                <a:spcPts val="0"/>
              </a:spcAft>
              <a:buSzPts val="1400"/>
              <a:buNone/>
              <a:defRPr/>
            </a:lvl9pPr>
          </a:lstStyle>
          <a:p>
            <a:r>
              <a:rPr lang="ja-JP" altLang="en-US" dirty="0"/>
              <a:t>マスター サブタイトルの書式設定</a:t>
            </a:r>
            <a:endParaRPr dirty="0"/>
          </a:p>
        </p:txBody>
      </p:sp>
      <p:sp>
        <p:nvSpPr>
          <p:cNvPr id="80" name="Google Shape;80;p13"/>
          <p:cNvSpPr txBox="1">
            <a:spLocks noGrp="1"/>
          </p:cNvSpPr>
          <p:nvPr>
            <p:ph type="subTitle" idx="2"/>
          </p:nvPr>
        </p:nvSpPr>
        <p:spPr>
          <a:xfrm>
            <a:off x="2581467" y="1827033"/>
            <a:ext cx="3051600" cy="10708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400"/>
              <a:buFont typeface="Golos Text SemiBold"/>
              <a:buNone/>
              <a:defRPr sz="2933">
                <a:latin typeface="LINE Seed JP App_OTF Bold" panose="02020700000000000000" pitchFamily="18" charset="-128"/>
                <a:ea typeface="LINE Seed JP App_OTF Bold" panose="02020700000000000000" pitchFamily="18" charset="-128"/>
                <a:cs typeface="LINE Seed JP App_OTF Bold" panose="02020700000000000000" pitchFamily="18" charset="-128"/>
                <a:sym typeface="Golos Text"/>
              </a:defRPr>
            </a:lvl1pPr>
            <a:lvl2pPr lvl="1" rtl="0">
              <a:lnSpc>
                <a:spcPct val="115000"/>
              </a:lnSpc>
              <a:spcBef>
                <a:spcPts val="0"/>
              </a:spcBef>
              <a:spcAft>
                <a:spcPts val="0"/>
              </a:spcAft>
              <a:buSzPts val="2400"/>
              <a:buFont typeface="Golos Text SemiBold"/>
              <a:buNone/>
              <a:defRPr sz="3200">
                <a:latin typeface="Golos Text SemiBold"/>
                <a:ea typeface="Golos Text SemiBold"/>
                <a:cs typeface="Golos Text SemiBold"/>
                <a:sym typeface="Golos Text SemiBold"/>
              </a:defRPr>
            </a:lvl2pPr>
            <a:lvl3pPr lvl="2" rtl="0">
              <a:lnSpc>
                <a:spcPct val="115000"/>
              </a:lnSpc>
              <a:spcBef>
                <a:spcPts val="0"/>
              </a:spcBef>
              <a:spcAft>
                <a:spcPts val="0"/>
              </a:spcAft>
              <a:buSzPts val="2400"/>
              <a:buFont typeface="Golos Text SemiBold"/>
              <a:buNone/>
              <a:defRPr sz="3200">
                <a:latin typeface="Golos Text SemiBold"/>
                <a:ea typeface="Golos Text SemiBold"/>
                <a:cs typeface="Golos Text SemiBold"/>
                <a:sym typeface="Golos Text SemiBold"/>
              </a:defRPr>
            </a:lvl3pPr>
            <a:lvl4pPr lvl="3" rtl="0">
              <a:lnSpc>
                <a:spcPct val="115000"/>
              </a:lnSpc>
              <a:spcBef>
                <a:spcPts val="0"/>
              </a:spcBef>
              <a:spcAft>
                <a:spcPts val="0"/>
              </a:spcAft>
              <a:buSzPts val="2400"/>
              <a:buFont typeface="Golos Text SemiBold"/>
              <a:buNone/>
              <a:defRPr sz="3200">
                <a:latin typeface="Golos Text SemiBold"/>
                <a:ea typeface="Golos Text SemiBold"/>
                <a:cs typeface="Golos Text SemiBold"/>
                <a:sym typeface="Golos Text SemiBold"/>
              </a:defRPr>
            </a:lvl4pPr>
            <a:lvl5pPr lvl="4" rtl="0">
              <a:lnSpc>
                <a:spcPct val="115000"/>
              </a:lnSpc>
              <a:spcBef>
                <a:spcPts val="0"/>
              </a:spcBef>
              <a:spcAft>
                <a:spcPts val="0"/>
              </a:spcAft>
              <a:buSzPts val="2400"/>
              <a:buFont typeface="Golos Text SemiBold"/>
              <a:buNone/>
              <a:defRPr sz="3200">
                <a:latin typeface="Golos Text SemiBold"/>
                <a:ea typeface="Golos Text SemiBold"/>
                <a:cs typeface="Golos Text SemiBold"/>
                <a:sym typeface="Golos Text SemiBold"/>
              </a:defRPr>
            </a:lvl5pPr>
            <a:lvl6pPr lvl="5" rtl="0">
              <a:lnSpc>
                <a:spcPct val="115000"/>
              </a:lnSpc>
              <a:spcBef>
                <a:spcPts val="0"/>
              </a:spcBef>
              <a:spcAft>
                <a:spcPts val="0"/>
              </a:spcAft>
              <a:buSzPts val="2400"/>
              <a:buFont typeface="Golos Text SemiBold"/>
              <a:buNone/>
              <a:defRPr sz="3200">
                <a:latin typeface="Golos Text SemiBold"/>
                <a:ea typeface="Golos Text SemiBold"/>
                <a:cs typeface="Golos Text SemiBold"/>
                <a:sym typeface="Golos Text SemiBold"/>
              </a:defRPr>
            </a:lvl6pPr>
            <a:lvl7pPr lvl="6" rtl="0">
              <a:lnSpc>
                <a:spcPct val="115000"/>
              </a:lnSpc>
              <a:spcBef>
                <a:spcPts val="0"/>
              </a:spcBef>
              <a:spcAft>
                <a:spcPts val="0"/>
              </a:spcAft>
              <a:buSzPts val="2400"/>
              <a:buFont typeface="Golos Text SemiBold"/>
              <a:buNone/>
              <a:defRPr sz="3200">
                <a:latin typeface="Golos Text SemiBold"/>
                <a:ea typeface="Golos Text SemiBold"/>
                <a:cs typeface="Golos Text SemiBold"/>
                <a:sym typeface="Golos Text SemiBold"/>
              </a:defRPr>
            </a:lvl7pPr>
            <a:lvl8pPr lvl="7" rtl="0">
              <a:lnSpc>
                <a:spcPct val="115000"/>
              </a:lnSpc>
              <a:spcBef>
                <a:spcPts val="0"/>
              </a:spcBef>
              <a:spcAft>
                <a:spcPts val="0"/>
              </a:spcAft>
              <a:buSzPts val="2400"/>
              <a:buFont typeface="Golos Text SemiBold"/>
              <a:buNone/>
              <a:defRPr sz="3200">
                <a:latin typeface="Golos Text SemiBold"/>
                <a:ea typeface="Golos Text SemiBold"/>
                <a:cs typeface="Golos Text SemiBold"/>
                <a:sym typeface="Golos Text SemiBold"/>
              </a:defRPr>
            </a:lvl8pPr>
            <a:lvl9pPr lvl="8" rtl="0">
              <a:lnSpc>
                <a:spcPct val="115000"/>
              </a:lnSpc>
              <a:spcBef>
                <a:spcPts val="0"/>
              </a:spcBef>
              <a:spcAft>
                <a:spcPts val="0"/>
              </a:spcAft>
              <a:buSzPts val="2400"/>
              <a:buFont typeface="Golos Text SemiBold"/>
              <a:buNone/>
              <a:defRPr sz="3200">
                <a:latin typeface="Golos Text SemiBold"/>
                <a:ea typeface="Golos Text SemiBold"/>
                <a:cs typeface="Golos Text SemiBold"/>
                <a:sym typeface="Golos Text SemiBold"/>
              </a:defRPr>
            </a:lvl9pPr>
          </a:lstStyle>
          <a:p>
            <a:r>
              <a:rPr lang="ja-JP" altLang="en-US" dirty="0"/>
              <a:t>マスター サブタイトルの書式設定</a:t>
            </a:r>
            <a:endParaRPr dirty="0"/>
          </a:p>
        </p:txBody>
      </p:sp>
      <p:sp>
        <p:nvSpPr>
          <p:cNvPr id="81" name="Google Shape;81;p13"/>
          <p:cNvSpPr txBox="1">
            <a:spLocks noGrp="1"/>
          </p:cNvSpPr>
          <p:nvPr>
            <p:ph type="title" idx="3" hasCustomPrompt="1"/>
          </p:nvPr>
        </p:nvSpPr>
        <p:spPr>
          <a:xfrm>
            <a:off x="1324800" y="1977867"/>
            <a:ext cx="1168400" cy="1537200"/>
          </a:xfrm>
          <a:prstGeom prst="rect">
            <a:avLst/>
          </a:prstGeom>
          <a:noFill/>
        </p:spPr>
        <p:txBody>
          <a:bodyPr spcFirstLastPara="1" wrap="square" lIns="91425" tIns="91425" rIns="91425" bIns="91425" anchor="ctr" anchorCtr="0">
            <a:noAutofit/>
          </a:bodyPr>
          <a:lstStyle>
            <a:lvl1pPr lvl="0" algn="ctr" rtl="0">
              <a:spcBef>
                <a:spcPts val="0"/>
              </a:spcBef>
              <a:spcAft>
                <a:spcPts val="0"/>
              </a:spcAft>
              <a:buSzPts val="4600"/>
              <a:buNone/>
              <a:defRPr sz="4533">
                <a:latin typeface="LINE Seed JP App_OTF Bold" panose="02020700000000000000" pitchFamily="18" charset="-128"/>
                <a:ea typeface="LINE Seed JP App_OTF Bold" panose="02020700000000000000" pitchFamily="18" charset="-128"/>
              </a:defRPr>
            </a:lvl1pPr>
            <a:lvl2pPr lvl="1" algn="ctr" rtl="0">
              <a:spcBef>
                <a:spcPts val="0"/>
              </a:spcBef>
              <a:spcAft>
                <a:spcPts val="0"/>
              </a:spcAft>
              <a:buSzPts val="4600"/>
              <a:buNone/>
              <a:defRPr sz="6133"/>
            </a:lvl2pPr>
            <a:lvl3pPr lvl="2" algn="ctr" rtl="0">
              <a:spcBef>
                <a:spcPts val="0"/>
              </a:spcBef>
              <a:spcAft>
                <a:spcPts val="0"/>
              </a:spcAft>
              <a:buSzPts val="4600"/>
              <a:buNone/>
              <a:defRPr sz="6133"/>
            </a:lvl3pPr>
            <a:lvl4pPr lvl="3" algn="ctr" rtl="0">
              <a:spcBef>
                <a:spcPts val="0"/>
              </a:spcBef>
              <a:spcAft>
                <a:spcPts val="0"/>
              </a:spcAft>
              <a:buSzPts val="4600"/>
              <a:buNone/>
              <a:defRPr sz="6133"/>
            </a:lvl4pPr>
            <a:lvl5pPr lvl="4" algn="ctr" rtl="0">
              <a:spcBef>
                <a:spcPts val="0"/>
              </a:spcBef>
              <a:spcAft>
                <a:spcPts val="0"/>
              </a:spcAft>
              <a:buSzPts val="4600"/>
              <a:buNone/>
              <a:defRPr sz="6133"/>
            </a:lvl5pPr>
            <a:lvl6pPr lvl="5" algn="ctr" rtl="0">
              <a:spcBef>
                <a:spcPts val="0"/>
              </a:spcBef>
              <a:spcAft>
                <a:spcPts val="0"/>
              </a:spcAft>
              <a:buSzPts val="4600"/>
              <a:buNone/>
              <a:defRPr sz="6133"/>
            </a:lvl6pPr>
            <a:lvl7pPr lvl="6" algn="ctr" rtl="0">
              <a:spcBef>
                <a:spcPts val="0"/>
              </a:spcBef>
              <a:spcAft>
                <a:spcPts val="0"/>
              </a:spcAft>
              <a:buSzPts val="4600"/>
              <a:buNone/>
              <a:defRPr sz="6133"/>
            </a:lvl7pPr>
            <a:lvl8pPr lvl="7" algn="ctr" rtl="0">
              <a:spcBef>
                <a:spcPts val="0"/>
              </a:spcBef>
              <a:spcAft>
                <a:spcPts val="0"/>
              </a:spcAft>
              <a:buSzPts val="4600"/>
              <a:buNone/>
              <a:defRPr sz="6133"/>
            </a:lvl8pPr>
            <a:lvl9pPr lvl="8" algn="ctr" rtl="0">
              <a:spcBef>
                <a:spcPts val="0"/>
              </a:spcBef>
              <a:spcAft>
                <a:spcPts val="0"/>
              </a:spcAft>
              <a:buSzPts val="4600"/>
              <a:buNone/>
              <a:defRPr sz="6133"/>
            </a:lvl9pPr>
          </a:lstStyle>
          <a:p>
            <a:r>
              <a:rPr dirty="0"/>
              <a:t>xx%</a:t>
            </a:r>
          </a:p>
        </p:txBody>
      </p:sp>
      <p:sp>
        <p:nvSpPr>
          <p:cNvPr id="82" name="Google Shape;82;p13"/>
          <p:cNvSpPr txBox="1">
            <a:spLocks noGrp="1"/>
          </p:cNvSpPr>
          <p:nvPr>
            <p:ph type="subTitle" idx="4"/>
          </p:nvPr>
        </p:nvSpPr>
        <p:spPr>
          <a:xfrm>
            <a:off x="2581467" y="5102900"/>
            <a:ext cx="3051600" cy="864000"/>
          </a:xfrm>
          <a:prstGeom prst="rect">
            <a:avLst/>
          </a:prstGeom>
        </p:spPr>
        <p:txBody>
          <a:bodyPr spcFirstLastPara="1" wrap="square" lIns="91425" tIns="91425" rIns="91425" bIns="91425" anchor="t" anchorCtr="0">
            <a:noAutofit/>
          </a:bodyPr>
          <a:lstStyle>
            <a:lvl1pPr lvl="0" rtl="0">
              <a:lnSpc>
                <a:spcPct val="115000"/>
              </a:lnSpc>
              <a:spcBef>
                <a:spcPts val="0"/>
              </a:spcBef>
              <a:spcAft>
                <a:spcPts val="0"/>
              </a:spcAft>
              <a:buSzPts val="1400"/>
              <a:buNone/>
              <a:defRPr>
                <a:latin typeface="LINE Seed JP App_TTF Regular" panose="02020500000000000000" pitchFamily="18" charset="-128"/>
                <a:ea typeface="LINE Seed JP App_TTF Regular" panose="02020500000000000000" pitchFamily="18" charset="-128"/>
              </a:defRPr>
            </a:lvl1pPr>
            <a:lvl2pPr lvl="1" rtl="0">
              <a:lnSpc>
                <a:spcPct val="115000"/>
              </a:lnSpc>
              <a:spcBef>
                <a:spcPts val="0"/>
              </a:spcBef>
              <a:spcAft>
                <a:spcPts val="0"/>
              </a:spcAft>
              <a:buSzPts val="1400"/>
              <a:buNone/>
              <a:defRPr/>
            </a:lvl2pPr>
            <a:lvl3pPr lvl="2" rtl="0">
              <a:lnSpc>
                <a:spcPct val="115000"/>
              </a:lnSpc>
              <a:spcBef>
                <a:spcPts val="0"/>
              </a:spcBef>
              <a:spcAft>
                <a:spcPts val="0"/>
              </a:spcAft>
              <a:buSzPts val="1400"/>
              <a:buNone/>
              <a:defRPr/>
            </a:lvl3pPr>
            <a:lvl4pPr lvl="3" rtl="0">
              <a:lnSpc>
                <a:spcPct val="115000"/>
              </a:lnSpc>
              <a:spcBef>
                <a:spcPts val="0"/>
              </a:spcBef>
              <a:spcAft>
                <a:spcPts val="0"/>
              </a:spcAft>
              <a:buSzPts val="1400"/>
              <a:buNone/>
              <a:defRPr/>
            </a:lvl4pPr>
            <a:lvl5pPr lvl="4" rtl="0">
              <a:lnSpc>
                <a:spcPct val="115000"/>
              </a:lnSpc>
              <a:spcBef>
                <a:spcPts val="0"/>
              </a:spcBef>
              <a:spcAft>
                <a:spcPts val="0"/>
              </a:spcAft>
              <a:buSzPts val="1400"/>
              <a:buNone/>
              <a:defRPr/>
            </a:lvl5pPr>
            <a:lvl6pPr lvl="5" rtl="0">
              <a:lnSpc>
                <a:spcPct val="115000"/>
              </a:lnSpc>
              <a:spcBef>
                <a:spcPts val="0"/>
              </a:spcBef>
              <a:spcAft>
                <a:spcPts val="0"/>
              </a:spcAft>
              <a:buSzPts val="1400"/>
              <a:buNone/>
              <a:defRPr/>
            </a:lvl6pPr>
            <a:lvl7pPr lvl="6" rtl="0">
              <a:lnSpc>
                <a:spcPct val="115000"/>
              </a:lnSpc>
              <a:spcBef>
                <a:spcPts val="0"/>
              </a:spcBef>
              <a:spcAft>
                <a:spcPts val="0"/>
              </a:spcAft>
              <a:buSzPts val="1400"/>
              <a:buNone/>
              <a:defRPr/>
            </a:lvl7pPr>
            <a:lvl8pPr lvl="7" rtl="0">
              <a:lnSpc>
                <a:spcPct val="115000"/>
              </a:lnSpc>
              <a:spcBef>
                <a:spcPts val="0"/>
              </a:spcBef>
              <a:spcAft>
                <a:spcPts val="0"/>
              </a:spcAft>
              <a:buSzPts val="1400"/>
              <a:buNone/>
              <a:defRPr/>
            </a:lvl8pPr>
            <a:lvl9pPr lvl="8" rtl="0">
              <a:lnSpc>
                <a:spcPct val="115000"/>
              </a:lnSpc>
              <a:spcBef>
                <a:spcPts val="0"/>
              </a:spcBef>
              <a:spcAft>
                <a:spcPts val="0"/>
              </a:spcAft>
              <a:buSzPts val="1400"/>
              <a:buNone/>
              <a:defRPr/>
            </a:lvl9pPr>
          </a:lstStyle>
          <a:p>
            <a:r>
              <a:rPr lang="ja-JP" altLang="en-US" dirty="0"/>
              <a:t>マスター サブタイトルの書式設定</a:t>
            </a:r>
            <a:endParaRPr dirty="0"/>
          </a:p>
        </p:txBody>
      </p:sp>
      <p:sp>
        <p:nvSpPr>
          <p:cNvPr id="83" name="Google Shape;83;p13"/>
          <p:cNvSpPr txBox="1">
            <a:spLocks noGrp="1"/>
          </p:cNvSpPr>
          <p:nvPr>
            <p:ph type="subTitle" idx="5"/>
          </p:nvPr>
        </p:nvSpPr>
        <p:spPr>
          <a:xfrm>
            <a:off x="2581467" y="4090933"/>
            <a:ext cx="3051600" cy="10708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400"/>
              <a:buFont typeface="Golos Text SemiBold"/>
              <a:buNone/>
              <a:defRPr sz="2933">
                <a:latin typeface="LINE Seed JP App_OTF Bold" panose="02020700000000000000" pitchFamily="18" charset="-128"/>
                <a:ea typeface="LINE Seed JP App_OTF Bold" panose="02020700000000000000" pitchFamily="18" charset="-128"/>
                <a:cs typeface="LINE Seed JP App_OTF Bold" panose="02020700000000000000" pitchFamily="18" charset="-128"/>
                <a:sym typeface="Golos Text"/>
              </a:defRPr>
            </a:lvl1pPr>
            <a:lvl2pPr lvl="1" rtl="0">
              <a:lnSpc>
                <a:spcPct val="115000"/>
              </a:lnSpc>
              <a:spcBef>
                <a:spcPts val="0"/>
              </a:spcBef>
              <a:spcAft>
                <a:spcPts val="0"/>
              </a:spcAft>
              <a:buSzPts val="2400"/>
              <a:buFont typeface="Golos Text SemiBold"/>
              <a:buNone/>
              <a:defRPr sz="3200">
                <a:latin typeface="Golos Text SemiBold"/>
                <a:ea typeface="Golos Text SemiBold"/>
                <a:cs typeface="Golos Text SemiBold"/>
                <a:sym typeface="Golos Text SemiBold"/>
              </a:defRPr>
            </a:lvl2pPr>
            <a:lvl3pPr lvl="2" rtl="0">
              <a:lnSpc>
                <a:spcPct val="115000"/>
              </a:lnSpc>
              <a:spcBef>
                <a:spcPts val="0"/>
              </a:spcBef>
              <a:spcAft>
                <a:spcPts val="0"/>
              </a:spcAft>
              <a:buSzPts val="2400"/>
              <a:buFont typeface="Golos Text SemiBold"/>
              <a:buNone/>
              <a:defRPr sz="3200">
                <a:latin typeface="Golos Text SemiBold"/>
                <a:ea typeface="Golos Text SemiBold"/>
                <a:cs typeface="Golos Text SemiBold"/>
                <a:sym typeface="Golos Text SemiBold"/>
              </a:defRPr>
            </a:lvl3pPr>
            <a:lvl4pPr lvl="3" rtl="0">
              <a:lnSpc>
                <a:spcPct val="115000"/>
              </a:lnSpc>
              <a:spcBef>
                <a:spcPts val="0"/>
              </a:spcBef>
              <a:spcAft>
                <a:spcPts val="0"/>
              </a:spcAft>
              <a:buSzPts val="2400"/>
              <a:buFont typeface="Golos Text SemiBold"/>
              <a:buNone/>
              <a:defRPr sz="3200">
                <a:latin typeface="Golos Text SemiBold"/>
                <a:ea typeface="Golos Text SemiBold"/>
                <a:cs typeface="Golos Text SemiBold"/>
                <a:sym typeface="Golos Text SemiBold"/>
              </a:defRPr>
            </a:lvl4pPr>
            <a:lvl5pPr lvl="4" rtl="0">
              <a:lnSpc>
                <a:spcPct val="115000"/>
              </a:lnSpc>
              <a:spcBef>
                <a:spcPts val="0"/>
              </a:spcBef>
              <a:spcAft>
                <a:spcPts val="0"/>
              </a:spcAft>
              <a:buSzPts val="2400"/>
              <a:buFont typeface="Golos Text SemiBold"/>
              <a:buNone/>
              <a:defRPr sz="3200">
                <a:latin typeface="Golos Text SemiBold"/>
                <a:ea typeface="Golos Text SemiBold"/>
                <a:cs typeface="Golos Text SemiBold"/>
                <a:sym typeface="Golos Text SemiBold"/>
              </a:defRPr>
            </a:lvl5pPr>
            <a:lvl6pPr lvl="5" rtl="0">
              <a:lnSpc>
                <a:spcPct val="115000"/>
              </a:lnSpc>
              <a:spcBef>
                <a:spcPts val="0"/>
              </a:spcBef>
              <a:spcAft>
                <a:spcPts val="0"/>
              </a:spcAft>
              <a:buSzPts val="2400"/>
              <a:buFont typeface="Golos Text SemiBold"/>
              <a:buNone/>
              <a:defRPr sz="3200">
                <a:latin typeface="Golos Text SemiBold"/>
                <a:ea typeface="Golos Text SemiBold"/>
                <a:cs typeface="Golos Text SemiBold"/>
                <a:sym typeface="Golos Text SemiBold"/>
              </a:defRPr>
            </a:lvl6pPr>
            <a:lvl7pPr lvl="6" rtl="0">
              <a:lnSpc>
                <a:spcPct val="115000"/>
              </a:lnSpc>
              <a:spcBef>
                <a:spcPts val="0"/>
              </a:spcBef>
              <a:spcAft>
                <a:spcPts val="0"/>
              </a:spcAft>
              <a:buSzPts val="2400"/>
              <a:buFont typeface="Golos Text SemiBold"/>
              <a:buNone/>
              <a:defRPr sz="3200">
                <a:latin typeface="Golos Text SemiBold"/>
                <a:ea typeface="Golos Text SemiBold"/>
                <a:cs typeface="Golos Text SemiBold"/>
                <a:sym typeface="Golos Text SemiBold"/>
              </a:defRPr>
            </a:lvl7pPr>
            <a:lvl8pPr lvl="7" rtl="0">
              <a:lnSpc>
                <a:spcPct val="115000"/>
              </a:lnSpc>
              <a:spcBef>
                <a:spcPts val="0"/>
              </a:spcBef>
              <a:spcAft>
                <a:spcPts val="0"/>
              </a:spcAft>
              <a:buSzPts val="2400"/>
              <a:buFont typeface="Golos Text SemiBold"/>
              <a:buNone/>
              <a:defRPr sz="3200">
                <a:latin typeface="Golos Text SemiBold"/>
                <a:ea typeface="Golos Text SemiBold"/>
                <a:cs typeface="Golos Text SemiBold"/>
                <a:sym typeface="Golos Text SemiBold"/>
              </a:defRPr>
            </a:lvl8pPr>
            <a:lvl9pPr lvl="8" rtl="0">
              <a:lnSpc>
                <a:spcPct val="115000"/>
              </a:lnSpc>
              <a:spcBef>
                <a:spcPts val="0"/>
              </a:spcBef>
              <a:spcAft>
                <a:spcPts val="0"/>
              </a:spcAft>
              <a:buSzPts val="2400"/>
              <a:buFont typeface="Golos Text SemiBold"/>
              <a:buNone/>
              <a:defRPr sz="3200">
                <a:latin typeface="Golos Text SemiBold"/>
                <a:ea typeface="Golos Text SemiBold"/>
                <a:cs typeface="Golos Text SemiBold"/>
                <a:sym typeface="Golos Text SemiBold"/>
              </a:defRPr>
            </a:lvl9pPr>
          </a:lstStyle>
          <a:p>
            <a:r>
              <a:rPr lang="ja-JP" altLang="en-US" dirty="0"/>
              <a:t>マスター サブタイトルの書式設定</a:t>
            </a:r>
            <a:endParaRPr dirty="0"/>
          </a:p>
        </p:txBody>
      </p:sp>
      <p:sp>
        <p:nvSpPr>
          <p:cNvPr id="84" name="Google Shape;84;p13"/>
          <p:cNvSpPr txBox="1">
            <a:spLocks noGrp="1"/>
          </p:cNvSpPr>
          <p:nvPr>
            <p:ph type="title" idx="6" hasCustomPrompt="1"/>
          </p:nvPr>
        </p:nvSpPr>
        <p:spPr>
          <a:xfrm>
            <a:off x="1324800" y="4239616"/>
            <a:ext cx="1168400" cy="1537200"/>
          </a:xfrm>
          <a:prstGeom prst="rect">
            <a:avLst/>
          </a:prstGeom>
          <a:noFill/>
        </p:spPr>
        <p:txBody>
          <a:bodyPr spcFirstLastPara="1" wrap="square" lIns="91425" tIns="91425" rIns="91425" bIns="91425" anchor="ctr" anchorCtr="0">
            <a:noAutofit/>
          </a:bodyPr>
          <a:lstStyle>
            <a:lvl1pPr lvl="0" algn="ctr" rtl="0">
              <a:spcBef>
                <a:spcPts val="0"/>
              </a:spcBef>
              <a:spcAft>
                <a:spcPts val="0"/>
              </a:spcAft>
              <a:buSzPts val="4600"/>
              <a:buNone/>
              <a:defRPr sz="4533">
                <a:latin typeface="LINE Seed JP App_OTF Bold" panose="02020700000000000000" pitchFamily="18" charset="-128"/>
                <a:ea typeface="LINE Seed JP App_OTF Bold" panose="02020700000000000000" pitchFamily="18" charset="-128"/>
              </a:defRPr>
            </a:lvl1pPr>
            <a:lvl2pPr lvl="1" algn="ctr" rtl="0">
              <a:spcBef>
                <a:spcPts val="0"/>
              </a:spcBef>
              <a:spcAft>
                <a:spcPts val="0"/>
              </a:spcAft>
              <a:buSzPts val="4600"/>
              <a:buNone/>
              <a:defRPr sz="6133"/>
            </a:lvl2pPr>
            <a:lvl3pPr lvl="2" algn="ctr" rtl="0">
              <a:spcBef>
                <a:spcPts val="0"/>
              </a:spcBef>
              <a:spcAft>
                <a:spcPts val="0"/>
              </a:spcAft>
              <a:buSzPts val="4600"/>
              <a:buNone/>
              <a:defRPr sz="6133"/>
            </a:lvl3pPr>
            <a:lvl4pPr lvl="3" algn="ctr" rtl="0">
              <a:spcBef>
                <a:spcPts val="0"/>
              </a:spcBef>
              <a:spcAft>
                <a:spcPts val="0"/>
              </a:spcAft>
              <a:buSzPts val="4600"/>
              <a:buNone/>
              <a:defRPr sz="6133"/>
            </a:lvl4pPr>
            <a:lvl5pPr lvl="4" algn="ctr" rtl="0">
              <a:spcBef>
                <a:spcPts val="0"/>
              </a:spcBef>
              <a:spcAft>
                <a:spcPts val="0"/>
              </a:spcAft>
              <a:buSzPts val="4600"/>
              <a:buNone/>
              <a:defRPr sz="6133"/>
            </a:lvl5pPr>
            <a:lvl6pPr lvl="5" algn="ctr" rtl="0">
              <a:spcBef>
                <a:spcPts val="0"/>
              </a:spcBef>
              <a:spcAft>
                <a:spcPts val="0"/>
              </a:spcAft>
              <a:buSzPts val="4600"/>
              <a:buNone/>
              <a:defRPr sz="6133"/>
            </a:lvl6pPr>
            <a:lvl7pPr lvl="6" algn="ctr" rtl="0">
              <a:spcBef>
                <a:spcPts val="0"/>
              </a:spcBef>
              <a:spcAft>
                <a:spcPts val="0"/>
              </a:spcAft>
              <a:buSzPts val="4600"/>
              <a:buNone/>
              <a:defRPr sz="6133"/>
            </a:lvl7pPr>
            <a:lvl8pPr lvl="7" algn="ctr" rtl="0">
              <a:spcBef>
                <a:spcPts val="0"/>
              </a:spcBef>
              <a:spcAft>
                <a:spcPts val="0"/>
              </a:spcAft>
              <a:buSzPts val="4600"/>
              <a:buNone/>
              <a:defRPr sz="6133"/>
            </a:lvl8pPr>
            <a:lvl9pPr lvl="8" algn="ctr" rtl="0">
              <a:spcBef>
                <a:spcPts val="0"/>
              </a:spcBef>
              <a:spcAft>
                <a:spcPts val="0"/>
              </a:spcAft>
              <a:buSzPts val="4600"/>
              <a:buNone/>
              <a:defRPr sz="6133"/>
            </a:lvl9pPr>
          </a:lstStyle>
          <a:p>
            <a:r>
              <a:rPr dirty="0"/>
              <a:t>xx%</a:t>
            </a:r>
          </a:p>
        </p:txBody>
      </p:sp>
      <p:sp>
        <p:nvSpPr>
          <p:cNvPr id="85" name="Google Shape;85;p13"/>
          <p:cNvSpPr txBox="1">
            <a:spLocks noGrp="1"/>
          </p:cNvSpPr>
          <p:nvPr>
            <p:ph type="subTitle" idx="7"/>
          </p:nvPr>
        </p:nvSpPr>
        <p:spPr>
          <a:xfrm>
            <a:off x="7959427" y="2839136"/>
            <a:ext cx="3051600" cy="864000"/>
          </a:xfrm>
          <a:prstGeom prst="rect">
            <a:avLst/>
          </a:prstGeom>
        </p:spPr>
        <p:txBody>
          <a:bodyPr spcFirstLastPara="1" wrap="square" lIns="91425" tIns="91425" rIns="91425" bIns="91425" anchor="t" anchorCtr="0">
            <a:noAutofit/>
          </a:bodyPr>
          <a:lstStyle>
            <a:lvl1pPr lvl="0" rtl="0">
              <a:lnSpc>
                <a:spcPct val="115000"/>
              </a:lnSpc>
              <a:spcBef>
                <a:spcPts val="0"/>
              </a:spcBef>
              <a:spcAft>
                <a:spcPts val="0"/>
              </a:spcAft>
              <a:buSzPts val="1400"/>
              <a:buNone/>
              <a:defRPr>
                <a:latin typeface="LINE Seed JP App_TTF Regular" panose="02020500000000000000" pitchFamily="18" charset="-128"/>
                <a:ea typeface="LINE Seed JP App_TTF Regular" panose="02020500000000000000" pitchFamily="18" charset="-128"/>
              </a:defRPr>
            </a:lvl1pPr>
            <a:lvl2pPr lvl="1" rtl="0">
              <a:lnSpc>
                <a:spcPct val="115000"/>
              </a:lnSpc>
              <a:spcBef>
                <a:spcPts val="0"/>
              </a:spcBef>
              <a:spcAft>
                <a:spcPts val="0"/>
              </a:spcAft>
              <a:buSzPts val="1400"/>
              <a:buNone/>
              <a:defRPr/>
            </a:lvl2pPr>
            <a:lvl3pPr lvl="2" rtl="0">
              <a:lnSpc>
                <a:spcPct val="115000"/>
              </a:lnSpc>
              <a:spcBef>
                <a:spcPts val="0"/>
              </a:spcBef>
              <a:spcAft>
                <a:spcPts val="0"/>
              </a:spcAft>
              <a:buSzPts val="1400"/>
              <a:buNone/>
              <a:defRPr/>
            </a:lvl3pPr>
            <a:lvl4pPr lvl="3" rtl="0">
              <a:lnSpc>
                <a:spcPct val="115000"/>
              </a:lnSpc>
              <a:spcBef>
                <a:spcPts val="0"/>
              </a:spcBef>
              <a:spcAft>
                <a:spcPts val="0"/>
              </a:spcAft>
              <a:buSzPts val="1400"/>
              <a:buNone/>
              <a:defRPr/>
            </a:lvl4pPr>
            <a:lvl5pPr lvl="4" rtl="0">
              <a:lnSpc>
                <a:spcPct val="115000"/>
              </a:lnSpc>
              <a:spcBef>
                <a:spcPts val="0"/>
              </a:spcBef>
              <a:spcAft>
                <a:spcPts val="0"/>
              </a:spcAft>
              <a:buSzPts val="1400"/>
              <a:buNone/>
              <a:defRPr/>
            </a:lvl5pPr>
            <a:lvl6pPr lvl="5" rtl="0">
              <a:lnSpc>
                <a:spcPct val="115000"/>
              </a:lnSpc>
              <a:spcBef>
                <a:spcPts val="0"/>
              </a:spcBef>
              <a:spcAft>
                <a:spcPts val="0"/>
              </a:spcAft>
              <a:buSzPts val="1400"/>
              <a:buNone/>
              <a:defRPr/>
            </a:lvl6pPr>
            <a:lvl7pPr lvl="6" rtl="0">
              <a:lnSpc>
                <a:spcPct val="115000"/>
              </a:lnSpc>
              <a:spcBef>
                <a:spcPts val="0"/>
              </a:spcBef>
              <a:spcAft>
                <a:spcPts val="0"/>
              </a:spcAft>
              <a:buSzPts val="1400"/>
              <a:buNone/>
              <a:defRPr/>
            </a:lvl7pPr>
            <a:lvl8pPr lvl="7" rtl="0">
              <a:lnSpc>
                <a:spcPct val="115000"/>
              </a:lnSpc>
              <a:spcBef>
                <a:spcPts val="0"/>
              </a:spcBef>
              <a:spcAft>
                <a:spcPts val="0"/>
              </a:spcAft>
              <a:buSzPts val="1400"/>
              <a:buNone/>
              <a:defRPr/>
            </a:lvl8pPr>
            <a:lvl9pPr lvl="8" rtl="0">
              <a:lnSpc>
                <a:spcPct val="115000"/>
              </a:lnSpc>
              <a:spcBef>
                <a:spcPts val="0"/>
              </a:spcBef>
              <a:spcAft>
                <a:spcPts val="0"/>
              </a:spcAft>
              <a:buSzPts val="1400"/>
              <a:buNone/>
              <a:defRPr/>
            </a:lvl9pPr>
          </a:lstStyle>
          <a:p>
            <a:r>
              <a:rPr lang="ja-JP" altLang="en-US" dirty="0"/>
              <a:t>マスター サブタイトルの書式設定</a:t>
            </a:r>
            <a:endParaRPr dirty="0"/>
          </a:p>
        </p:txBody>
      </p:sp>
      <p:sp>
        <p:nvSpPr>
          <p:cNvPr id="86" name="Google Shape;86;p13"/>
          <p:cNvSpPr txBox="1">
            <a:spLocks noGrp="1"/>
          </p:cNvSpPr>
          <p:nvPr>
            <p:ph type="subTitle" idx="8"/>
          </p:nvPr>
        </p:nvSpPr>
        <p:spPr>
          <a:xfrm>
            <a:off x="7959427" y="1827033"/>
            <a:ext cx="3051600" cy="10708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400"/>
              <a:buFont typeface="Golos Text SemiBold"/>
              <a:buNone/>
              <a:defRPr sz="2933">
                <a:latin typeface="LINE Seed JP App_OTF Bold" panose="02020700000000000000" pitchFamily="18" charset="-128"/>
                <a:ea typeface="LINE Seed JP App_OTF Bold" panose="02020700000000000000" pitchFamily="18" charset="-128"/>
                <a:cs typeface="LINE Seed JP App_OTF Bold" panose="02020700000000000000" pitchFamily="18" charset="-128"/>
                <a:sym typeface="Golos Text"/>
              </a:defRPr>
            </a:lvl1pPr>
            <a:lvl2pPr lvl="1" rtl="0">
              <a:lnSpc>
                <a:spcPct val="115000"/>
              </a:lnSpc>
              <a:spcBef>
                <a:spcPts val="0"/>
              </a:spcBef>
              <a:spcAft>
                <a:spcPts val="0"/>
              </a:spcAft>
              <a:buSzPts val="2400"/>
              <a:buFont typeface="Golos Text SemiBold"/>
              <a:buNone/>
              <a:defRPr sz="3200">
                <a:latin typeface="Golos Text SemiBold"/>
                <a:ea typeface="Golos Text SemiBold"/>
                <a:cs typeface="Golos Text SemiBold"/>
                <a:sym typeface="Golos Text SemiBold"/>
              </a:defRPr>
            </a:lvl2pPr>
            <a:lvl3pPr lvl="2" rtl="0">
              <a:lnSpc>
                <a:spcPct val="115000"/>
              </a:lnSpc>
              <a:spcBef>
                <a:spcPts val="0"/>
              </a:spcBef>
              <a:spcAft>
                <a:spcPts val="0"/>
              </a:spcAft>
              <a:buSzPts val="2400"/>
              <a:buFont typeface="Golos Text SemiBold"/>
              <a:buNone/>
              <a:defRPr sz="3200">
                <a:latin typeface="Golos Text SemiBold"/>
                <a:ea typeface="Golos Text SemiBold"/>
                <a:cs typeface="Golos Text SemiBold"/>
                <a:sym typeface="Golos Text SemiBold"/>
              </a:defRPr>
            </a:lvl3pPr>
            <a:lvl4pPr lvl="3" rtl="0">
              <a:lnSpc>
                <a:spcPct val="115000"/>
              </a:lnSpc>
              <a:spcBef>
                <a:spcPts val="0"/>
              </a:spcBef>
              <a:spcAft>
                <a:spcPts val="0"/>
              </a:spcAft>
              <a:buSzPts val="2400"/>
              <a:buFont typeface="Golos Text SemiBold"/>
              <a:buNone/>
              <a:defRPr sz="3200">
                <a:latin typeface="Golos Text SemiBold"/>
                <a:ea typeface="Golos Text SemiBold"/>
                <a:cs typeface="Golos Text SemiBold"/>
                <a:sym typeface="Golos Text SemiBold"/>
              </a:defRPr>
            </a:lvl4pPr>
            <a:lvl5pPr lvl="4" rtl="0">
              <a:lnSpc>
                <a:spcPct val="115000"/>
              </a:lnSpc>
              <a:spcBef>
                <a:spcPts val="0"/>
              </a:spcBef>
              <a:spcAft>
                <a:spcPts val="0"/>
              </a:spcAft>
              <a:buSzPts val="2400"/>
              <a:buFont typeface="Golos Text SemiBold"/>
              <a:buNone/>
              <a:defRPr sz="3200">
                <a:latin typeface="Golos Text SemiBold"/>
                <a:ea typeface="Golos Text SemiBold"/>
                <a:cs typeface="Golos Text SemiBold"/>
                <a:sym typeface="Golos Text SemiBold"/>
              </a:defRPr>
            </a:lvl5pPr>
            <a:lvl6pPr lvl="5" rtl="0">
              <a:lnSpc>
                <a:spcPct val="115000"/>
              </a:lnSpc>
              <a:spcBef>
                <a:spcPts val="0"/>
              </a:spcBef>
              <a:spcAft>
                <a:spcPts val="0"/>
              </a:spcAft>
              <a:buSzPts val="2400"/>
              <a:buFont typeface="Golos Text SemiBold"/>
              <a:buNone/>
              <a:defRPr sz="3200">
                <a:latin typeface="Golos Text SemiBold"/>
                <a:ea typeface="Golos Text SemiBold"/>
                <a:cs typeface="Golos Text SemiBold"/>
                <a:sym typeface="Golos Text SemiBold"/>
              </a:defRPr>
            </a:lvl6pPr>
            <a:lvl7pPr lvl="6" rtl="0">
              <a:lnSpc>
                <a:spcPct val="115000"/>
              </a:lnSpc>
              <a:spcBef>
                <a:spcPts val="0"/>
              </a:spcBef>
              <a:spcAft>
                <a:spcPts val="0"/>
              </a:spcAft>
              <a:buSzPts val="2400"/>
              <a:buFont typeface="Golos Text SemiBold"/>
              <a:buNone/>
              <a:defRPr sz="3200">
                <a:latin typeface="Golos Text SemiBold"/>
                <a:ea typeface="Golos Text SemiBold"/>
                <a:cs typeface="Golos Text SemiBold"/>
                <a:sym typeface="Golos Text SemiBold"/>
              </a:defRPr>
            </a:lvl7pPr>
            <a:lvl8pPr lvl="7" rtl="0">
              <a:lnSpc>
                <a:spcPct val="115000"/>
              </a:lnSpc>
              <a:spcBef>
                <a:spcPts val="0"/>
              </a:spcBef>
              <a:spcAft>
                <a:spcPts val="0"/>
              </a:spcAft>
              <a:buSzPts val="2400"/>
              <a:buFont typeface="Golos Text SemiBold"/>
              <a:buNone/>
              <a:defRPr sz="3200">
                <a:latin typeface="Golos Text SemiBold"/>
                <a:ea typeface="Golos Text SemiBold"/>
                <a:cs typeface="Golos Text SemiBold"/>
                <a:sym typeface="Golos Text SemiBold"/>
              </a:defRPr>
            </a:lvl8pPr>
            <a:lvl9pPr lvl="8" rtl="0">
              <a:lnSpc>
                <a:spcPct val="115000"/>
              </a:lnSpc>
              <a:spcBef>
                <a:spcPts val="0"/>
              </a:spcBef>
              <a:spcAft>
                <a:spcPts val="0"/>
              </a:spcAft>
              <a:buSzPts val="2400"/>
              <a:buFont typeface="Golos Text SemiBold"/>
              <a:buNone/>
              <a:defRPr sz="3200">
                <a:latin typeface="Golos Text SemiBold"/>
                <a:ea typeface="Golos Text SemiBold"/>
                <a:cs typeface="Golos Text SemiBold"/>
                <a:sym typeface="Golos Text SemiBold"/>
              </a:defRPr>
            </a:lvl9pPr>
          </a:lstStyle>
          <a:p>
            <a:r>
              <a:rPr lang="ja-JP" altLang="en-US" dirty="0"/>
              <a:t>マスター サブタイトルの書式設定</a:t>
            </a:r>
            <a:endParaRPr dirty="0"/>
          </a:p>
        </p:txBody>
      </p:sp>
      <p:sp>
        <p:nvSpPr>
          <p:cNvPr id="87" name="Google Shape;87;p13"/>
          <p:cNvSpPr txBox="1">
            <a:spLocks noGrp="1"/>
          </p:cNvSpPr>
          <p:nvPr>
            <p:ph type="title" idx="9" hasCustomPrompt="1"/>
          </p:nvPr>
        </p:nvSpPr>
        <p:spPr>
          <a:xfrm>
            <a:off x="6711707" y="1977867"/>
            <a:ext cx="1168400" cy="1537200"/>
          </a:xfrm>
          <a:prstGeom prst="rect">
            <a:avLst/>
          </a:prstGeom>
          <a:noFill/>
        </p:spPr>
        <p:txBody>
          <a:bodyPr spcFirstLastPara="1" wrap="square" lIns="91425" tIns="91425" rIns="91425" bIns="91425" anchor="ctr" anchorCtr="0">
            <a:noAutofit/>
          </a:bodyPr>
          <a:lstStyle>
            <a:lvl1pPr lvl="0" algn="ctr" rtl="0">
              <a:spcBef>
                <a:spcPts val="0"/>
              </a:spcBef>
              <a:spcAft>
                <a:spcPts val="0"/>
              </a:spcAft>
              <a:buSzPts val="4600"/>
              <a:buNone/>
              <a:defRPr sz="4533">
                <a:latin typeface="LINE Seed JP App_OTF Bold" panose="02020700000000000000" pitchFamily="18" charset="-128"/>
                <a:ea typeface="LINE Seed JP App_OTF Bold" panose="02020700000000000000" pitchFamily="18" charset="-128"/>
              </a:defRPr>
            </a:lvl1pPr>
            <a:lvl2pPr lvl="1" algn="ctr" rtl="0">
              <a:spcBef>
                <a:spcPts val="0"/>
              </a:spcBef>
              <a:spcAft>
                <a:spcPts val="0"/>
              </a:spcAft>
              <a:buSzPts val="4600"/>
              <a:buNone/>
              <a:defRPr sz="6133"/>
            </a:lvl2pPr>
            <a:lvl3pPr lvl="2" algn="ctr" rtl="0">
              <a:spcBef>
                <a:spcPts val="0"/>
              </a:spcBef>
              <a:spcAft>
                <a:spcPts val="0"/>
              </a:spcAft>
              <a:buSzPts val="4600"/>
              <a:buNone/>
              <a:defRPr sz="6133"/>
            </a:lvl3pPr>
            <a:lvl4pPr lvl="3" algn="ctr" rtl="0">
              <a:spcBef>
                <a:spcPts val="0"/>
              </a:spcBef>
              <a:spcAft>
                <a:spcPts val="0"/>
              </a:spcAft>
              <a:buSzPts val="4600"/>
              <a:buNone/>
              <a:defRPr sz="6133"/>
            </a:lvl4pPr>
            <a:lvl5pPr lvl="4" algn="ctr" rtl="0">
              <a:spcBef>
                <a:spcPts val="0"/>
              </a:spcBef>
              <a:spcAft>
                <a:spcPts val="0"/>
              </a:spcAft>
              <a:buSzPts val="4600"/>
              <a:buNone/>
              <a:defRPr sz="6133"/>
            </a:lvl5pPr>
            <a:lvl6pPr lvl="5" algn="ctr" rtl="0">
              <a:spcBef>
                <a:spcPts val="0"/>
              </a:spcBef>
              <a:spcAft>
                <a:spcPts val="0"/>
              </a:spcAft>
              <a:buSzPts val="4600"/>
              <a:buNone/>
              <a:defRPr sz="6133"/>
            </a:lvl6pPr>
            <a:lvl7pPr lvl="6" algn="ctr" rtl="0">
              <a:spcBef>
                <a:spcPts val="0"/>
              </a:spcBef>
              <a:spcAft>
                <a:spcPts val="0"/>
              </a:spcAft>
              <a:buSzPts val="4600"/>
              <a:buNone/>
              <a:defRPr sz="6133"/>
            </a:lvl7pPr>
            <a:lvl8pPr lvl="7" algn="ctr" rtl="0">
              <a:spcBef>
                <a:spcPts val="0"/>
              </a:spcBef>
              <a:spcAft>
                <a:spcPts val="0"/>
              </a:spcAft>
              <a:buSzPts val="4600"/>
              <a:buNone/>
              <a:defRPr sz="6133"/>
            </a:lvl8pPr>
            <a:lvl9pPr lvl="8" algn="ctr" rtl="0">
              <a:spcBef>
                <a:spcPts val="0"/>
              </a:spcBef>
              <a:spcAft>
                <a:spcPts val="0"/>
              </a:spcAft>
              <a:buSzPts val="4600"/>
              <a:buNone/>
              <a:defRPr sz="6133"/>
            </a:lvl9pPr>
          </a:lstStyle>
          <a:p>
            <a:r>
              <a:rPr dirty="0"/>
              <a:t>xx%</a:t>
            </a:r>
          </a:p>
        </p:txBody>
      </p:sp>
      <p:sp>
        <p:nvSpPr>
          <p:cNvPr id="88" name="Google Shape;88;p13"/>
          <p:cNvSpPr txBox="1">
            <a:spLocks noGrp="1"/>
          </p:cNvSpPr>
          <p:nvPr>
            <p:ph type="subTitle" idx="13"/>
          </p:nvPr>
        </p:nvSpPr>
        <p:spPr>
          <a:xfrm>
            <a:off x="7959427" y="5102900"/>
            <a:ext cx="3051600" cy="864000"/>
          </a:xfrm>
          <a:prstGeom prst="rect">
            <a:avLst/>
          </a:prstGeom>
        </p:spPr>
        <p:txBody>
          <a:bodyPr spcFirstLastPara="1" wrap="square" lIns="91425" tIns="91425" rIns="91425" bIns="91425" anchor="t" anchorCtr="0">
            <a:noAutofit/>
          </a:bodyPr>
          <a:lstStyle>
            <a:lvl1pPr lvl="0" rtl="0">
              <a:lnSpc>
                <a:spcPct val="115000"/>
              </a:lnSpc>
              <a:spcBef>
                <a:spcPts val="0"/>
              </a:spcBef>
              <a:spcAft>
                <a:spcPts val="0"/>
              </a:spcAft>
              <a:buSzPts val="1400"/>
              <a:buNone/>
              <a:defRPr>
                <a:latin typeface="LINE Seed JP App_TTF Regular" panose="02020500000000000000" pitchFamily="18" charset="-128"/>
                <a:ea typeface="LINE Seed JP App_TTF Regular" panose="02020500000000000000" pitchFamily="18" charset="-128"/>
              </a:defRPr>
            </a:lvl1pPr>
            <a:lvl2pPr lvl="1" rtl="0">
              <a:lnSpc>
                <a:spcPct val="115000"/>
              </a:lnSpc>
              <a:spcBef>
                <a:spcPts val="0"/>
              </a:spcBef>
              <a:spcAft>
                <a:spcPts val="0"/>
              </a:spcAft>
              <a:buSzPts val="1400"/>
              <a:buNone/>
              <a:defRPr/>
            </a:lvl2pPr>
            <a:lvl3pPr lvl="2" rtl="0">
              <a:lnSpc>
                <a:spcPct val="115000"/>
              </a:lnSpc>
              <a:spcBef>
                <a:spcPts val="0"/>
              </a:spcBef>
              <a:spcAft>
                <a:spcPts val="0"/>
              </a:spcAft>
              <a:buSzPts val="1400"/>
              <a:buNone/>
              <a:defRPr/>
            </a:lvl3pPr>
            <a:lvl4pPr lvl="3" rtl="0">
              <a:lnSpc>
                <a:spcPct val="115000"/>
              </a:lnSpc>
              <a:spcBef>
                <a:spcPts val="0"/>
              </a:spcBef>
              <a:spcAft>
                <a:spcPts val="0"/>
              </a:spcAft>
              <a:buSzPts val="1400"/>
              <a:buNone/>
              <a:defRPr/>
            </a:lvl4pPr>
            <a:lvl5pPr lvl="4" rtl="0">
              <a:lnSpc>
                <a:spcPct val="115000"/>
              </a:lnSpc>
              <a:spcBef>
                <a:spcPts val="0"/>
              </a:spcBef>
              <a:spcAft>
                <a:spcPts val="0"/>
              </a:spcAft>
              <a:buSzPts val="1400"/>
              <a:buNone/>
              <a:defRPr/>
            </a:lvl5pPr>
            <a:lvl6pPr lvl="5" rtl="0">
              <a:lnSpc>
                <a:spcPct val="115000"/>
              </a:lnSpc>
              <a:spcBef>
                <a:spcPts val="0"/>
              </a:spcBef>
              <a:spcAft>
                <a:spcPts val="0"/>
              </a:spcAft>
              <a:buSzPts val="1400"/>
              <a:buNone/>
              <a:defRPr/>
            </a:lvl6pPr>
            <a:lvl7pPr lvl="6" rtl="0">
              <a:lnSpc>
                <a:spcPct val="115000"/>
              </a:lnSpc>
              <a:spcBef>
                <a:spcPts val="0"/>
              </a:spcBef>
              <a:spcAft>
                <a:spcPts val="0"/>
              </a:spcAft>
              <a:buSzPts val="1400"/>
              <a:buNone/>
              <a:defRPr/>
            </a:lvl7pPr>
            <a:lvl8pPr lvl="7" rtl="0">
              <a:lnSpc>
                <a:spcPct val="115000"/>
              </a:lnSpc>
              <a:spcBef>
                <a:spcPts val="0"/>
              </a:spcBef>
              <a:spcAft>
                <a:spcPts val="0"/>
              </a:spcAft>
              <a:buSzPts val="1400"/>
              <a:buNone/>
              <a:defRPr/>
            </a:lvl8pPr>
            <a:lvl9pPr lvl="8" rtl="0">
              <a:lnSpc>
                <a:spcPct val="115000"/>
              </a:lnSpc>
              <a:spcBef>
                <a:spcPts val="0"/>
              </a:spcBef>
              <a:spcAft>
                <a:spcPts val="0"/>
              </a:spcAft>
              <a:buSzPts val="1400"/>
              <a:buNone/>
              <a:defRPr/>
            </a:lvl9pPr>
          </a:lstStyle>
          <a:p>
            <a:r>
              <a:rPr lang="ja-JP" altLang="en-US" dirty="0"/>
              <a:t>マスター サブタイトルの書式設定</a:t>
            </a:r>
            <a:endParaRPr dirty="0"/>
          </a:p>
        </p:txBody>
      </p:sp>
      <p:sp>
        <p:nvSpPr>
          <p:cNvPr id="89" name="Google Shape;89;p13"/>
          <p:cNvSpPr txBox="1">
            <a:spLocks noGrp="1"/>
          </p:cNvSpPr>
          <p:nvPr>
            <p:ph type="subTitle" idx="14"/>
          </p:nvPr>
        </p:nvSpPr>
        <p:spPr>
          <a:xfrm>
            <a:off x="7959427" y="4090933"/>
            <a:ext cx="3051600" cy="10708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400"/>
              <a:buFont typeface="Golos Text SemiBold"/>
              <a:buNone/>
              <a:defRPr sz="2933">
                <a:latin typeface="LINE Seed JP App_OTF Bold" panose="02020700000000000000" pitchFamily="18" charset="-128"/>
                <a:ea typeface="LINE Seed JP App_OTF Bold" panose="02020700000000000000" pitchFamily="18" charset="-128"/>
                <a:cs typeface="LINE Seed JP App_OTF Bold" panose="02020700000000000000" pitchFamily="18" charset="-128"/>
                <a:sym typeface="Golos Text"/>
              </a:defRPr>
            </a:lvl1pPr>
            <a:lvl2pPr lvl="1" rtl="0">
              <a:lnSpc>
                <a:spcPct val="115000"/>
              </a:lnSpc>
              <a:spcBef>
                <a:spcPts val="0"/>
              </a:spcBef>
              <a:spcAft>
                <a:spcPts val="0"/>
              </a:spcAft>
              <a:buSzPts val="2400"/>
              <a:buFont typeface="Golos Text SemiBold"/>
              <a:buNone/>
              <a:defRPr sz="3200">
                <a:latin typeface="Golos Text SemiBold"/>
                <a:ea typeface="Golos Text SemiBold"/>
                <a:cs typeface="Golos Text SemiBold"/>
                <a:sym typeface="Golos Text SemiBold"/>
              </a:defRPr>
            </a:lvl2pPr>
            <a:lvl3pPr lvl="2" rtl="0">
              <a:lnSpc>
                <a:spcPct val="115000"/>
              </a:lnSpc>
              <a:spcBef>
                <a:spcPts val="0"/>
              </a:spcBef>
              <a:spcAft>
                <a:spcPts val="0"/>
              </a:spcAft>
              <a:buSzPts val="2400"/>
              <a:buFont typeface="Golos Text SemiBold"/>
              <a:buNone/>
              <a:defRPr sz="3200">
                <a:latin typeface="Golos Text SemiBold"/>
                <a:ea typeface="Golos Text SemiBold"/>
                <a:cs typeface="Golos Text SemiBold"/>
                <a:sym typeface="Golos Text SemiBold"/>
              </a:defRPr>
            </a:lvl3pPr>
            <a:lvl4pPr lvl="3" rtl="0">
              <a:lnSpc>
                <a:spcPct val="115000"/>
              </a:lnSpc>
              <a:spcBef>
                <a:spcPts val="0"/>
              </a:spcBef>
              <a:spcAft>
                <a:spcPts val="0"/>
              </a:spcAft>
              <a:buSzPts val="2400"/>
              <a:buFont typeface="Golos Text SemiBold"/>
              <a:buNone/>
              <a:defRPr sz="3200">
                <a:latin typeface="Golos Text SemiBold"/>
                <a:ea typeface="Golos Text SemiBold"/>
                <a:cs typeface="Golos Text SemiBold"/>
                <a:sym typeface="Golos Text SemiBold"/>
              </a:defRPr>
            </a:lvl4pPr>
            <a:lvl5pPr lvl="4" rtl="0">
              <a:lnSpc>
                <a:spcPct val="115000"/>
              </a:lnSpc>
              <a:spcBef>
                <a:spcPts val="0"/>
              </a:spcBef>
              <a:spcAft>
                <a:spcPts val="0"/>
              </a:spcAft>
              <a:buSzPts val="2400"/>
              <a:buFont typeface="Golos Text SemiBold"/>
              <a:buNone/>
              <a:defRPr sz="3200">
                <a:latin typeface="Golos Text SemiBold"/>
                <a:ea typeface="Golos Text SemiBold"/>
                <a:cs typeface="Golos Text SemiBold"/>
                <a:sym typeface="Golos Text SemiBold"/>
              </a:defRPr>
            </a:lvl5pPr>
            <a:lvl6pPr lvl="5" rtl="0">
              <a:lnSpc>
                <a:spcPct val="115000"/>
              </a:lnSpc>
              <a:spcBef>
                <a:spcPts val="0"/>
              </a:spcBef>
              <a:spcAft>
                <a:spcPts val="0"/>
              </a:spcAft>
              <a:buSzPts val="2400"/>
              <a:buFont typeface="Golos Text SemiBold"/>
              <a:buNone/>
              <a:defRPr sz="3200">
                <a:latin typeface="Golos Text SemiBold"/>
                <a:ea typeface="Golos Text SemiBold"/>
                <a:cs typeface="Golos Text SemiBold"/>
                <a:sym typeface="Golos Text SemiBold"/>
              </a:defRPr>
            </a:lvl6pPr>
            <a:lvl7pPr lvl="6" rtl="0">
              <a:lnSpc>
                <a:spcPct val="115000"/>
              </a:lnSpc>
              <a:spcBef>
                <a:spcPts val="0"/>
              </a:spcBef>
              <a:spcAft>
                <a:spcPts val="0"/>
              </a:spcAft>
              <a:buSzPts val="2400"/>
              <a:buFont typeface="Golos Text SemiBold"/>
              <a:buNone/>
              <a:defRPr sz="3200">
                <a:latin typeface="Golos Text SemiBold"/>
                <a:ea typeface="Golos Text SemiBold"/>
                <a:cs typeface="Golos Text SemiBold"/>
                <a:sym typeface="Golos Text SemiBold"/>
              </a:defRPr>
            </a:lvl7pPr>
            <a:lvl8pPr lvl="7" rtl="0">
              <a:lnSpc>
                <a:spcPct val="115000"/>
              </a:lnSpc>
              <a:spcBef>
                <a:spcPts val="0"/>
              </a:spcBef>
              <a:spcAft>
                <a:spcPts val="0"/>
              </a:spcAft>
              <a:buSzPts val="2400"/>
              <a:buFont typeface="Golos Text SemiBold"/>
              <a:buNone/>
              <a:defRPr sz="3200">
                <a:latin typeface="Golos Text SemiBold"/>
                <a:ea typeface="Golos Text SemiBold"/>
                <a:cs typeface="Golos Text SemiBold"/>
                <a:sym typeface="Golos Text SemiBold"/>
              </a:defRPr>
            </a:lvl8pPr>
            <a:lvl9pPr lvl="8" rtl="0">
              <a:lnSpc>
                <a:spcPct val="115000"/>
              </a:lnSpc>
              <a:spcBef>
                <a:spcPts val="0"/>
              </a:spcBef>
              <a:spcAft>
                <a:spcPts val="0"/>
              </a:spcAft>
              <a:buSzPts val="2400"/>
              <a:buFont typeface="Golos Text SemiBold"/>
              <a:buNone/>
              <a:defRPr sz="3200">
                <a:latin typeface="Golos Text SemiBold"/>
                <a:ea typeface="Golos Text SemiBold"/>
                <a:cs typeface="Golos Text SemiBold"/>
                <a:sym typeface="Golos Text SemiBold"/>
              </a:defRPr>
            </a:lvl9pPr>
          </a:lstStyle>
          <a:p>
            <a:r>
              <a:rPr lang="ja-JP" altLang="en-US" dirty="0"/>
              <a:t>マスター サブタイトルの書式設定</a:t>
            </a:r>
            <a:endParaRPr dirty="0"/>
          </a:p>
        </p:txBody>
      </p:sp>
      <p:sp>
        <p:nvSpPr>
          <p:cNvPr id="90" name="Google Shape;90;p13"/>
          <p:cNvSpPr txBox="1">
            <a:spLocks noGrp="1"/>
          </p:cNvSpPr>
          <p:nvPr>
            <p:ph type="title" idx="15" hasCustomPrompt="1"/>
          </p:nvPr>
        </p:nvSpPr>
        <p:spPr>
          <a:xfrm>
            <a:off x="6711707" y="4239616"/>
            <a:ext cx="1168400" cy="1537200"/>
          </a:xfrm>
          <a:prstGeom prst="rect">
            <a:avLst/>
          </a:prstGeom>
          <a:noFill/>
        </p:spPr>
        <p:txBody>
          <a:bodyPr spcFirstLastPara="1" wrap="square" lIns="91425" tIns="91425" rIns="91425" bIns="91425" anchor="ctr" anchorCtr="0">
            <a:noAutofit/>
          </a:bodyPr>
          <a:lstStyle>
            <a:lvl1pPr lvl="0" algn="ctr" rtl="0">
              <a:spcBef>
                <a:spcPts val="0"/>
              </a:spcBef>
              <a:spcAft>
                <a:spcPts val="0"/>
              </a:spcAft>
              <a:buSzPts val="4600"/>
              <a:buNone/>
              <a:defRPr sz="4533">
                <a:latin typeface="LINE Seed JP App_OTF Bold" panose="02020700000000000000" pitchFamily="18" charset="-128"/>
                <a:ea typeface="LINE Seed JP App_OTF Bold" panose="02020700000000000000" pitchFamily="18" charset="-128"/>
              </a:defRPr>
            </a:lvl1pPr>
            <a:lvl2pPr lvl="1" algn="ctr" rtl="0">
              <a:spcBef>
                <a:spcPts val="0"/>
              </a:spcBef>
              <a:spcAft>
                <a:spcPts val="0"/>
              </a:spcAft>
              <a:buSzPts val="4600"/>
              <a:buNone/>
              <a:defRPr sz="6133"/>
            </a:lvl2pPr>
            <a:lvl3pPr lvl="2" algn="ctr" rtl="0">
              <a:spcBef>
                <a:spcPts val="0"/>
              </a:spcBef>
              <a:spcAft>
                <a:spcPts val="0"/>
              </a:spcAft>
              <a:buSzPts val="4600"/>
              <a:buNone/>
              <a:defRPr sz="6133"/>
            </a:lvl3pPr>
            <a:lvl4pPr lvl="3" algn="ctr" rtl="0">
              <a:spcBef>
                <a:spcPts val="0"/>
              </a:spcBef>
              <a:spcAft>
                <a:spcPts val="0"/>
              </a:spcAft>
              <a:buSzPts val="4600"/>
              <a:buNone/>
              <a:defRPr sz="6133"/>
            </a:lvl4pPr>
            <a:lvl5pPr lvl="4" algn="ctr" rtl="0">
              <a:spcBef>
                <a:spcPts val="0"/>
              </a:spcBef>
              <a:spcAft>
                <a:spcPts val="0"/>
              </a:spcAft>
              <a:buSzPts val="4600"/>
              <a:buNone/>
              <a:defRPr sz="6133"/>
            </a:lvl5pPr>
            <a:lvl6pPr lvl="5" algn="ctr" rtl="0">
              <a:spcBef>
                <a:spcPts val="0"/>
              </a:spcBef>
              <a:spcAft>
                <a:spcPts val="0"/>
              </a:spcAft>
              <a:buSzPts val="4600"/>
              <a:buNone/>
              <a:defRPr sz="6133"/>
            </a:lvl6pPr>
            <a:lvl7pPr lvl="6" algn="ctr" rtl="0">
              <a:spcBef>
                <a:spcPts val="0"/>
              </a:spcBef>
              <a:spcAft>
                <a:spcPts val="0"/>
              </a:spcAft>
              <a:buSzPts val="4600"/>
              <a:buNone/>
              <a:defRPr sz="6133"/>
            </a:lvl7pPr>
            <a:lvl8pPr lvl="7" algn="ctr" rtl="0">
              <a:spcBef>
                <a:spcPts val="0"/>
              </a:spcBef>
              <a:spcAft>
                <a:spcPts val="0"/>
              </a:spcAft>
              <a:buSzPts val="4600"/>
              <a:buNone/>
              <a:defRPr sz="6133"/>
            </a:lvl8pPr>
            <a:lvl9pPr lvl="8" algn="ctr" rtl="0">
              <a:spcBef>
                <a:spcPts val="0"/>
              </a:spcBef>
              <a:spcAft>
                <a:spcPts val="0"/>
              </a:spcAft>
              <a:buSzPts val="4600"/>
              <a:buNone/>
              <a:defRPr sz="6133"/>
            </a:lvl9pPr>
          </a:lstStyle>
          <a:p>
            <a:r>
              <a:rPr dirty="0"/>
              <a:t>xx%</a:t>
            </a:r>
          </a:p>
        </p:txBody>
      </p:sp>
      <p:cxnSp>
        <p:nvCxnSpPr>
          <p:cNvPr id="91" name="Google Shape;91;p13"/>
          <p:cNvCxnSpPr/>
          <p:nvPr/>
        </p:nvCxnSpPr>
        <p:spPr>
          <a:xfrm rot="10800000">
            <a:off x="12002800" y="-133"/>
            <a:ext cx="0" cy="3536800"/>
          </a:xfrm>
          <a:prstGeom prst="straightConnector1">
            <a:avLst/>
          </a:prstGeom>
          <a:noFill/>
          <a:ln w="9525" cap="flat" cmpd="sng">
            <a:solidFill>
              <a:schemeClr val="dk1"/>
            </a:solidFill>
            <a:prstDash val="solid"/>
            <a:round/>
            <a:headEnd type="none" w="med" len="med"/>
            <a:tailEnd type="none" w="med" len="med"/>
          </a:ln>
        </p:spPr>
      </p:cxnSp>
    </p:spTree>
    <p:extLst>
      <p:ext uri="{BB962C8B-B14F-4D97-AF65-F5344CB8AC3E}">
        <p14:creationId xmlns:p14="http://schemas.microsoft.com/office/powerpoint/2010/main" val="99891432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Quote">
  <p:cSld name="Quote">
    <p:spTree>
      <p:nvGrpSpPr>
        <p:cNvPr id="1" name="Shape 92"/>
        <p:cNvGrpSpPr/>
        <p:nvPr/>
      </p:nvGrpSpPr>
      <p:grpSpPr>
        <a:xfrm>
          <a:off x="0" y="0"/>
          <a:ext cx="0" cy="0"/>
          <a:chOff x="0" y="0"/>
          <a:chExt cx="0" cy="0"/>
        </a:xfrm>
      </p:grpSpPr>
      <p:sp>
        <p:nvSpPr>
          <p:cNvPr id="93" name="Google Shape;93;p14"/>
          <p:cNvSpPr txBox="1">
            <a:spLocks noGrp="1"/>
          </p:cNvSpPr>
          <p:nvPr>
            <p:ph type="title"/>
          </p:nvPr>
        </p:nvSpPr>
        <p:spPr>
          <a:xfrm>
            <a:off x="1044200" y="5226900"/>
            <a:ext cx="10103600" cy="738800"/>
          </a:xfrm>
          <a:prstGeom prst="rect">
            <a:avLst/>
          </a:prstGeom>
        </p:spPr>
        <p:txBody>
          <a:bodyPr spcFirstLastPara="1" wrap="square" lIns="91425" tIns="91425" rIns="91425" bIns="91425" anchor="t" anchorCtr="0">
            <a:noAutofit/>
          </a:bodyPr>
          <a:lstStyle>
            <a:lvl1pPr lvl="0" algn="r" rtl="0">
              <a:spcBef>
                <a:spcPts val="0"/>
              </a:spcBef>
              <a:spcAft>
                <a:spcPts val="0"/>
              </a:spcAft>
              <a:buSzPts val="2400"/>
              <a:buNone/>
              <a:defRPr sz="3600">
                <a:latin typeface="LINE Seed JP App_OTF Bold" panose="02020700000000000000" pitchFamily="18" charset="-128"/>
                <a:ea typeface="LINE Seed JP App_OTF Bold" panose="02020700000000000000" pitchFamily="18" charset="-128"/>
              </a:defRPr>
            </a:lvl1pPr>
            <a:lvl2pPr lvl="1" rtl="0">
              <a:spcBef>
                <a:spcPts val="0"/>
              </a:spcBef>
              <a:spcAft>
                <a:spcPts val="0"/>
              </a:spcAft>
              <a:buSzPts val="2400"/>
              <a:buNone/>
              <a:defRPr sz="3200"/>
            </a:lvl2pPr>
            <a:lvl3pPr lvl="2" rtl="0">
              <a:spcBef>
                <a:spcPts val="0"/>
              </a:spcBef>
              <a:spcAft>
                <a:spcPts val="0"/>
              </a:spcAft>
              <a:buSzPts val="2400"/>
              <a:buNone/>
              <a:defRPr sz="3200"/>
            </a:lvl3pPr>
            <a:lvl4pPr lvl="3" rtl="0">
              <a:spcBef>
                <a:spcPts val="0"/>
              </a:spcBef>
              <a:spcAft>
                <a:spcPts val="0"/>
              </a:spcAft>
              <a:buSzPts val="2400"/>
              <a:buNone/>
              <a:defRPr sz="3200"/>
            </a:lvl4pPr>
            <a:lvl5pPr lvl="4" rtl="0">
              <a:spcBef>
                <a:spcPts val="0"/>
              </a:spcBef>
              <a:spcAft>
                <a:spcPts val="0"/>
              </a:spcAft>
              <a:buSzPts val="2400"/>
              <a:buNone/>
              <a:defRPr sz="3200"/>
            </a:lvl5pPr>
            <a:lvl6pPr lvl="5" rtl="0">
              <a:spcBef>
                <a:spcPts val="0"/>
              </a:spcBef>
              <a:spcAft>
                <a:spcPts val="0"/>
              </a:spcAft>
              <a:buSzPts val="2400"/>
              <a:buNone/>
              <a:defRPr sz="3200"/>
            </a:lvl6pPr>
            <a:lvl7pPr lvl="6" rtl="0">
              <a:spcBef>
                <a:spcPts val="0"/>
              </a:spcBef>
              <a:spcAft>
                <a:spcPts val="0"/>
              </a:spcAft>
              <a:buSzPts val="2400"/>
              <a:buNone/>
              <a:defRPr sz="3200"/>
            </a:lvl7pPr>
            <a:lvl8pPr lvl="7" rtl="0">
              <a:spcBef>
                <a:spcPts val="0"/>
              </a:spcBef>
              <a:spcAft>
                <a:spcPts val="0"/>
              </a:spcAft>
              <a:buSzPts val="2400"/>
              <a:buNone/>
              <a:defRPr sz="3200"/>
            </a:lvl8pPr>
            <a:lvl9pPr lvl="8" rtl="0">
              <a:spcBef>
                <a:spcPts val="0"/>
              </a:spcBef>
              <a:spcAft>
                <a:spcPts val="0"/>
              </a:spcAft>
              <a:buSzPts val="2400"/>
              <a:buNone/>
              <a:defRPr sz="3200"/>
            </a:lvl9pPr>
          </a:lstStyle>
          <a:p>
            <a:r>
              <a:rPr lang="ja-JP" altLang="en-US" dirty="0"/>
              <a:t>マスター タイトルの書式設定</a:t>
            </a:r>
            <a:endParaRPr dirty="0"/>
          </a:p>
        </p:txBody>
      </p:sp>
      <p:sp>
        <p:nvSpPr>
          <p:cNvPr id="94" name="Google Shape;94;p14"/>
          <p:cNvSpPr txBox="1">
            <a:spLocks noGrp="1"/>
          </p:cNvSpPr>
          <p:nvPr>
            <p:ph type="subTitle" idx="1"/>
          </p:nvPr>
        </p:nvSpPr>
        <p:spPr>
          <a:xfrm>
            <a:off x="1044200" y="2296499"/>
            <a:ext cx="10103600" cy="2828000"/>
          </a:xfrm>
          <a:prstGeom prst="rect">
            <a:avLst/>
          </a:prstGeom>
        </p:spPr>
        <p:txBody>
          <a:bodyPr spcFirstLastPara="1" wrap="square" lIns="91425" tIns="91425" rIns="91425" bIns="91425" anchor="b" anchorCtr="0">
            <a:noAutofit/>
          </a:bodyPr>
          <a:lstStyle>
            <a:lvl1pPr lvl="0" algn="r" rtl="0">
              <a:lnSpc>
                <a:spcPct val="115000"/>
              </a:lnSpc>
              <a:spcBef>
                <a:spcPts val="0"/>
              </a:spcBef>
              <a:spcAft>
                <a:spcPts val="0"/>
              </a:spcAft>
              <a:buSzPts val="3500"/>
              <a:buNone/>
              <a:defRPr sz="4133">
                <a:latin typeface="LINE Seed JP App_TTF Regular" panose="02020500000000000000" pitchFamily="18" charset="-128"/>
                <a:ea typeface="LINE Seed JP App_TTF Regular" panose="02020500000000000000" pitchFamily="18" charset="-128"/>
              </a:defRPr>
            </a:lvl1pPr>
            <a:lvl2pPr lvl="1" algn="ctr" rtl="0">
              <a:lnSpc>
                <a:spcPct val="115000"/>
              </a:lnSpc>
              <a:spcBef>
                <a:spcPts val="0"/>
              </a:spcBef>
              <a:spcAft>
                <a:spcPts val="0"/>
              </a:spcAft>
              <a:buSzPts val="3500"/>
              <a:buNone/>
              <a:defRPr sz="4667"/>
            </a:lvl2pPr>
            <a:lvl3pPr lvl="2" algn="ctr" rtl="0">
              <a:lnSpc>
                <a:spcPct val="115000"/>
              </a:lnSpc>
              <a:spcBef>
                <a:spcPts val="0"/>
              </a:spcBef>
              <a:spcAft>
                <a:spcPts val="0"/>
              </a:spcAft>
              <a:buSzPts val="3500"/>
              <a:buNone/>
              <a:defRPr sz="4667"/>
            </a:lvl3pPr>
            <a:lvl4pPr lvl="3" algn="ctr" rtl="0">
              <a:lnSpc>
                <a:spcPct val="115000"/>
              </a:lnSpc>
              <a:spcBef>
                <a:spcPts val="0"/>
              </a:spcBef>
              <a:spcAft>
                <a:spcPts val="0"/>
              </a:spcAft>
              <a:buSzPts val="3500"/>
              <a:buNone/>
              <a:defRPr sz="4667"/>
            </a:lvl4pPr>
            <a:lvl5pPr lvl="4" algn="ctr" rtl="0">
              <a:lnSpc>
                <a:spcPct val="115000"/>
              </a:lnSpc>
              <a:spcBef>
                <a:spcPts val="0"/>
              </a:spcBef>
              <a:spcAft>
                <a:spcPts val="0"/>
              </a:spcAft>
              <a:buSzPts val="3500"/>
              <a:buNone/>
              <a:defRPr sz="4667"/>
            </a:lvl5pPr>
            <a:lvl6pPr lvl="5" algn="ctr" rtl="0">
              <a:lnSpc>
                <a:spcPct val="115000"/>
              </a:lnSpc>
              <a:spcBef>
                <a:spcPts val="0"/>
              </a:spcBef>
              <a:spcAft>
                <a:spcPts val="0"/>
              </a:spcAft>
              <a:buSzPts val="3500"/>
              <a:buNone/>
              <a:defRPr sz="4667"/>
            </a:lvl6pPr>
            <a:lvl7pPr lvl="6" algn="ctr" rtl="0">
              <a:lnSpc>
                <a:spcPct val="115000"/>
              </a:lnSpc>
              <a:spcBef>
                <a:spcPts val="0"/>
              </a:spcBef>
              <a:spcAft>
                <a:spcPts val="0"/>
              </a:spcAft>
              <a:buSzPts val="3500"/>
              <a:buNone/>
              <a:defRPr sz="4667"/>
            </a:lvl7pPr>
            <a:lvl8pPr lvl="7" algn="ctr" rtl="0">
              <a:lnSpc>
                <a:spcPct val="115000"/>
              </a:lnSpc>
              <a:spcBef>
                <a:spcPts val="0"/>
              </a:spcBef>
              <a:spcAft>
                <a:spcPts val="0"/>
              </a:spcAft>
              <a:buSzPts val="3500"/>
              <a:buNone/>
              <a:defRPr sz="4667"/>
            </a:lvl8pPr>
            <a:lvl9pPr lvl="8" algn="ctr" rtl="0">
              <a:lnSpc>
                <a:spcPct val="115000"/>
              </a:lnSpc>
              <a:spcBef>
                <a:spcPts val="0"/>
              </a:spcBef>
              <a:spcAft>
                <a:spcPts val="0"/>
              </a:spcAft>
              <a:buSzPts val="3500"/>
              <a:buNone/>
              <a:defRPr sz="4667"/>
            </a:lvl9pPr>
          </a:lstStyle>
          <a:p>
            <a:r>
              <a:rPr lang="ja-JP" altLang="en-US" dirty="0"/>
              <a:t>マスター サブタイトルの書式設定</a:t>
            </a:r>
            <a:endParaRPr dirty="0"/>
          </a:p>
        </p:txBody>
      </p:sp>
      <p:cxnSp>
        <p:nvCxnSpPr>
          <p:cNvPr id="95" name="Google Shape;95;p14"/>
          <p:cNvCxnSpPr/>
          <p:nvPr/>
        </p:nvCxnSpPr>
        <p:spPr>
          <a:xfrm rot="10800000">
            <a:off x="100" y="6501367"/>
            <a:ext cx="11009600" cy="0"/>
          </a:xfrm>
          <a:prstGeom prst="straightConnector1">
            <a:avLst/>
          </a:prstGeom>
          <a:noFill/>
          <a:ln w="9525" cap="flat" cmpd="sng">
            <a:solidFill>
              <a:schemeClr val="dk1"/>
            </a:solidFill>
            <a:prstDash val="solid"/>
            <a:round/>
            <a:headEnd type="none" w="med" len="med"/>
            <a:tailEnd type="none" w="med" len="med"/>
          </a:ln>
        </p:spPr>
      </p:cxnSp>
    </p:spTree>
    <p:extLst>
      <p:ext uri="{BB962C8B-B14F-4D97-AF65-F5344CB8AC3E}">
        <p14:creationId xmlns:p14="http://schemas.microsoft.com/office/powerpoint/2010/main" val="43210410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Section header 1">
  <p:cSld name="Section header 1">
    <p:spTree>
      <p:nvGrpSpPr>
        <p:cNvPr id="1" name="Shape 96"/>
        <p:cNvGrpSpPr/>
        <p:nvPr/>
      </p:nvGrpSpPr>
      <p:grpSpPr>
        <a:xfrm>
          <a:off x="0" y="0"/>
          <a:ext cx="0" cy="0"/>
          <a:chOff x="0" y="0"/>
          <a:chExt cx="0" cy="0"/>
        </a:xfrm>
      </p:grpSpPr>
      <p:sp>
        <p:nvSpPr>
          <p:cNvPr id="97" name="Google Shape;97;p15"/>
          <p:cNvSpPr txBox="1">
            <a:spLocks noGrp="1"/>
          </p:cNvSpPr>
          <p:nvPr>
            <p:ph type="title"/>
          </p:nvPr>
        </p:nvSpPr>
        <p:spPr>
          <a:xfrm flipH="1">
            <a:off x="2737100" y="2715067"/>
            <a:ext cx="7438800" cy="1970000"/>
          </a:xfrm>
          <a:prstGeom prst="rect">
            <a:avLst/>
          </a:prstGeom>
        </p:spPr>
        <p:txBody>
          <a:bodyPr spcFirstLastPara="1" wrap="square" lIns="91425" tIns="91425" rIns="91425" bIns="91425" anchor="t" anchorCtr="0">
            <a:noAutofit/>
          </a:bodyPr>
          <a:lstStyle>
            <a:lvl1pPr lvl="0" algn="r" rtl="0">
              <a:spcBef>
                <a:spcPts val="0"/>
              </a:spcBef>
              <a:spcAft>
                <a:spcPts val="0"/>
              </a:spcAft>
              <a:buSzPts val="4500"/>
              <a:buNone/>
              <a:defRPr sz="5600">
                <a:latin typeface="LINE Seed JP App_OTF Bold" panose="02020700000000000000" pitchFamily="18" charset="-128"/>
                <a:ea typeface="LINE Seed JP App_OTF Bold" panose="02020700000000000000" pitchFamily="18" charset="-128"/>
              </a:defRPr>
            </a:lvl1pPr>
            <a:lvl2pPr lvl="1" algn="r" rtl="0">
              <a:spcBef>
                <a:spcPts val="0"/>
              </a:spcBef>
              <a:spcAft>
                <a:spcPts val="0"/>
              </a:spcAft>
              <a:buSzPts val="4500"/>
              <a:buNone/>
              <a:defRPr sz="6000"/>
            </a:lvl2pPr>
            <a:lvl3pPr lvl="2" algn="r" rtl="0">
              <a:spcBef>
                <a:spcPts val="0"/>
              </a:spcBef>
              <a:spcAft>
                <a:spcPts val="0"/>
              </a:spcAft>
              <a:buSzPts val="4500"/>
              <a:buNone/>
              <a:defRPr sz="6000"/>
            </a:lvl3pPr>
            <a:lvl4pPr lvl="3" algn="r" rtl="0">
              <a:spcBef>
                <a:spcPts val="0"/>
              </a:spcBef>
              <a:spcAft>
                <a:spcPts val="0"/>
              </a:spcAft>
              <a:buSzPts val="4500"/>
              <a:buNone/>
              <a:defRPr sz="6000"/>
            </a:lvl4pPr>
            <a:lvl5pPr lvl="4" algn="r" rtl="0">
              <a:spcBef>
                <a:spcPts val="0"/>
              </a:spcBef>
              <a:spcAft>
                <a:spcPts val="0"/>
              </a:spcAft>
              <a:buSzPts val="4500"/>
              <a:buNone/>
              <a:defRPr sz="6000"/>
            </a:lvl5pPr>
            <a:lvl6pPr lvl="5" algn="r" rtl="0">
              <a:spcBef>
                <a:spcPts val="0"/>
              </a:spcBef>
              <a:spcAft>
                <a:spcPts val="0"/>
              </a:spcAft>
              <a:buSzPts val="4500"/>
              <a:buNone/>
              <a:defRPr sz="6000"/>
            </a:lvl6pPr>
            <a:lvl7pPr lvl="6" algn="r" rtl="0">
              <a:spcBef>
                <a:spcPts val="0"/>
              </a:spcBef>
              <a:spcAft>
                <a:spcPts val="0"/>
              </a:spcAft>
              <a:buSzPts val="4500"/>
              <a:buNone/>
              <a:defRPr sz="6000"/>
            </a:lvl7pPr>
            <a:lvl8pPr lvl="7" algn="r" rtl="0">
              <a:spcBef>
                <a:spcPts val="0"/>
              </a:spcBef>
              <a:spcAft>
                <a:spcPts val="0"/>
              </a:spcAft>
              <a:buSzPts val="4500"/>
              <a:buNone/>
              <a:defRPr sz="6000"/>
            </a:lvl8pPr>
            <a:lvl9pPr lvl="8" algn="r" rtl="0">
              <a:spcBef>
                <a:spcPts val="0"/>
              </a:spcBef>
              <a:spcAft>
                <a:spcPts val="0"/>
              </a:spcAft>
              <a:buSzPts val="4500"/>
              <a:buNone/>
              <a:defRPr sz="6000"/>
            </a:lvl9pPr>
          </a:lstStyle>
          <a:p>
            <a:r>
              <a:rPr lang="ja-JP" altLang="en-US" dirty="0"/>
              <a:t>マスター タイトルの書式設定</a:t>
            </a:r>
            <a:endParaRPr dirty="0"/>
          </a:p>
        </p:txBody>
      </p:sp>
      <p:sp>
        <p:nvSpPr>
          <p:cNvPr id="98" name="Google Shape;98;p15"/>
          <p:cNvSpPr txBox="1">
            <a:spLocks noGrp="1"/>
          </p:cNvSpPr>
          <p:nvPr>
            <p:ph type="title" idx="2" hasCustomPrompt="1"/>
          </p:nvPr>
        </p:nvSpPr>
        <p:spPr>
          <a:xfrm flipH="1">
            <a:off x="8741100" y="1350000"/>
            <a:ext cx="1434800" cy="1160000"/>
          </a:xfrm>
          <a:prstGeom prst="rect">
            <a:avLst/>
          </a:prstGeom>
          <a:noFill/>
        </p:spPr>
        <p:txBody>
          <a:bodyPr spcFirstLastPara="1" wrap="square" lIns="91425" tIns="91425" rIns="91425" bIns="91425" anchor="ctr" anchorCtr="0">
            <a:noAutofit/>
          </a:bodyPr>
          <a:lstStyle>
            <a:lvl1pPr lvl="0" algn="r" rtl="0">
              <a:spcBef>
                <a:spcPts val="0"/>
              </a:spcBef>
              <a:spcAft>
                <a:spcPts val="0"/>
              </a:spcAft>
              <a:buSzPts val="5300"/>
              <a:buNone/>
              <a:defRPr sz="5600">
                <a:latin typeface="LINE Seed JP App_OTF Bold" panose="02020700000000000000" pitchFamily="18" charset="-128"/>
                <a:ea typeface="LINE Seed JP App_OTF Bold" panose="02020700000000000000" pitchFamily="18" charset="-128"/>
              </a:defRPr>
            </a:lvl1pPr>
            <a:lvl2pPr lvl="1" algn="ctr" rtl="0">
              <a:spcBef>
                <a:spcPts val="0"/>
              </a:spcBef>
              <a:spcAft>
                <a:spcPts val="0"/>
              </a:spcAft>
              <a:buSzPts val="5300"/>
              <a:buNone/>
              <a:defRPr sz="7066"/>
            </a:lvl2pPr>
            <a:lvl3pPr lvl="2" algn="ctr" rtl="0">
              <a:spcBef>
                <a:spcPts val="0"/>
              </a:spcBef>
              <a:spcAft>
                <a:spcPts val="0"/>
              </a:spcAft>
              <a:buSzPts val="5300"/>
              <a:buNone/>
              <a:defRPr sz="7066"/>
            </a:lvl3pPr>
            <a:lvl4pPr lvl="3" algn="ctr" rtl="0">
              <a:spcBef>
                <a:spcPts val="0"/>
              </a:spcBef>
              <a:spcAft>
                <a:spcPts val="0"/>
              </a:spcAft>
              <a:buSzPts val="5300"/>
              <a:buNone/>
              <a:defRPr sz="7066"/>
            </a:lvl4pPr>
            <a:lvl5pPr lvl="4" algn="ctr" rtl="0">
              <a:spcBef>
                <a:spcPts val="0"/>
              </a:spcBef>
              <a:spcAft>
                <a:spcPts val="0"/>
              </a:spcAft>
              <a:buSzPts val="5300"/>
              <a:buNone/>
              <a:defRPr sz="7066"/>
            </a:lvl5pPr>
            <a:lvl6pPr lvl="5" algn="ctr" rtl="0">
              <a:spcBef>
                <a:spcPts val="0"/>
              </a:spcBef>
              <a:spcAft>
                <a:spcPts val="0"/>
              </a:spcAft>
              <a:buSzPts val="5300"/>
              <a:buNone/>
              <a:defRPr sz="7066"/>
            </a:lvl6pPr>
            <a:lvl7pPr lvl="6" algn="ctr" rtl="0">
              <a:spcBef>
                <a:spcPts val="0"/>
              </a:spcBef>
              <a:spcAft>
                <a:spcPts val="0"/>
              </a:spcAft>
              <a:buSzPts val="5300"/>
              <a:buNone/>
              <a:defRPr sz="7066"/>
            </a:lvl7pPr>
            <a:lvl8pPr lvl="7" algn="ctr" rtl="0">
              <a:spcBef>
                <a:spcPts val="0"/>
              </a:spcBef>
              <a:spcAft>
                <a:spcPts val="0"/>
              </a:spcAft>
              <a:buSzPts val="5300"/>
              <a:buNone/>
              <a:defRPr sz="7066"/>
            </a:lvl8pPr>
            <a:lvl9pPr lvl="8" algn="ctr" rtl="0">
              <a:spcBef>
                <a:spcPts val="0"/>
              </a:spcBef>
              <a:spcAft>
                <a:spcPts val="0"/>
              </a:spcAft>
              <a:buSzPts val="5300"/>
              <a:buNone/>
              <a:defRPr sz="7066"/>
            </a:lvl9pPr>
          </a:lstStyle>
          <a:p>
            <a:r>
              <a:rPr dirty="0"/>
              <a:t>xx%</a:t>
            </a:r>
          </a:p>
        </p:txBody>
      </p:sp>
      <p:sp>
        <p:nvSpPr>
          <p:cNvPr id="99" name="Google Shape;99;p15"/>
          <p:cNvSpPr txBox="1">
            <a:spLocks noGrp="1"/>
          </p:cNvSpPr>
          <p:nvPr>
            <p:ph type="subTitle" idx="1"/>
          </p:nvPr>
        </p:nvSpPr>
        <p:spPr>
          <a:xfrm flipH="1">
            <a:off x="2737100" y="4764367"/>
            <a:ext cx="7438800" cy="930000"/>
          </a:xfrm>
          <a:prstGeom prst="rect">
            <a:avLst/>
          </a:prstGeom>
        </p:spPr>
        <p:txBody>
          <a:bodyPr spcFirstLastPara="1" wrap="square" lIns="91425" tIns="91425" rIns="91425" bIns="91425" anchor="t" anchorCtr="0">
            <a:noAutofit/>
          </a:bodyPr>
          <a:lstStyle>
            <a:lvl1pPr lvl="0" algn="r" rtl="0">
              <a:lnSpc>
                <a:spcPct val="115000"/>
              </a:lnSpc>
              <a:spcBef>
                <a:spcPts val="0"/>
              </a:spcBef>
              <a:spcAft>
                <a:spcPts val="0"/>
              </a:spcAft>
              <a:buSzPts val="1850"/>
              <a:buNone/>
              <a:defRPr sz="2067">
                <a:latin typeface="LINE Seed JP App_TTF Regular" panose="02020500000000000000" pitchFamily="18" charset="-128"/>
                <a:ea typeface="LINE Seed JP App_TTF Regular" panose="02020500000000000000" pitchFamily="18" charset="-128"/>
              </a:defRPr>
            </a:lvl1pPr>
            <a:lvl2pPr lvl="1" algn="r" rtl="0">
              <a:lnSpc>
                <a:spcPct val="115000"/>
              </a:lnSpc>
              <a:spcBef>
                <a:spcPts val="0"/>
              </a:spcBef>
              <a:spcAft>
                <a:spcPts val="0"/>
              </a:spcAft>
              <a:buSzPts val="1850"/>
              <a:buNone/>
              <a:defRPr sz="2467"/>
            </a:lvl2pPr>
            <a:lvl3pPr lvl="2" algn="r" rtl="0">
              <a:lnSpc>
                <a:spcPct val="115000"/>
              </a:lnSpc>
              <a:spcBef>
                <a:spcPts val="0"/>
              </a:spcBef>
              <a:spcAft>
                <a:spcPts val="0"/>
              </a:spcAft>
              <a:buSzPts val="1850"/>
              <a:buNone/>
              <a:defRPr sz="2467"/>
            </a:lvl3pPr>
            <a:lvl4pPr lvl="3" algn="r" rtl="0">
              <a:lnSpc>
                <a:spcPct val="115000"/>
              </a:lnSpc>
              <a:spcBef>
                <a:spcPts val="0"/>
              </a:spcBef>
              <a:spcAft>
                <a:spcPts val="0"/>
              </a:spcAft>
              <a:buSzPts val="1850"/>
              <a:buNone/>
              <a:defRPr sz="2467"/>
            </a:lvl4pPr>
            <a:lvl5pPr lvl="4" algn="r" rtl="0">
              <a:lnSpc>
                <a:spcPct val="115000"/>
              </a:lnSpc>
              <a:spcBef>
                <a:spcPts val="0"/>
              </a:spcBef>
              <a:spcAft>
                <a:spcPts val="0"/>
              </a:spcAft>
              <a:buSzPts val="1850"/>
              <a:buNone/>
              <a:defRPr sz="2467"/>
            </a:lvl5pPr>
            <a:lvl6pPr lvl="5" algn="r" rtl="0">
              <a:lnSpc>
                <a:spcPct val="115000"/>
              </a:lnSpc>
              <a:spcBef>
                <a:spcPts val="0"/>
              </a:spcBef>
              <a:spcAft>
                <a:spcPts val="0"/>
              </a:spcAft>
              <a:buSzPts val="1850"/>
              <a:buNone/>
              <a:defRPr sz="2467"/>
            </a:lvl6pPr>
            <a:lvl7pPr lvl="6" algn="r" rtl="0">
              <a:lnSpc>
                <a:spcPct val="115000"/>
              </a:lnSpc>
              <a:spcBef>
                <a:spcPts val="0"/>
              </a:spcBef>
              <a:spcAft>
                <a:spcPts val="0"/>
              </a:spcAft>
              <a:buSzPts val="1850"/>
              <a:buNone/>
              <a:defRPr sz="2467"/>
            </a:lvl7pPr>
            <a:lvl8pPr lvl="7" algn="r" rtl="0">
              <a:lnSpc>
                <a:spcPct val="115000"/>
              </a:lnSpc>
              <a:spcBef>
                <a:spcPts val="0"/>
              </a:spcBef>
              <a:spcAft>
                <a:spcPts val="0"/>
              </a:spcAft>
              <a:buSzPts val="1850"/>
              <a:buNone/>
              <a:defRPr sz="2467"/>
            </a:lvl8pPr>
            <a:lvl9pPr lvl="8" algn="r" rtl="0">
              <a:lnSpc>
                <a:spcPct val="115000"/>
              </a:lnSpc>
              <a:spcBef>
                <a:spcPts val="0"/>
              </a:spcBef>
              <a:spcAft>
                <a:spcPts val="0"/>
              </a:spcAft>
              <a:buSzPts val="1850"/>
              <a:buNone/>
              <a:defRPr sz="2467"/>
            </a:lvl9pPr>
          </a:lstStyle>
          <a:p>
            <a:r>
              <a:rPr lang="ja-JP" altLang="en-US" dirty="0"/>
              <a:t>マスター サブタイトルの書式設定</a:t>
            </a:r>
            <a:endParaRPr dirty="0"/>
          </a:p>
        </p:txBody>
      </p:sp>
      <p:sp>
        <p:nvSpPr>
          <p:cNvPr id="100" name="Google Shape;100;p15"/>
          <p:cNvSpPr/>
          <p:nvPr/>
        </p:nvSpPr>
        <p:spPr>
          <a:xfrm flipH="1">
            <a:off x="0" y="0"/>
            <a:ext cx="1137200" cy="6858000"/>
          </a:xfrm>
          <a:prstGeom prst="rect">
            <a:avLst/>
          </a:prstGeom>
          <a:solidFill>
            <a:schemeClr val="dk2"/>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cxnSp>
        <p:nvCxnSpPr>
          <p:cNvPr id="101" name="Google Shape;101;p15"/>
          <p:cNvCxnSpPr/>
          <p:nvPr/>
        </p:nvCxnSpPr>
        <p:spPr>
          <a:xfrm rot="10800000">
            <a:off x="0" y="6501367"/>
            <a:ext cx="6494400" cy="0"/>
          </a:xfrm>
          <a:prstGeom prst="straightConnector1">
            <a:avLst/>
          </a:prstGeom>
          <a:noFill/>
          <a:ln w="9525" cap="flat" cmpd="sng">
            <a:solidFill>
              <a:schemeClr val="dk1"/>
            </a:solidFill>
            <a:prstDash val="solid"/>
            <a:round/>
            <a:headEnd type="none" w="med" len="med"/>
            <a:tailEnd type="none" w="med" len="med"/>
          </a:ln>
        </p:spPr>
      </p:cxnSp>
    </p:spTree>
    <p:extLst>
      <p:ext uri="{BB962C8B-B14F-4D97-AF65-F5344CB8AC3E}">
        <p14:creationId xmlns:p14="http://schemas.microsoft.com/office/powerpoint/2010/main" val="60437158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Numbers and text">
  <p:cSld name="Numbers and text">
    <p:spTree>
      <p:nvGrpSpPr>
        <p:cNvPr id="1" name="Shape 102"/>
        <p:cNvGrpSpPr/>
        <p:nvPr/>
      </p:nvGrpSpPr>
      <p:grpSpPr>
        <a:xfrm>
          <a:off x="0" y="0"/>
          <a:ext cx="0" cy="0"/>
          <a:chOff x="0" y="0"/>
          <a:chExt cx="0" cy="0"/>
        </a:xfrm>
      </p:grpSpPr>
      <p:sp>
        <p:nvSpPr>
          <p:cNvPr id="103" name="Google Shape;103;p16"/>
          <p:cNvSpPr txBox="1">
            <a:spLocks noGrp="1"/>
          </p:cNvSpPr>
          <p:nvPr>
            <p:ph type="title"/>
          </p:nvPr>
        </p:nvSpPr>
        <p:spPr>
          <a:xfrm>
            <a:off x="950967" y="627533"/>
            <a:ext cx="10290000" cy="733200"/>
          </a:xfrm>
          <a:prstGeom prst="rect">
            <a:avLst/>
          </a:prstGeom>
        </p:spPr>
        <p:txBody>
          <a:bodyPr spcFirstLastPara="1" wrap="square" lIns="91425" tIns="91425" rIns="91425" bIns="91425" anchor="t" anchorCtr="0">
            <a:noAutofit/>
          </a:bodyPr>
          <a:lstStyle>
            <a:lvl1pPr lvl="0">
              <a:spcBef>
                <a:spcPts val="0"/>
              </a:spcBef>
              <a:spcAft>
                <a:spcPts val="0"/>
              </a:spcAft>
              <a:buSzPts val="3100"/>
              <a:buNone/>
              <a:defRPr>
                <a:latin typeface="LINE Seed JP App_OTF Bold" panose="02020700000000000000" pitchFamily="18" charset="-128"/>
                <a:ea typeface="LINE Seed JP App_OTF Bold" panose="02020700000000000000" pitchFamily="18" charset="-128"/>
              </a:defRPr>
            </a:lvl1pPr>
            <a:lvl2pPr lvl="1">
              <a:spcBef>
                <a:spcPts val="0"/>
              </a:spcBef>
              <a:spcAft>
                <a:spcPts val="0"/>
              </a:spcAft>
              <a:buSzPts val="3100"/>
              <a:buNone/>
              <a:defRPr/>
            </a:lvl2pPr>
            <a:lvl3pPr lvl="2">
              <a:spcBef>
                <a:spcPts val="0"/>
              </a:spcBef>
              <a:spcAft>
                <a:spcPts val="0"/>
              </a:spcAft>
              <a:buSzPts val="3100"/>
              <a:buNone/>
              <a:defRPr/>
            </a:lvl3pPr>
            <a:lvl4pPr lvl="3">
              <a:spcBef>
                <a:spcPts val="0"/>
              </a:spcBef>
              <a:spcAft>
                <a:spcPts val="0"/>
              </a:spcAft>
              <a:buSzPts val="3100"/>
              <a:buNone/>
              <a:defRPr/>
            </a:lvl4pPr>
            <a:lvl5pPr lvl="4">
              <a:spcBef>
                <a:spcPts val="0"/>
              </a:spcBef>
              <a:spcAft>
                <a:spcPts val="0"/>
              </a:spcAft>
              <a:buSzPts val="3100"/>
              <a:buNone/>
              <a:defRPr/>
            </a:lvl5pPr>
            <a:lvl6pPr lvl="5">
              <a:spcBef>
                <a:spcPts val="0"/>
              </a:spcBef>
              <a:spcAft>
                <a:spcPts val="0"/>
              </a:spcAft>
              <a:buSzPts val="3100"/>
              <a:buNone/>
              <a:defRPr/>
            </a:lvl6pPr>
            <a:lvl7pPr lvl="6">
              <a:spcBef>
                <a:spcPts val="0"/>
              </a:spcBef>
              <a:spcAft>
                <a:spcPts val="0"/>
              </a:spcAft>
              <a:buSzPts val="3100"/>
              <a:buNone/>
              <a:defRPr/>
            </a:lvl7pPr>
            <a:lvl8pPr lvl="7">
              <a:spcBef>
                <a:spcPts val="0"/>
              </a:spcBef>
              <a:spcAft>
                <a:spcPts val="0"/>
              </a:spcAft>
              <a:buSzPts val="3100"/>
              <a:buNone/>
              <a:defRPr/>
            </a:lvl8pPr>
            <a:lvl9pPr lvl="8">
              <a:spcBef>
                <a:spcPts val="0"/>
              </a:spcBef>
              <a:spcAft>
                <a:spcPts val="0"/>
              </a:spcAft>
              <a:buSzPts val="3100"/>
              <a:buNone/>
              <a:defRPr/>
            </a:lvl9pPr>
          </a:lstStyle>
          <a:p>
            <a:r>
              <a:rPr lang="ja-JP" altLang="en-US" dirty="0"/>
              <a:t>マスター タイトルの書式設定</a:t>
            </a:r>
            <a:endParaRPr dirty="0"/>
          </a:p>
        </p:txBody>
      </p:sp>
      <p:sp>
        <p:nvSpPr>
          <p:cNvPr id="104" name="Google Shape;104;p16"/>
          <p:cNvSpPr txBox="1">
            <a:spLocks noGrp="1"/>
          </p:cNvSpPr>
          <p:nvPr>
            <p:ph type="subTitle" idx="1"/>
          </p:nvPr>
        </p:nvSpPr>
        <p:spPr>
          <a:xfrm>
            <a:off x="950967" y="4776636"/>
            <a:ext cx="3200400" cy="1194400"/>
          </a:xfrm>
          <a:prstGeom prst="rect">
            <a:avLst/>
          </a:prstGeom>
        </p:spPr>
        <p:txBody>
          <a:bodyPr spcFirstLastPara="1" wrap="square" lIns="91425" tIns="91425" rIns="91425" bIns="91425" anchor="t" anchorCtr="0">
            <a:noAutofit/>
          </a:bodyPr>
          <a:lstStyle>
            <a:lvl1pPr lvl="0" algn="ctr" rtl="0">
              <a:lnSpc>
                <a:spcPct val="115000"/>
              </a:lnSpc>
              <a:spcBef>
                <a:spcPts val="0"/>
              </a:spcBef>
              <a:spcAft>
                <a:spcPts val="0"/>
              </a:spcAft>
              <a:buSzPts val="1400"/>
              <a:buNone/>
              <a:defRPr>
                <a:latin typeface="LINE Seed JP App_TTF Regular" panose="02020500000000000000" pitchFamily="18" charset="-128"/>
                <a:ea typeface="LINE Seed JP App_TTF Regular" panose="02020500000000000000" pitchFamily="18" charset="-128"/>
              </a:defRPr>
            </a:lvl1pPr>
            <a:lvl2pPr lvl="1" algn="ctr" rtl="0">
              <a:lnSpc>
                <a:spcPct val="115000"/>
              </a:lnSpc>
              <a:spcBef>
                <a:spcPts val="0"/>
              </a:spcBef>
              <a:spcAft>
                <a:spcPts val="0"/>
              </a:spcAft>
              <a:buSzPts val="1400"/>
              <a:buNone/>
              <a:defRPr/>
            </a:lvl2pPr>
            <a:lvl3pPr lvl="2" algn="ctr" rtl="0">
              <a:lnSpc>
                <a:spcPct val="115000"/>
              </a:lnSpc>
              <a:spcBef>
                <a:spcPts val="0"/>
              </a:spcBef>
              <a:spcAft>
                <a:spcPts val="0"/>
              </a:spcAft>
              <a:buSzPts val="1400"/>
              <a:buNone/>
              <a:defRPr/>
            </a:lvl3pPr>
            <a:lvl4pPr lvl="3" algn="ctr" rtl="0">
              <a:lnSpc>
                <a:spcPct val="115000"/>
              </a:lnSpc>
              <a:spcBef>
                <a:spcPts val="0"/>
              </a:spcBef>
              <a:spcAft>
                <a:spcPts val="0"/>
              </a:spcAft>
              <a:buSzPts val="1400"/>
              <a:buNone/>
              <a:defRPr/>
            </a:lvl4pPr>
            <a:lvl5pPr lvl="4" algn="ctr" rtl="0">
              <a:lnSpc>
                <a:spcPct val="115000"/>
              </a:lnSpc>
              <a:spcBef>
                <a:spcPts val="0"/>
              </a:spcBef>
              <a:spcAft>
                <a:spcPts val="0"/>
              </a:spcAft>
              <a:buSzPts val="1400"/>
              <a:buNone/>
              <a:defRPr/>
            </a:lvl5pPr>
            <a:lvl6pPr lvl="5" algn="ctr" rtl="0">
              <a:lnSpc>
                <a:spcPct val="115000"/>
              </a:lnSpc>
              <a:spcBef>
                <a:spcPts val="0"/>
              </a:spcBef>
              <a:spcAft>
                <a:spcPts val="0"/>
              </a:spcAft>
              <a:buSzPts val="1400"/>
              <a:buNone/>
              <a:defRPr/>
            </a:lvl6pPr>
            <a:lvl7pPr lvl="6" algn="ctr" rtl="0">
              <a:lnSpc>
                <a:spcPct val="115000"/>
              </a:lnSpc>
              <a:spcBef>
                <a:spcPts val="0"/>
              </a:spcBef>
              <a:spcAft>
                <a:spcPts val="0"/>
              </a:spcAft>
              <a:buSzPts val="1400"/>
              <a:buNone/>
              <a:defRPr/>
            </a:lvl7pPr>
            <a:lvl8pPr lvl="7" algn="ctr" rtl="0">
              <a:lnSpc>
                <a:spcPct val="115000"/>
              </a:lnSpc>
              <a:spcBef>
                <a:spcPts val="0"/>
              </a:spcBef>
              <a:spcAft>
                <a:spcPts val="0"/>
              </a:spcAft>
              <a:buSzPts val="1400"/>
              <a:buNone/>
              <a:defRPr/>
            </a:lvl8pPr>
            <a:lvl9pPr lvl="8" algn="ctr" rtl="0">
              <a:lnSpc>
                <a:spcPct val="115000"/>
              </a:lnSpc>
              <a:spcBef>
                <a:spcPts val="0"/>
              </a:spcBef>
              <a:spcAft>
                <a:spcPts val="0"/>
              </a:spcAft>
              <a:buSzPts val="1400"/>
              <a:buNone/>
              <a:defRPr/>
            </a:lvl9pPr>
          </a:lstStyle>
          <a:p>
            <a:r>
              <a:rPr lang="ja-JP" altLang="en-US" dirty="0"/>
              <a:t>マスター サブタイトルの書式設定</a:t>
            </a:r>
            <a:endParaRPr dirty="0"/>
          </a:p>
        </p:txBody>
      </p:sp>
      <p:sp>
        <p:nvSpPr>
          <p:cNvPr id="105" name="Google Shape;105;p16"/>
          <p:cNvSpPr txBox="1">
            <a:spLocks noGrp="1"/>
          </p:cNvSpPr>
          <p:nvPr>
            <p:ph type="title" idx="2" hasCustomPrompt="1"/>
          </p:nvPr>
        </p:nvSpPr>
        <p:spPr>
          <a:xfrm>
            <a:off x="950967" y="2100137"/>
            <a:ext cx="3200400" cy="10672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6000"/>
              <a:buNone/>
              <a:defRPr sz="5333">
                <a:latin typeface="LINE Seed JP App_OTF Bold" panose="02020700000000000000" pitchFamily="18" charset="-128"/>
                <a:ea typeface="LINE Seed JP App_OTF Bold" panose="02020700000000000000" pitchFamily="18" charset="-128"/>
              </a:defRPr>
            </a:lvl1pPr>
            <a:lvl2pPr lvl="1" algn="ctr" rtl="0">
              <a:spcBef>
                <a:spcPts val="0"/>
              </a:spcBef>
              <a:spcAft>
                <a:spcPts val="0"/>
              </a:spcAft>
              <a:buSzPts val="6000"/>
              <a:buNone/>
              <a:defRPr sz="8000"/>
            </a:lvl2pPr>
            <a:lvl3pPr lvl="2" algn="ctr" rtl="0">
              <a:spcBef>
                <a:spcPts val="0"/>
              </a:spcBef>
              <a:spcAft>
                <a:spcPts val="0"/>
              </a:spcAft>
              <a:buSzPts val="6000"/>
              <a:buNone/>
              <a:defRPr sz="8000"/>
            </a:lvl3pPr>
            <a:lvl4pPr lvl="3" algn="ctr" rtl="0">
              <a:spcBef>
                <a:spcPts val="0"/>
              </a:spcBef>
              <a:spcAft>
                <a:spcPts val="0"/>
              </a:spcAft>
              <a:buSzPts val="6000"/>
              <a:buNone/>
              <a:defRPr sz="8000"/>
            </a:lvl4pPr>
            <a:lvl5pPr lvl="4" algn="ctr" rtl="0">
              <a:spcBef>
                <a:spcPts val="0"/>
              </a:spcBef>
              <a:spcAft>
                <a:spcPts val="0"/>
              </a:spcAft>
              <a:buSzPts val="6000"/>
              <a:buNone/>
              <a:defRPr sz="8000"/>
            </a:lvl5pPr>
            <a:lvl6pPr lvl="5" algn="ctr" rtl="0">
              <a:spcBef>
                <a:spcPts val="0"/>
              </a:spcBef>
              <a:spcAft>
                <a:spcPts val="0"/>
              </a:spcAft>
              <a:buSzPts val="6000"/>
              <a:buNone/>
              <a:defRPr sz="8000"/>
            </a:lvl6pPr>
            <a:lvl7pPr lvl="6" algn="ctr" rtl="0">
              <a:spcBef>
                <a:spcPts val="0"/>
              </a:spcBef>
              <a:spcAft>
                <a:spcPts val="0"/>
              </a:spcAft>
              <a:buSzPts val="6000"/>
              <a:buNone/>
              <a:defRPr sz="8000"/>
            </a:lvl7pPr>
            <a:lvl8pPr lvl="7" algn="ctr" rtl="0">
              <a:spcBef>
                <a:spcPts val="0"/>
              </a:spcBef>
              <a:spcAft>
                <a:spcPts val="0"/>
              </a:spcAft>
              <a:buSzPts val="6000"/>
              <a:buNone/>
              <a:defRPr sz="8000"/>
            </a:lvl8pPr>
            <a:lvl9pPr lvl="8" algn="ctr" rtl="0">
              <a:spcBef>
                <a:spcPts val="0"/>
              </a:spcBef>
              <a:spcAft>
                <a:spcPts val="0"/>
              </a:spcAft>
              <a:buSzPts val="6000"/>
              <a:buNone/>
              <a:defRPr sz="8000"/>
            </a:lvl9pPr>
          </a:lstStyle>
          <a:p>
            <a:r>
              <a:rPr dirty="0"/>
              <a:t>xx%</a:t>
            </a:r>
          </a:p>
        </p:txBody>
      </p:sp>
      <p:sp>
        <p:nvSpPr>
          <p:cNvPr id="106" name="Google Shape;106;p16"/>
          <p:cNvSpPr txBox="1">
            <a:spLocks noGrp="1"/>
          </p:cNvSpPr>
          <p:nvPr>
            <p:ph type="subTitle" idx="3"/>
          </p:nvPr>
        </p:nvSpPr>
        <p:spPr>
          <a:xfrm>
            <a:off x="950967" y="3539433"/>
            <a:ext cx="3200400" cy="1149200"/>
          </a:xfrm>
          <a:prstGeom prst="rect">
            <a:avLst/>
          </a:prstGeom>
        </p:spPr>
        <p:txBody>
          <a:bodyPr spcFirstLastPara="1" wrap="square" lIns="91425" tIns="91425" rIns="91425" bIns="91425" anchor="b" anchorCtr="0">
            <a:noAutofit/>
          </a:bodyPr>
          <a:lstStyle>
            <a:lvl1pPr lvl="0" algn="ctr" rtl="0">
              <a:lnSpc>
                <a:spcPct val="100000"/>
              </a:lnSpc>
              <a:spcBef>
                <a:spcPts val="0"/>
              </a:spcBef>
              <a:spcAft>
                <a:spcPts val="0"/>
              </a:spcAft>
              <a:buSzPts val="2400"/>
              <a:buFont typeface="Golos Text SemiBold"/>
              <a:buNone/>
              <a:defRPr sz="2933">
                <a:latin typeface="LINE Seed JP App_OTF Bold" panose="02020700000000000000" pitchFamily="18" charset="-128"/>
                <a:ea typeface="LINE Seed JP App_OTF Bold" panose="02020700000000000000" pitchFamily="18" charset="-128"/>
                <a:cs typeface="LINE Seed JP App_OTF Bold" panose="02020700000000000000" pitchFamily="18" charset="-128"/>
                <a:sym typeface="Golos Text"/>
              </a:defRPr>
            </a:lvl1pPr>
            <a:lvl2pPr lvl="1" algn="ctr" rtl="0">
              <a:lnSpc>
                <a:spcPct val="115000"/>
              </a:lnSpc>
              <a:spcBef>
                <a:spcPts val="0"/>
              </a:spcBef>
              <a:spcAft>
                <a:spcPts val="0"/>
              </a:spcAft>
              <a:buSzPts val="2400"/>
              <a:buFont typeface="Golos Text SemiBold"/>
              <a:buNone/>
              <a:defRPr sz="3200">
                <a:latin typeface="Golos Text SemiBold"/>
                <a:ea typeface="Golos Text SemiBold"/>
                <a:cs typeface="Golos Text SemiBold"/>
                <a:sym typeface="Golos Text SemiBold"/>
              </a:defRPr>
            </a:lvl2pPr>
            <a:lvl3pPr lvl="2" algn="ctr" rtl="0">
              <a:lnSpc>
                <a:spcPct val="115000"/>
              </a:lnSpc>
              <a:spcBef>
                <a:spcPts val="0"/>
              </a:spcBef>
              <a:spcAft>
                <a:spcPts val="0"/>
              </a:spcAft>
              <a:buSzPts val="2400"/>
              <a:buFont typeface="Golos Text SemiBold"/>
              <a:buNone/>
              <a:defRPr sz="3200">
                <a:latin typeface="Golos Text SemiBold"/>
                <a:ea typeface="Golos Text SemiBold"/>
                <a:cs typeface="Golos Text SemiBold"/>
                <a:sym typeface="Golos Text SemiBold"/>
              </a:defRPr>
            </a:lvl3pPr>
            <a:lvl4pPr lvl="3" algn="ctr" rtl="0">
              <a:lnSpc>
                <a:spcPct val="115000"/>
              </a:lnSpc>
              <a:spcBef>
                <a:spcPts val="0"/>
              </a:spcBef>
              <a:spcAft>
                <a:spcPts val="0"/>
              </a:spcAft>
              <a:buSzPts val="2400"/>
              <a:buFont typeface="Golos Text SemiBold"/>
              <a:buNone/>
              <a:defRPr sz="3200">
                <a:latin typeface="Golos Text SemiBold"/>
                <a:ea typeface="Golos Text SemiBold"/>
                <a:cs typeface="Golos Text SemiBold"/>
                <a:sym typeface="Golos Text SemiBold"/>
              </a:defRPr>
            </a:lvl4pPr>
            <a:lvl5pPr lvl="4" algn="ctr" rtl="0">
              <a:lnSpc>
                <a:spcPct val="115000"/>
              </a:lnSpc>
              <a:spcBef>
                <a:spcPts val="0"/>
              </a:spcBef>
              <a:spcAft>
                <a:spcPts val="0"/>
              </a:spcAft>
              <a:buSzPts val="2400"/>
              <a:buFont typeface="Golos Text SemiBold"/>
              <a:buNone/>
              <a:defRPr sz="3200">
                <a:latin typeface="Golos Text SemiBold"/>
                <a:ea typeface="Golos Text SemiBold"/>
                <a:cs typeface="Golos Text SemiBold"/>
                <a:sym typeface="Golos Text SemiBold"/>
              </a:defRPr>
            </a:lvl5pPr>
            <a:lvl6pPr lvl="5" algn="ctr" rtl="0">
              <a:lnSpc>
                <a:spcPct val="115000"/>
              </a:lnSpc>
              <a:spcBef>
                <a:spcPts val="0"/>
              </a:spcBef>
              <a:spcAft>
                <a:spcPts val="0"/>
              </a:spcAft>
              <a:buSzPts val="2400"/>
              <a:buFont typeface="Golos Text SemiBold"/>
              <a:buNone/>
              <a:defRPr sz="3200">
                <a:latin typeface="Golos Text SemiBold"/>
                <a:ea typeface="Golos Text SemiBold"/>
                <a:cs typeface="Golos Text SemiBold"/>
                <a:sym typeface="Golos Text SemiBold"/>
              </a:defRPr>
            </a:lvl6pPr>
            <a:lvl7pPr lvl="6" algn="ctr" rtl="0">
              <a:lnSpc>
                <a:spcPct val="115000"/>
              </a:lnSpc>
              <a:spcBef>
                <a:spcPts val="0"/>
              </a:spcBef>
              <a:spcAft>
                <a:spcPts val="0"/>
              </a:spcAft>
              <a:buSzPts val="2400"/>
              <a:buFont typeface="Golos Text SemiBold"/>
              <a:buNone/>
              <a:defRPr sz="3200">
                <a:latin typeface="Golos Text SemiBold"/>
                <a:ea typeface="Golos Text SemiBold"/>
                <a:cs typeface="Golos Text SemiBold"/>
                <a:sym typeface="Golos Text SemiBold"/>
              </a:defRPr>
            </a:lvl7pPr>
            <a:lvl8pPr lvl="7" algn="ctr" rtl="0">
              <a:lnSpc>
                <a:spcPct val="115000"/>
              </a:lnSpc>
              <a:spcBef>
                <a:spcPts val="0"/>
              </a:spcBef>
              <a:spcAft>
                <a:spcPts val="0"/>
              </a:spcAft>
              <a:buSzPts val="2400"/>
              <a:buFont typeface="Golos Text SemiBold"/>
              <a:buNone/>
              <a:defRPr sz="3200">
                <a:latin typeface="Golos Text SemiBold"/>
                <a:ea typeface="Golos Text SemiBold"/>
                <a:cs typeface="Golos Text SemiBold"/>
                <a:sym typeface="Golos Text SemiBold"/>
              </a:defRPr>
            </a:lvl8pPr>
            <a:lvl9pPr lvl="8" algn="ctr" rtl="0">
              <a:lnSpc>
                <a:spcPct val="115000"/>
              </a:lnSpc>
              <a:spcBef>
                <a:spcPts val="0"/>
              </a:spcBef>
              <a:spcAft>
                <a:spcPts val="0"/>
              </a:spcAft>
              <a:buSzPts val="2400"/>
              <a:buFont typeface="Golos Text SemiBold"/>
              <a:buNone/>
              <a:defRPr sz="3200">
                <a:latin typeface="Golos Text SemiBold"/>
                <a:ea typeface="Golos Text SemiBold"/>
                <a:cs typeface="Golos Text SemiBold"/>
                <a:sym typeface="Golos Text SemiBold"/>
              </a:defRPr>
            </a:lvl9pPr>
          </a:lstStyle>
          <a:p>
            <a:r>
              <a:rPr lang="ja-JP" altLang="en-US" dirty="0"/>
              <a:t>マスター サブタイトルの書式設定</a:t>
            </a:r>
            <a:endParaRPr dirty="0"/>
          </a:p>
        </p:txBody>
      </p:sp>
      <p:sp>
        <p:nvSpPr>
          <p:cNvPr id="107" name="Google Shape;107;p16"/>
          <p:cNvSpPr txBox="1">
            <a:spLocks noGrp="1"/>
          </p:cNvSpPr>
          <p:nvPr>
            <p:ph type="subTitle" idx="4"/>
          </p:nvPr>
        </p:nvSpPr>
        <p:spPr>
          <a:xfrm>
            <a:off x="8040633" y="4776636"/>
            <a:ext cx="3200400" cy="1194400"/>
          </a:xfrm>
          <a:prstGeom prst="rect">
            <a:avLst/>
          </a:prstGeom>
        </p:spPr>
        <p:txBody>
          <a:bodyPr spcFirstLastPara="1" wrap="square" lIns="91425" tIns="91425" rIns="91425" bIns="91425" anchor="t" anchorCtr="0">
            <a:noAutofit/>
          </a:bodyPr>
          <a:lstStyle>
            <a:lvl1pPr lvl="0" algn="ctr" rtl="0">
              <a:lnSpc>
                <a:spcPct val="115000"/>
              </a:lnSpc>
              <a:spcBef>
                <a:spcPts val="0"/>
              </a:spcBef>
              <a:spcAft>
                <a:spcPts val="0"/>
              </a:spcAft>
              <a:buSzPts val="1400"/>
              <a:buNone/>
              <a:defRPr>
                <a:latin typeface="LINE Seed JP App_TTF Regular" panose="02020500000000000000" pitchFamily="18" charset="-128"/>
                <a:ea typeface="LINE Seed JP App_TTF Regular" panose="02020500000000000000" pitchFamily="18" charset="-128"/>
              </a:defRPr>
            </a:lvl1pPr>
            <a:lvl2pPr lvl="1" algn="ctr" rtl="0">
              <a:lnSpc>
                <a:spcPct val="115000"/>
              </a:lnSpc>
              <a:spcBef>
                <a:spcPts val="0"/>
              </a:spcBef>
              <a:spcAft>
                <a:spcPts val="0"/>
              </a:spcAft>
              <a:buSzPts val="1400"/>
              <a:buNone/>
              <a:defRPr/>
            </a:lvl2pPr>
            <a:lvl3pPr lvl="2" algn="ctr" rtl="0">
              <a:lnSpc>
                <a:spcPct val="115000"/>
              </a:lnSpc>
              <a:spcBef>
                <a:spcPts val="0"/>
              </a:spcBef>
              <a:spcAft>
                <a:spcPts val="0"/>
              </a:spcAft>
              <a:buSzPts val="1400"/>
              <a:buNone/>
              <a:defRPr/>
            </a:lvl3pPr>
            <a:lvl4pPr lvl="3" algn="ctr" rtl="0">
              <a:lnSpc>
                <a:spcPct val="115000"/>
              </a:lnSpc>
              <a:spcBef>
                <a:spcPts val="0"/>
              </a:spcBef>
              <a:spcAft>
                <a:spcPts val="0"/>
              </a:spcAft>
              <a:buSzPts val="1400"/>
              <a:buNone/>
              <a:defRPr/>
            </a:lvl4pPr>
            <a:lvl5pPr lvl="4" algn="ctr" rtl="0">
              <a:lnSpc>
                <a:spcPct val="115000"/>
              </a:lnSpc>
              <a:spcBef>
                <a:spcPts val="0"/>
              </a:spcBef>
              <a:spcAft>
                <a:spcPts val="0"/>
              </a:spcAft>
              <a:buSzPts val="1400"/>
              <a:buNone/>
              <a:defRPr/>
            </a:lvl5pPr>
            <a:lvl6pPr lvl="5" algn="ctr" rtl="0">
              <a:lnSpc>
                <a:spcPct val="115000"/>
              </a:lnSpc>
              <a:spcBef>
                <a:spcPts val="0"/>
              </a:spcBef>
              <a:spcAft>
                <a:spcPts val="0"/>
              </a:spcAft>
              <a:buSzPts val="1400"/>
              <a:buNone/>
              <a:defRPr/>
            </a:lvl6pPr>
            <a:lvl7pPr lvl="6" algn="ctr" rtl="0">
              <a:lnSpc>
                <a:spcPct val="115000"/>
              </a:lnSpc>
              <a:spcBef>
                <a:spcPts val="0"/>
              </a:spcBef>
              <a:spcAft>
                <a:spcPts val="0"/>
              </a:spcAft>
              <a:buSzPts val="1400"/>
              <a:buNone/>
              <a:defRPr/>
            </a:lvl7pPr>
            <a:lvl8pPr lvl="7" algn="ctr" rtl="0">
              <a:lnSpc>
                <a:spcPct val="115000"/>
              </a:lnSpc>
              <a:spcBef>
                <a:spcPts val="0"/>
              </a:spcBef>
              <a:spcAft>
                <a:spcPts val="0"/>
              </a:spcAft>
              <a:buSzPts val="1400"/>
              <a:buNone/>
              <a:defRPr/>
            </a:lvl8pPr>
            <a:lvl9pPr lvl="8" algn="ctr" rtl="0">
              <a:lnSpc>
                <a:spcPct val="115000"/>
              </a:lnSpc>
              <a:spcBef>
                <a:spcPts val="0"/>
              </a:spcBef>
              <a:spcAft>
                <a:spcPts val="0"/>
              </a:spcAft>
              <a:buSzPts val="1400"/>
              <a:buNone/>
              <a:defRPr/>
            </a:lvl9pPr>
          </a:lstStyle>
          <a:p>
            <a:r>
              <a:rPr lang="ja-JP" altLang="en-US" dirty="0"/>
              <a:t>マスター サブタイトルの書式設定</a:t>
            </a:r>
            <a:endParaRPr dirty="0"/>
          </a:p>
        </p:txBody>
      </p:sp>
      <p:sp>
        <p:nvSpPr>
          <p:cNvPr id="108" name="Google Shape;108;p16"/>
          <p:cNvSpPr txBox="1">
            <a:spLocks noGrp="1"/>
          </p:cNvSpPr>
          <p:nvPr>
            <p:ph type="title" idx="5" hasCustomPrompt="1"/>
          </p:nvPr>
        </p:nvSpPr>
        <p:spPr>
          <a:xfrm>
            <a:off x="8040633" y="2100137"/>
            <a:ext cx="3200400" cy="10672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6000"/>
              <a:buNone/>
              <a:defRPr sz="5333">
                <a:latin typeface="LINE Seed JP App_OTF Bold" panose="02020700000000000000" pitchFamily="18" charset="-128"/>
                <a:ea typeface="LINE Seed JP App_OTF Bold" panose="02020700000000000000" pitchFamily="18" charset="-128"/>
              </a:defRPr>
            </a:lvl1pPr>
            <a:lvl2pPr lvl="1" algn="ctr" rtl="0">
              <a:spcBef>
                <a:spcPts val="0"/>
              </a:spcBef>
              <a:spcAft>
                <a:spcPts val="0"/>
              </a:spcAft>
              <a:buSzPts val="6000"/>
              <a:buNone/>
              <a:defRPr sz="8000"/>
            </a:lvl2pPr>
            <a:lvl3pPr lvl="2" algn="ctr" rtl="0">
              <a:spcBef>
                <a:spcPts val="0"/>
              </a:spcBef>
              <a:spcAft>
                <a:spcPts val="0"/>
              </a:spcAft>
              <a:buSzPts val="6000"/>
              <a:buNone/>
              <a:defRPr sz="8000"/>
            </a:lvl3pPr>
            <a:lvl4pPr lvl="3" algn="ctr" rtl="0">
              <a:spcBef>
                <a:spcPts val="0"/>
              </a:spcBef>
              <a:spcAft>
                <a:spcPts val="0"/>
              </a:spcAft>
              <a:buSzPts val="6000"/>
              <a:buNone/>
              <a:defRPr sz="8000"/>
            </a:lvl4pPr>
            <a:lvl5pPr lvl="4" algn="ctr" rtl="0">
              <a:spcBef>
                <a:spcPts val="0"/>
              </a:spcBef>
              <a:spcAft>
                <a:spcPts val="0"/>
              </a:spcAft>
              <a:buSzPts val="6000"/>
              <a:buNone/>
              <a:defRPr sz="8000"/>
            </a:lvl5pPr>
            <a:lvl6pPr lvl="5" algn="ctr" rtl="0">
              <a:spcBef>
                <a:spcPts val="0"/>
              </a:spcBef>
              <a:spcAft>
                <a:spcPts val="0"/>
              </a:spcAft>
              <a:buSzPts val="6000"/>
              <a:buNone/>
              <a:defRPr sz="8000"/>
            </a:lvl6pPr>
            <a:lvl7pPr lvl="6" algn="ctr" rtl="0">
              <a:spcBef>
                <a:spcPts val="0"/>
              </a:spcBef>
              <a:spcAft>
                <a:spcPts val="0"/>
              </a:spcAft>
              <a:buSzPts val="6000"/>
              <a:buNone/>
              <a:defRPr sz="8000"/>
            </a:lvl7pPr>
            <a:lvl8pPr lvl="7" algn="ctr" rtl="0">
              <a:spcBef>
                <a:spcPts val="0"/>
              </a:spcBef>
              <a:spcAft>
                <a:spcPts val="0"/>
              </a:spcAft>
              <a:buSzPts val="6000"/>
              <a:buNone/>
              <a:defRPr sz="8000"/>
            </a:lvl8pPr>
            <a:lvl9pPr lvl="8" algn="ctr" rtl="0">
              <a:spcBef>
                <a:spcPts val="0"/>
              </a:spcBef>
              <a:spcAft>
                <a:spcPts val="0"/>
              </a:spcAft>
              <a:buSzPts val="6000"/>
              <a:buNone/>
              <a:defRPr sz="8000"/>
            </a:lvl9pPr>
          </a:lstStyle>
          <a:p>
            <a:r>
              <a:rPr dirty="0"/>
              <a:t>xx%</a:t>
            </a:r>
          </a:p>
        </p:txBody>
      </p:sp>
      <p:sp>
        <p:nvSpPr>
          <p:cNvPr id="109" name="Google Shape;109;p16"/>
          <p:cNvSpPr txBox="1">
            <a:spLocks noGrp="1"/>
          </p:cNvSpPr>
          <p:nvPr>
            <p:ph type="subTitle" idx="6"/>
          </p:nvPr>
        </p:nvSpPr>
        <p:spPr>
          <a:xfrm>
            <a:off x="8040633" y="3539433"/>
            <a:ext cx="3200400" cy="1149200"/>
          </a:xfrm>
          <a:prstGeom prst="rect">
            <a:avLst/>
          </a:prstGeom>
        </p:spPr>
        <p:txBody>
          <a:bodyPr spcFirstLastPara="1" wrap="square" lIns="91425" tIns="91425" rIns="91425" bIns="91425" anchor="b" anchorCtr="0">
            <a:noAutofit/>
          </a:bodyPr>
          <a:lstStyle>
            <a:lvl1pPr lvl="0" algn="ctr" rtl="0">
              <a:lnSpc>
                <a:spcPct val="100000"/>
              </a:lnSpc>
              <a:spcBef>
                <a:spcPts val="0"/>
              </a:spcBef>
              <a:spcAft>
                <a:spcPts val="0"/>
              </a:spcAft>
              <a:buSzPts val="2400"/>
              <a:buFont typeface="Golos Text SemiBold"/>
              <a:buNone/>
              <a:defRPr sz="2933">
                <a:latin typeface="LINE Seed JP App_OTF Bold" panose="02020700000000000000" pitchFamily="18" charset="-128"/>
                <a:ea typeface="LINE Seed JP App_OTF Bold" panose="02020700000000000000" pitchFamily="18" charset="-128"/>
                <a:cs typeface="LINE Seed JP App_OTF Bold" panose="02020700000000000000" pitchFamily="18" charset="-128"/>
                <a:sym typeface="Golos Text"/>
              </a:defRPr>
            </a:lvl1pPr>
            <a:lvl2pPr lvl="1" algn="ctr" rtl="0">
              <a:lnSpc>
                <a:spcPct val="115000"/>
              </a:lnSpc>
              <a:spcBef>
                <a:spcPts val="0"/>
              </a:spcBef>
              <a:spcAft>
                <a:spcPts val="0"/>
              </a:spcAft>
              <a:buSzPts val="2400"/>
              <a:buFont typeface="Golos Text SemiBold"/>
              <a:buNone/>
              <a:defRPr sz="3200">
                <a:latin typeface="Golos Text SemiBold"/>
                <a:ea typeface="Golos Text SemiBold"/>
                <a:cs typeface="Golos Text SemiBold"/>
                <a:sym typeface="Golos Text SemiBold"/>
              </a:defRPr>
            </a:lvl2pPr>
            <a:lvl3pPr lvl="2" algn="ctr" rtl="0">
              <a:lnSpc>
                <a:spcPct val="115000"/>
              </a:lnSpc>
              <a:spcBef>
                <a:spcPts val="0"/>
              </a:spcBef>
              <a:spcAft>
                <a:spcPts val="0"/>
              </a:spcAft>
              <a:buSzPts val="2400"/>
              <a:buFont typeface="Golos Text SemiBold"/>
              <a:buNone/>
              <a:defRPr sz="3200">
                <a:latin typeface="Golos Text SemiBold"/>
                <a:ea typeface="Golos Text SemiBold"/>
                <a:cs typeface="Golos Text SemiBold"/>
                <a:sym typeface="Golos Text SemiBold"/>
              </a:defRPr>
            </a:lvl3pPr>
            <a:lvl4pPr lvl="3" algn="ctr" rtl="0">
              <a:lnSpc>
                <a:spcPct val="115000"/>
              </a:lnSpc>
              <a:spcBef>
                <a:spcPts val="0"/>
              </a:spcBef>
              <a:spcAft>
                <a:spcPts val="0"/>
              </a:spcAft>
              <a:buSzPts val="2400"/>
              <a:buFont typeface="Golos Text SemiBold"/>
              <a:buNone/>
              <a:defRPr sz="3200">
                <a:latin typeface="Golos Text SemiBold"/>
                <a:ea typeface="Golos Text SemiBold"/>
                <a:cs typeface="Golos Text SemiBold"/>
                <a:sym typeface="Golos Text SemiBold"/>
              </a:defRPr>
            </a:lvl4pPr>
            <a:lvl5pPr lvl="4" algn="ctr" rtl="0">
              <a:lnSpc>
                <a:spcPct val="115000"/>
              </a:lnSpc>
              <a:spcBef>
                <a:spcPts val="0"/>
              </a:spcBef>
              <a:spcAft>
                <a:spcPts val="0"/>
              </a:spcAft>
              <a:buSzPts val="2400"/>
              <a:buFont typeface="Golos Text SemiBold"/>
              <a:buNone/>
              <a:defRPr sz="3200">
                <a:latin typeface="Golos Text SemiBold"/>
                <a:ea typeface="Golos Text SemiBold"/>
                <a:cs typeface="Golos Text SemiBold"/>
                <a:sym typeface="Golos Text SemiBold"/>
              </a:defRPr>
            </a:lvl5pPr>
            <a:lvl6pPr lvl="5" algn="ctr" rtl="0">
              <a:lnSpc>
                <a:spcPct val="115000"/>
              </a:lnSpc>
              <a:spcBef>
                <a:spcPts val="0"/>
              </a:spcBef>
              <a:spcAft>
                <a:spcPts val="0"/>
              </a:spcAft>
              <a:buSzPts val="2400"/>
              <a:buFont typeface="Golos Text SemiBold"/>
              <a:buNone/>
              <a:defRPr sz="3200">
                <a:latin typeface="Golos Text SemiBold"/>
                <a:ea typeface="Golos Text SemiBold"/>
                <a:cs typeface="Golos Text SemiBold"/>
                <a:sym typeface="Golos Text SemiBold"/>
              </a:defRPr>
            </a:lvl6pPr>
            <a:lvl7pPr lvl="6" algn="ctr" rtl="0">
              <a:lnSpc>
                <a:spcPct val="115000"/>
              </a:lnSpc>
              <a:spcBef>
                <a:spcPts val="0"/>
              </a:spcBef>
              <a:spcAft>
                <a:spcPts val="0"/>
              </a:spcAft>
              <a:buSzPts val="2400"/>
              <a:buFont typeface="Golos Text SemiBold"/>
              <a:buNone/>
              <a:defRPr sz="3200">
                <a:latin typeface="Golos Text SemiBold"/>
                <a:ea typeface="Golos Text SemiBold"/>
                <a:cs typeface="Golos Text SemiBold"/>
                <a:sym typeface="Golos Text SemiBold"/>
              </a:defRPr>
            </a:lvl7pPr>
            <a:lvl8pPr lvl="7" algn="ctr" rtl="0">
              <a:lnSpc>
                <a:spcPct val="115000"/>
              </a:lnSpc>
              <a:spcBef>
                <a:spcPts val="0"/>
              </a:spcBef>
              <a:spcAft>
                <a:spcPts val="0"/>
              </a:spcAft>
              <a:buSzPts val="2400"/>
              <a:buFont typeface="Golos Text SemiBold"/>
              <a:buNone/>
              <a:defRPr sz="3200">
                <a:latin typeface="Golos Text SemiBold"/>
                <a:ea typeface="Golos Text SemiBold"/>
                <a:cs typeface="Golos Text SemiBold"/>
                <a:sym typeface="Golos Text SemiBold"/>
              </a:defRPr>
            </a:lvl8pPr>
            <a:lvl9pPr lvl="8" algn="ctr" rtl="0">
              <a:lnSpc>
                <a:spcPct val="115000"/>
              </a:lnSpc>
              <a:spcBef>
                <a:spcPts val="0"/>
              </a:spcBef>
              <a:spcAft>
                <a:spcPts val="0"/>
              </a:spcAft>
              <a:buSzPts val="2400"/>
              <a:buFont typeface="Golos Text SemiBold"/>
              <a:buNone/>
              <a:defRPr sz="3200">
                <a:latin typeface="Golos Text SemiBold"/>
                <a:ea typeface="Golos Text SemiBold"/>
                <a:cs typeface="Golos Text SemiBold"/>
                <a:sym typeface="Golos Text SemiBold"/>
              </a:defRPr>
            </a:lvl9pPr>
          </a:lstStyle>
          <a:p>
            <a:r>
              <a:rPr lang="ja-JP" altLang="en-US" dirty="0"/>
              <a:t>マスター サブタイトルの書式設定</a:t>
            </a:r>
            <a:endParaRPr dirty="0"/>
          </a:p>
        </p:txBody>
      </p:sp>
      <p:sp>
        <p:nvSpPr>
          <p:cNvPr id="110" name="Google Shape;110;p16"/>
          <p:cNvSpPr txBox="1">
            <a:spLocks noGrp="1"/>
          </p:cNvSpPr>
          <p:nvPr>
            <p:ph type="subTitle" idx="7"/>
          </p:nvPr>
        </p:nvSpPr>
        <p:spPr>
          <a:xfrm>
            <a:off x="4495800" y="4776636"/>
            <a:ext cx="3200400" cy="1194400"/>
          </a:xfrm>
          <a:prstGeom prst="rect">
            <a:avLst/>
          </a:prstGeom>
        </p:spPr>
        <p:txBody>
          <a:bodyPr spcFirstLastPara="1" wrap="square" lIns="91425" tIns="91425" rIns="91425" bIns="91425" anchor="t" anchorCtr="0">
            <a:noAutofit/>
          </a:bodyPr>
          <a:lstStyle>
            <a:lvl1pPr lvl="0" algn="ctr" rtl="0">
              <a:lnSpc>
                <a:spcPct val="115000"/>
              </a:lnSpc>
              <a:spcBef>
                <a:spcPts val="0"/>
              </a:spcBef>
              <a:spcAft>
                <a:spcPts val="0"/>
              </a:spcAft>
              <a:buSzPts val="1400"/>
              <a:buNone/>
              <a:defRPr>
                <a:latin typeface="LINE Seed JP App_TTF Regular" panose="02020500000000000000" pitchFamily="18" charset="-128"/>
                <a:ea typeface="LINE Seed JP App_TTF Regular" panose="02020500000000000000" pitchFamily="18" charset="-128"/>
              </a:defRPr>
            </a:lvl1pPr>
            <a:lvl2pPr lvl="1" algn="ctr" rtl="0">
              <a:lnSpc>
                <a:spcPct val="115000"/>
              </a:lnSpc>
              <a:spcBef>
                <a:spcPts val="0"/>
              </a:spcBef>
              <a:spcAft>
                <a:spcPts val="0"/>
              </a:spcAft>
              <a:buSzPts val="1400"/>
              <a:buNone/>
              <a:defRPr/>
            </a:lvl2pPr>
            <a:lvl3pPr lvl="2" algn="ctr" rtl="0">
              <a:lnSpc>
                <a:spcPct val="115000"/>
              </a:lnSpc>
              <a:spcBef>
                <a:spcPts val="0"/>
              </a:spcBef>
              <a:spcAft>
                <a:spcPts val="0"/>
              </a:spcAft>
              <a:buSzPts val="1400"/>
              <a:buNone/>
              <a:defRPr/>
            </a:lvl3pPr>
            <a:lvl4pPr lvl="3" algn="ctr" rtl="0">
              <a:lnSpc>
                <a:spcPct val="115000"/>
              </a:lnSpc>
              <a:spcBef>
                <a:spcPts val="0"/>
              </a:spcBef>
              <a:spcAft>
                <a:spcPts val="0"/>
              </a:spcAft>
              <a:buSzPts val="1400"/>
              <a:buNone/>
              <a:defRPr/>
            </a:lvl4pPr>
            <a:lvl5pPr lvl="4" algn="ctr" rtl="0">
              <a:lnSpc>
                <a:spcPct val="115000"/>
              </a:lnSpc>
              <a:spcBef>
                <a:spcPts val="0"/>
              </a:spcBef>
              <a:spcAft>
                <a:spcPts val="0"/>
              </a:spcAft>
              <a:buSzPts val="1400"/>
              <a:buNone/>
              <a:defRPr/>
            </a:lvl5pPr>
            <a:lvl6pPr lvl="5" algn="ctr" rtl="0">
              <a:lnSpc>
                <a:spcPct val="115000"/>
              </a:lnSpc>
              <a:spcBef>
                <a:spcPts val="0"/>
              </a:spcBef>
              <a:spcAft>
                <a:spcPts val="0"/>
              </a:spcAft>
              <a:buSzPts val="1400"/>
              <a:buNone/>
              <a:defRPr/>
            </a:lvl6pPr>
            <a:lvl7pPr lvl="6" algn="ctr" rtl="0">
              <a:lnSpc>
                <a:spcPct val="115000"/>
              </a:lnSpc>
              <a:spcBef>
                <a:spcPts val="0"/>
              </a:spcBef>
              <a:spcAft>
                <a:spcPts val="0"/>
              </a:spcAft>
              <a:buSzPts val="1400"/>
              <a:buNone/>
              <a:defRPr/>
            </a:lvl7pPr>
            <a:lvl8pPr lvl="7" algn="ctr" rtl="0">
              <a:lnSpc>
                <a:spcPct val="115000"/>
              </a:lnSpc>
              <a:spcBef>
                <a:spcPts val="0"/>
              </a:spcBef>
              <a:spcAft>
                <a:spcPts val="0"/>
              </a:spcAft>
              <a:buSzPts val="1400"/>
              <a:buNone/>
              <a:defRPr/>
            </a:lvl8pPr>
            <a:lvl9pPr lvl="8" algn="ctr" rtl="0">
              <a:lnSpc>
                <a:spcPct val="115000"/>
              </a:lnSpc>
              <a:spcBef>
                <a:spcPts val="0"/>
              </a:spcBef>
              <a:spcAft>
                <a:spcPts val="0"/>
              </a:spcAft>
              <a:buSzPts val="1400"/>
              <a:buNone/>
              <a:defRPr/>
            </a:lvl9pPr>
          </a:lstStyle>
          <a:p>
            <a:r>
              <a:rPr lang="ja-JP" altLang="en-US" dirty="0"/>
              <a:t>マスター サブタイトルの書式設定</a:t>
            </a:r>
            <a:endParaRPr dirty="0"/>
          </a:p>
        </p:txBody>
      </p:sp>
      <p:sp>
        <p:nvSpPr>
          <p:cNvPr id="111" name="Google Shape;111;p16"/>
          <p:cNvSpPr txBox="1">
            <a:spLocks noGrp="1"/>
          </p:cNvSpPr>
          <p:nvPr>
            <p:ph type="title" idx="8" hasCustomPrompt="1"/>
          </p:nvPr>
        </p:nvSpPr>
        <p:spPr>
          <a:xfrm>
            <a:off x="4495800" y="2100137"/>
            <a:ext cx="3200400" cy="10672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6000"/>
              <a:buNone/>
              <a:defRPr sz="5333">
                <a:latin typeface="LINE Seed JP App_OTF Bold" panose="02020700000000000000" pitchFamily="18" charset="-128"/>
                <a:ea typeface="LINE Seed JP App_OTF Bold" panose="02020700000000000000" pitchFamily="18" charset="-128"/>
              </a:defRPr>
            </a:lvl1pPr>
            <a:lvl2pPr lvl="1" algn="ctr" rtl="0">
              <a:spcBef>
                <a:spcPts val="0"/>
              </a:spcBef>
              <a:spcAft>
                <a:spcPts val="0"/>
              </a:spcAft>
              <a:buSzPts val="6000"/>
              <a:buNone/>
              <a:defRPr sz="8000"/>
            </a:lvl2pPr>
            <a:lvl3pPr lvl="2" algn="ctr" rtl="0">
              <a:spcBef>
                <a:spcPts val="0"/>
              </a:spcBef>
              <a:spcAft>
                <a:spcPts val="0"/>
              </a:spcAft>
              <a:buSzPts val="6000"/>
              <a:buNone/>
              <a:defRPr sz="8000"/>
            </a:lvl3pPr>
            <a:lvl4pPr lvl="3" algn="ctr" rtl="0">
              <a:spcBef>
                <a:spcPts val="0"/>
              </a:spcBef>
              <a:spcAft>
                <a:spcPts val="0"/>
              </a:spcAft>
              <a:buSzPts val="6000"/>
              <a:buNone/>
              <a:defRPr sz="8000"/>
            </a:lvl4pPr>
            <a:lvl5pPr lvl="4" algn="ctr" rtl="0">
              <a:spcBef>
                <a:spcPts val="0"/>
              </a:spcBef>
              <a:spcAft>
                <a:spcPts val="0"/>
              </a:spcAft>
              <a:buSzPts val="6000"/>
              <a:buNone/>
              <a:defRPr sz="8000"/>
            </a:lvl5pPr>
            <a:lvl6pPr lvl="5" algn="ctr" rtl="0">
              <a:spcBef>
                <a:spcPts val="0"/>
              </a:spcBef>
              <a:spcAft>
                <a:spcPts val="0"/>
              </a:spcAft>
              <a:buSzPts val="6000"/>
              <a:buNone/>
              <a:defRPr sz="8000"/>
            </a:lvl6pPr>
            <a:lvl7pPr lvl="6" algn="ctr" rtl="0">
              <a:spcBef>
                <a:spcPts val="0"/>
              </a:spcBef>
              <a:spcAft>
                <a:spcPts val="0"/>
              </a:spcAft>
              <a:buSzPts val="6000"/>
              <a:buNone/>
              <a:defRPr sz="8000"/>
            </a:lvl7pPr>
            <a:lvl8pPr lvl="7" algn="ctr" rtl="0">
              <a:spcBef>
                <a:spcPts val="0"/>
              </a:spcBef>
              <a:spcAft>
                <a:spcPts val="0"/>
              </a:spcAft>
              <a:buSzPts val="6000"/>
              <a:buNone/>
              <a:defRPr sz="8000"/>
            </a:lvl8pPr>
            <a:lvl9pPr lvl="8" algn="ctr" rtl="0">
              <a:spcBef>
                <a:spcPts val="0"/>
              </a:spcBef>
              <a:spcAft>
                <a:spcPts val="0"/>
              </a:spcAft>
              <a:buSzPts val="6000"/>
              <a:buNone/>
              <a:defRPr sz="8000"/>
            </a:lvl9pPr>
          </a:lstStyle>
          <a:p>
            <a:r>
              <a:rPr dirty="0"/>
              <a:t>xx%</a:t>
            </a:r>
          </a:p>
        </p:txBody>
      </p:sp>
      <p:sp>
        <p:nvSpPr>
          <p:cNvPr id="112" name="Google Shape;112;p16"/>
          <p:cNvSpPr txBox="1">
            <a:spLocks noGrp="1"/>
          </p:cNvSpPr>
          <p:nvPr>
            <p:ph type="subTitle" idx="9"/>
          </p:nvPr>
        </p:nvSpPr>
        <p:spPr>
          <a:xfrm>
            <a:off x="4495800" y="3539433"/>
            <a:ext cx="3200400" cy="1149200"/>
          </a:xfrm>
          <a:prstGeom prst="rect">
            <a:avLst/>
          </a:prstGeom>
        </p:spPr>
        <p:txBody>
          <a:bodyPr spcFirstLastPara="1" wrap="square" lIns="91425" tIns="91425" rIns="91425" bIns="91425" anchor="b" anchorCtr="0">
            <a:noAutofit/>
          </a:bodyPr>
          <a:lstStyle>
            <a:lvl1pPr lvl="0" algn="ctr" rtl="0">
              <a:lnSpc>
                <a:spcPct val="100000"/>
              </a:lnSpc>
              <a:spcBef>
                <a:spcPts val="0"/>
              </a:spcBef>
              <a:spcAft>
                <a:spcPts val="0"/>
              </a:spcAft>
              <a:buSzPts val="2400"/>
              <a:buFont typeface="Golos Text SemiBold"/>
              <a:buNone/>
              <a:defRPr sz="2933">
                <a:latin typeface="LINE Seed JP App_OTF Bold" panose="02020700000000000000" pitchFamily="18" charset="-128"/>
                <a:ea typeface="LINE Seed JP App_OTF Bold" panose="02020700000000000000" pitchFamily="18" charset="-128"/>
                <a:cs typeface="LINE Seed JP App_OTF Bold" panose="02020700000000000000" pitchFamily="18" charset="-128"/>
                <a:sym typeface="Golos Text"/>
              </a:defRPr>
            </a:lvl1pPr>
            <a:lvl2pPr lvl="1" algn="ctr" rtl="0">
              <a:lnSpc>
                <a:spcPct val="115000"/>
              </a:lnSpc>
              <a:spcBef>
                <a:spcPts val="0"/>
              </a:spcBef>
              <a:spcAft>
                <a:spcPts val="0"/>
              </a:spcAft>
              <a:buSzPts val="2400"/>
              <a:buFont typeface="Golos Text SemiBold"/>
              <a:buNone/>
              <a:defRPr sz="3200">
                <a:latin typeface="Golos Text SemiBold"/>
                <a:ea typeface="Golos Text SemiBold"/>
                <a:cs typeface="Golos Text SemiBold"/>
                <a:sym typeface="Golos Text SemiBold"/>
              </a:defRPr>
            </a:lvl2pPr>
            <a:lvl3pPr lvl="2" algn="ctr" rtl="0">
              <a:lnSpc>
                <a:spcPct val="115000"/>
              </a:lnSpc>
              <a:spcBef>
                <a:spcPts val="0"/>
              </a:spcBef>
              <a:spcAft>
                <a:spcPts val="0"/>
              </a:spcAft>
              <a:buSzPts val="2400"/>
              <a:buFont typeface="Golos Text SemiBold"/>
              <a:buNone/>
              <a:defRPr sz="3200">
                <a:latin typeface="Golos Text SemiBold"/>
                <a:ea typeface="Golos Text SemiBold"/>
                <a:cs typeface="Golos Text SemiBold"/>
                <a:sym typeface="Golos Text SemiBold"/>
              </a:defRPr>
            </a:lvl3pPr>
            <a:lvl4pPr lvl="3" algn="ctr" rtl="0">
              <a:lnSpc>
                <a:spcPct val="115000"/>
              </a:lnSpc>
              <a:spcBef>
                <a:spcPts val="0"/>
              </a:spcBef>
              <a:spcAft>
                <a:spcPts val="0"/>
              </a:spcAft>
              <a:buSzPts val="2400"/>
              <a:buFont typeface="Golos Text SemiBold"/>
              <a:buNone/>
              <a:defRPr sz="3200">
                <a:latin typeface="Golos Text SemiBold"/>
                <a:ea typeface="Golos Text SemiBold"/>
                <a:cs typeface="Golos Text SemiBold"/>
                <a:sym typeface="Golos Text SemiBold"/>
              </a:defRPr>
            </a:lvl4pPr>
            <a:lvl5pPr lvl="4" algn="ctr" rtl="0">
              <a:lnSpc>
                <a:spcPct val="115000"/>
              </a:lnSpc>
              <a:spcBef>
                <a:spcPts val="0"/>
              </a:spcBef>
              <a:spcAft>
                <a:spcPts val="0"/>
              </a:spcAft>
              <a:buSzPts val="2400"/>
              <a:buFont typeface="Golos Text SemiBold"/>
              <a:buNone/>
              <a:defRPr sz="3200">
                <a:latin typeface="Golos Text SemiBold"/>
                <a:ea typeface="Golos Text SemiBold"/>
                <a:cs typeface="Golos Text SemiBold"/>
                <a:sym typeface="Golos Text SemiBold"/>
              </a:defRPr>
            </a:lvl5pPr>
            <a:lvl6pPr lvl="5" algn="ctr" rtl="0">
              <a:lnSpc>
                <a:spcPct val="115000"/>
              </a:lnSpc>
              <a:spcBef>
                <a:spcPts val="0"/>
              </a:spcBef>
              <a:spcAft>
                <a:spcPts val="0"/>
              </a:spcAft>
              <a:buSzPts val="2400"/>
              <a:buFont typeface="Golos Text SemiBold"/>
              <a:buNone/>
              <a:defRPr sz="3200">
                <a:latin typeface="Golos Text SemiBold"/>
                <a:ea typeface="Golos Text SemiBold"/>
                <a:cs typeface="Golos Text SemiBold"/>
                <a:sym typeface="Golos Text SemiBold"/>
              </a:defRPr>
            </a:lvl6pPr>
            <a:lvl7pPr lvl="6" algn="ctr" rtl="0">
              <a:lnSpc>
                <a:spcPct val="115000"/>
              </a:lnSpc>
              <a:spcBef>
                <a:spcPts val="0"/>
              </a:spcBef>
              <a:spcAft>
                <a:spcPts val="0"/>
              </a:spcAft>
              <a:buSzPts val="2400"/>
              <a:buFont typeface="Golos Text SemiBold"/>
              <a:buNone/>
              <a:defRPr sz="3200">
                <a:latin typeface="Golos Text SemiBold"/>
                <a:ea typeface="Golos Text SemiBold"/>
                <a:cs typeface="Golos Text SemiBold"/>
                <a:sym typeface="Golos Text SemiBold"/>
              </a:defRPr>
            </a:lvl7pPr>
            <a:lvl8pPr lvl="7" algn="ctr" rtl="0">
              <a:lnSpc>
                <a:spcPct val="115000"/>
              </a:lnSpc>
              <a:spcBef>
                <a:spcPts val="0"/>
              </a:spcBef>
              <a:spcAft>
                <a:spcPts val="0"/>
              </a:spcAft>
              <a:buSzPts val="2400"/>
              <a:buFont typeface="Golos Text SemiBold"/>
              <a:buNone/>
              <a:defRPr sz="3200">
                <a:latin typeface="Golos Text SemiBold"/>
                <a:ea typeface="Golos Text SemiBold"/>
                <a:cs typeface="Golos Text SemiBold"/>
                <a:sym typeface="Golos Text SemiBold"/>
              </a:defRPr>
            </a:lvl8pPr>
            <a:lvl9pPr lvl="8" algn="ctr" rtl="0">
              <a:lnSpc>
                <a:spcPct val="115000"/>
              </a:lnSpc>
              <a:spcBef>
                <a:spcPts val="0"/>
              </a:spcBef>
              <a:spcAft>
                <a:spcPts val="0"/>
              </a:spcAft>
              <a:buSzPts val="2400"/>
              <a:buFont typeface="Golos Text SemiBold"/>
              <a:buNone/>
              <a:defRPr sz="3200">
                <a:latin typeface="Golos Text SemiBold"/>
                <a:ea typeface="Golos Text SemiBold"/>
                <a:cs typeface="Golos Text SemiBold"/>
                <a:sym typeface="Golos Text SemiBold"/>
              </a:defRPr>
            </a:lvl9pPr>
          </a:lstStyle>
          <a:p>
            <a:r>
              <a:rPr lang="ja-JP" altLang="en-US" dirty="0"/>
              <a:t>マスター サブタイトルの書式設定</a:t>
            </a:r>
            <a:endParaRPr dirty="0"/>
          </a:p>
        </p:txBody>
      </p:sp>
      <p:cxnSp>
        <p:nvCxnSpPr>
          <p:cNvPr id="113" name="Google Shape;113;p16"/>
          <p:cNvCxnSpPr/>
          <p:nvPr/>
        </p:nvCxnSpPr>
        <p:spPr>
          <a:xfrm rot="10800000">
            <a:off x="6714400" y="6396767"/>
            <a:ext cx="5477600" cy="0"/>
          </a:xfrm>
          <a:prstGeom prst="straightConnector1">
            <a:avLst/>
          </a:prstGeom>
          <a:noFill/>
          <a:ln w="9525" cap="flat" cmpd="sng">
            <a:solidFill>
              <a:schemeClr val="dk1"/>
            </a:solidFill>
            <a:prstDash val="solid"/>
            <a:round/>
            <a:headEnd type="none" w="med" len="med"/>
            <a:tailEnd type="none" w="med" len="med"/>
          </a:ln>
        </p:spPr>
      </p:cxnSp>
    </p:spTree>
    <p:extLst>
      <p:ext uri="{BB962C8B-B14F-4D97-AF65-F5344CB8AC3E}">
        <p14:creationId xmlns:p14="http://schemas.microsoft.com/office/powerpoint/2010/main" val="218851436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Title only 1">
  <p:cSld name="Title only 1">
    <p:spTree>
      <p:nvGrpSpPr>
        <p:cNvPr id="1" name="Shape 124"/>
        <p:cNvGrpSpPr/>
        <p:nvPr/>
      </p:nvGrpSpPr>
      <p:grpSpPr>
        <a:xfrm>
          <a:off x="0" y="0"/>
          <a:ext cx="0" cy="0"/>
          <a:chOff x="0" y="0"/>
          <a:chExt cx="0" cy="0"/>
        </a:xfrm>
      </p:grpSpPr>
      <p:sp>
        <p:nvSpPr>
          <p:cNvPr id="125" name="Google Shape;125;p18"/>
          <p:cNvSpPr txBox="1">
            <a:spLocks noGrp="1"/>
          </p:cNvSpPr>
          <p:nvPr>
            <p:ph type="title"/>
          </p:nvPr>
        </p:nvSpPr>
        <p:spPr>
          <a:xfrm>
            <a:off x="950967" y="627533"/>
            <a:ext cx="10290000" cy="733200"/>
          </a:xfrm>
          <a:prstGeom prst="rect">
            <a:avLst/>
          </a:prstGeom>
        </p:spPr>
        <p:txBody>
          <a:bodyPr spcFirstLastPara="1" wrap="square" lIns="91425" tIns="91425" rIns="91425" bIns="91425" anchor="t" anchorCtr="0">
            <a:noAutofit/>
          </a:bodyPr>
          <a:lstStyle>
            <a:lvl1pPr lvl="0" rtl="0">
              <a:spcBef>
                <a:spcPts val="0"/>
              </a:spcBef>
              <a:spcAft>
                <a:spcPts val="0"/>
              </a:spcAft>
              <a:buSzPts val="3100"/>
              <a:buNone/>
              <a:defRPr>
                <a:latin typeface="LINE Seed JP App_OTF Bold" panose="02020700000000000000" pitchFamily="18" charset="-128"/>
                <a:ea typeface="LINE Seed JP App_OTF Bold" panose="02020700000000000000" pitchFamily="18" charset="-128"/>
              </a:defRPr>
            </a:lvl1pPr>
            <a:lvl2pPr lvl="1" rtl="0">
              <a:spcBef>
                <a:spcPts val="0"/>
              </a:spcBef>
              <a:spcAft>
                <a:spcPts val="0"/>
              </a:spcAft>
              <a:buSzPts val="3100"/>
              <a:buNone/>
              <a:defRPr/>
            </a:lvl2pPr>
            <a:lvl3pPr lvl="2" rtl="0">
              <a:spcBef>
                <a:spcPts val="0"/>
              </a:spcBef>
              <a:spcAft>
                <a:spcPts val="0"/>
              </a:spcAft>
              <a:buSzPts val="3100"/>
              <a:buNone/>
              <a:defRPr/>
            </a:lvl3pPr>
            <a:lvl4pPr lvl="3" rtl="0">
              <a:spcBef>
                <a:spcPts val="0"/>
              </a:spcBef>
              <a:spcAft>
                <a:spcPts val="0"/>
              </a:spcAft>
              <a:buSzPts val="3100"/>
              <a:buNone/>
              <a:defRPr/>
            </a:lvl4pPr>
            <a:lvl5pPr lvl="4" rtl="0">
              <a:spcBef>
                <a:spcPts val="0"/>
              </a:spcBef>
              <a:spcAft>
                <a:spcPts val="0"/>
              </a:spcAft>
              <a:buSzPts val="3100"/>
              <a:buNone/>
              <a:defRPr/>
            </a:lvl5pPr>
            <a:lvl6pPr lvl="5" rtl="0">
              <a:spcBef>
                <a:spcPts val="0"/>
              </a:spcBef>
              <a:spcAft>
                <a:spcPts val="0"/>
              </a:spcAft>
              <a:buSzPts val="3100"/>
              <a:buNone/>
              <a:defRPr/>
            </a:lvl6pPr>
            <a:lvl7pPr lvl="6" rtl="0">
              <a:spcBef>
                <a:spcPts val="0"/>
              </a:spcBef>
              <a:spcAft>
                <a:spcPts val="0"/>
              </a:spcAft>
              <a:buSzPts val="3100"/>
              <a:buNone/>
              <a:defRPr/>
            </a:lvl7pPr>
            <a:lvl8pPr lvl="7" rtl="0">
              <a:spcBef>
                <a:spcPts val="0"/>
              </a:spcBef>
              <a:spcAft>
                <a:spcPts val="0"/>
              </a:spcAft>
              <a:buSzPts val="3100"/>
              <a:buNone/>
              <a:defRPr/>
            </a:lvl8pPr>
            <a:lvl9pPr lvl="8" rtl="0">
              <a:spcBef>
                <a:spcPts val="0"/>
              </a:spcBef>
              <a:spcAft>
                <a:spcPts val="0"/>
              </a:spcAft>
              <a:buSzPts val="3100"/>
              <a:buNone/>
              <a:defRPr/>
            </a:lvl9pPr>
          </a:lstStyle>
          <a:p>
            <a:r>
              <a:rPr lang="ja-JP" altLang="en-US" dirty="0"/>
              <a:t>マスター タイトルの書式設定</a:t>
            </a:r>
            <a:endParaRPr dirty="0"/>
          </a:p>
        </p:txBody>
      </p:sp>
      <p:grpSp>
        <p:nvGrpSpPr>
          <p:cNvPr id="126" name="Google Shape;126;p18"/>
          <p:cNvGrpSpPr/>
          <p:nvPr/>
        </p:nvGrpSpPr>
        <p:grpSpPr>
          <a:xfrm flipH="1">
            <a:off x="0" y="6501367"/>
            <a:ext cx="12192000" cy="356800"/>
            <a:chOff x="0" y="4876025"/>
            <a:chExt cx="9144000" cy="267600"/>
          </a:xfrm>
        </p:grpSpPr>
        <p:sp>
          <p:nvSpPr>
            <p:cNvPr id="127" name="Google Shape;127;p18"/>
            <p:cNvSpPr/>
            <p:nvPr/>
          </p:nvSpPr>
          <p:spPr>
            <a:xfrm>
              <a:off x="0" y="4876025"/>
              <a:ext cx="9144000" cy="267600"/>
            </a:xfrm>
            <a:prstGeom prst="rect">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cxnSp>
          <p:nvCxnSpPr>
            <p:cNvPr id="128" name="Google Shape;128;p18"/>
            <p:cNvCxnSpPr/>
            <p:nvPr/>
          </p:nvCxnSpPr>
          <p:spPr>
            <a:xfrm>
              <a:off x="4572000" y="5009825"/>
              <a:ext cx="4572000" cy="0"/>
            </a:xfrm>
            <a:prstGeom prst="straightConnector1">
              <a:avLst/>
            </a:prstGeom>
            <a:noFill/>
            <a:ln w="9525" cap="flat" cmpd="sng">
              <a:solidFill>
                <a:schemeClr val="dk1"/>
              </a:solidFill>
              <a:prstDash val="solid"/>
              <a:round/>
              <a:headEnd type="none" w="med" len="med"/>
              <a:tailEnd type="none" w="med" len="med"/>
            </a:ln>
          </p:spPr>
        </p:cxnSp>
      </p:grpSp>
    </p:spTree>
    <p:extLst>
      <p:ext uri="{BB962C8B-B14F-4D97-AF65-F5344CB8AC3E}">
        <p14:creationId xmlns:p14="http://schemas.microsoft.com/office/powerpoint/2010/main" val="386947539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Title only 2">
  <p:cSld name="Title only 2">
    <p:spTree>
      <p:nvGrpSpPr>
        <p:cNvPr id="1" name="Shape 129"/>
        <p:cNvGrpSpPr/>
        <p:nvPr/>
      </p:nvGrpSpPr>
      <p:grpSpPr>
        <a:xfrm>
          <a:off x="0" y="0"/>
          <a:ext cx="0" cy="0"/>
          <a:chOff x="0" y="0"/>
          <a:chExt cx="0" cy="0"/>
        </a:xfrm>
      </p:grpSpPr>
      <p:sp>
        <p:nvSpPr>
          <p:cNvPr id="130" name="Google Shape;130;p19"/>
          <p:cNvSpPr txBox="1">
            <a:spLocks noGrp="1"/>
          </p:cNvSpPr>
          <p:nvPr>
            <p:ph type="title"/>
          </p:nvPr>
        </p:nvSpPr>
        <p:spPr>
          <a:xfrm>
            <a:off x="950967" y="627533"/>
            <a:ext cx="10290000" cy="733200"/>
          </a:xfrm>
          <a:prstGeom prst="rect">
            <a:avLst/>
          </a:prstGeom>
        </p:spPr>
        <p:txBody>
          <a:bodyPr spcFirstLastPara="1" wrap="square" lIns="91425" tIns="91425" rIns="91425" bIns="91425" anchor="t" anchorCtr="0">
            <a:noAutofit/>
          </a:bodyPr>
          <a:lstStyle>
            <a:lvl1pPr lvl="0" rtl="0">
              <a:spcBef>
                <a:spcPts val="0"/>
              </a:spcBef>
              <a:spcAft>
                <a:spcPts val="0"/>
              </a:spcAft>
              <a:buSzPts val="3100"/>
              <a:buNone/>
              <a:defRPr>
                <a:latin typeface="LINE Seed JP App_OTF Bold" panose="02020700000000000000" pitchFamily="18" charset="-128"/>
                <a:ea typeface="LINE Seed JP App_OTF Bold" panose="02020700000000000000" pitchFamily="18" charset="-128"/>
              </a:defRPr>
            </a:lvl1pPr>
            <a:lvl2pPr lvl="1" rtl="0">
              <a:spcBef>
                <a:spcPts val="0"/>
              </a:spcBef>
              <a:spcAft>
                <a:spcPts val="0"/>
              </a:spcAft>
              <a:buSzPts val="3100"/>
              <a:buNone/>
              <a:defRPr/>
            </a:lvl2pPr>
            <a:lvl3pPr lvl="2" rtl="0">
              <a:spcBef>
                <a:spcPts val="0"/>
              </a:spcBef>
              <a:spcAft>
                <a:spcPts val="0"/>
              </a:spcAft>
              <a:buSzPts val="3100"/>
              <a:buNone/>
              <a:defRPr/>
            </a:lvl3pPr>
            <a:lvl4pPr lvl="3" rtl="0">
              <a:spcBef>
                <a:spcPts val="0"/>
              </a:spcBef>
              <a:spcAft>
                <a:spcPts val="0"/>
              </a:spcAft>
              <a:buSzPts val="3100"/>
              <a:buNone/>
              <a:defRPr/>
            </a:lvl4pPr>
            <a:lvl5pPr lvl="4" rtl="0">
              <a:spcBef>
                <a:spcPts val="0"/>
              </a:spcBef>
              <a:spcAft>
                <a:spcPts val="0"/>
              </a:spcAft>
              <a:buSzPts val="3100"/>
              <a:buNone/>
              <a:defRPr/>
            </a:lvl5pPr>
            <a:lvl6pPr lvl="5" rtl="0">
              <a:spcBef>
                <a:spcPts val="0"/>
              </a:spcBef>
              <a:spcAft>
                <a:spcPts val="0"/>
              </a:spcAft>
              <a:buSzPts val="3100"/>
              <a:buNone/>
              <a:defRPr/>
            </a:lvl6pPr>
            <a:lvl7pPr lvl="6" rtl="0">
              <a:spcBef>
                <a:spcPts val="0"/>
              </a:spcBef>
              <a:spcAft>
                <a:spcPts val="0"/>
              </a:spcAft>
              <a:buSzPts val="3100"/>
              <a:buNone/>
              <a:defRPr/>
            </a:lvl7pPr>
            <a:lvl8pPr lvl="7" rtl="0">
              <a:spcBef>
                <a:spcPts val="0"/>
              </a:spcBef>
              <a:spcAft>
                <a:spcPts val="0"/>
              </a:spcAft>
              <a:buSzPts val="3100"/>
              <a:buNone/>
              <a:defRPr/>
            </a:lvl8pPr>
            <a:lvl9pPr lvl="8" rtl="0">
              <a:spcBef>
                <a:spcPts val="0"/>
              </a:spcBef>
              <a:spcAft>
                <a:spcPts val="0"/>
              </a:spcAft>
              <a:buSzPts val="3100"/>
              <a:buNone/>
              <a:defRPr/>
            </a:lvl9pPr>
          </a:lstStyle>
          <a:p>
            <a:r>
              <a:rPr lang="ja-JP" altLang="en-US" dirty="0"/>
              <a:t>マスター タイトルの書式設定</a:t>
            </a:r>
            <a:endParaRPr dirty="0"/>
          </a:p>
        </p:txBody>
      </p:sp>
      <p:cxnSp>
        <p:nvCxnSpPr>
          <p:cNvPr id="131" name="Google Shape;131;p19"/>
          <p:cNvCxnSpPr/>
          <p:nvPr/>
        </p:nvCxnSpPr>
        <p:spPr>
          <a:xfrm>
            <a:off x="0" y="349867"/>
            <a:ext cx="3048000" cy="0"/>
          </a:xfrm>
          <a:prstGeom prst="straightConnector1">
            <a:avLst/>
          </a:prstGeom>
          <a:noFill/>
          <a:ln w="9525" cap="flat" cmpd="sng">
            <a:solidFill>
              <a:schemeClr val="dk1"/>
            </a:solidFill>
            <a:prstDash val="solid"/>
            <a:round/>
            <a:headEnd type="none" w="med" len="med"/>
            <a:tailEnd type="none" w="med" len="med"/>
          </a:ln>
        </p:spPr>
      </p:cxnSp>
    </p:spTree>
    <p:extLst>
      <p:ext uri="{BB962C8B-B14F-4D97-AF65-F5344CB8AC3E}">
        <p14:creationId xmlns:p14="http://schemas.microsoft.com/office/powerpoint/2010/main" val="3497299931"/>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Title and text">
  <p:cSld name="Title and text">
    <p:spTree>
      <p:nvGrpSpPr>
        <p:cNvPr id="1" name="Shape 132"/>
        <p:cNvGrpSpPr/>
        <p:nvPr/>
      </p:nvGrpSpPr>
      <p:grpSpPr>
        <a:xfrm>
          <a:off x="0" y="0"/>
          <a:ext cx="0" cy="0"/>
          <a:chOff x="0" y="0"/>
          <a:chExt cx="0" cy="0"/>
        </a:xfrm>
      </p:grpSpPr>
      <p:grpSp>
        <p:nvGrpSpPr>
          <p:cNvPr id="133" name="Google Shape;133;p20"/>
          <p:cNvGrpSpPr/>
          <p:nvPr/>
        </p:nvGrpSpPr>
        <p:grpSpPr>
          <a:xfrm>
            <a:off x="1" y="0"/>
            <a:ext cx="12192100" cy="6858000"/>
            <a:chOff x="0" y="0"/>
            <a:chExt cx="9144075" cy="5143500"/>
          </a:xfrm>
        </p:grpSpPr>
        <p:sp>
          <p:nvSpPr>
            <p:cNvPr id="134" name="Google Shape;134;p20"/>
            <p:cNvSpPr/>
            <p:nvPr/>
          </p:nvSpPr>
          <p:spPr>
            <a:xfrm>
              <a:off x="4185975" y="4426700"/>
              <a:ext cx="4958100" cy="711000"/>
            </a:xfrm>
            <a:prstGeom prst="rect">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35" name="Google Shape;135;p20"/>
            <p:cNvSpPr/>
            <p:nvPr/>
          </p:nvSpPr>
          <p:spPr>
            <a:xfrm>
              <a:off x="0" y="0"/>
              <a:ext cx="852900" cy="5143500"/>
            </a:xfrm>
            <a:prstGeom prst="rect">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sp>
        <p:nvSpPr>
          <p:cNvPr id="136" name="Google Shape;136;p20"/>
          <p:cNvSpPr txBox="1">
            <a:spLocks noGrp="1"/>
          </p:cNvSpPr>
          <p:nvPr>
            <p:ph type="title"/>
          </p:nvPr>
        </p:nvSpPr>
        <p:spPr>
          <a:xfrm>
            <a:off x="5442967" y="725700"/>
            <a:ext cx="5632400" cy="1604800"/>
          </a:xfrm>
          <a:prstGeom prst="rect">
            <a:avLst/>
          </a:prstGeom>
        </p:spPr>
        <p:txBody>
          <a:bodyPr spcFirstLastPara="1" wrap="square" lIns="91425" tIns="91425" rIns="91425" bIns="91425" anchor="b" anchorCtr="0">
            <a:noAutofit/>
          </a:bodyPr>
          <a:lstStyle>
            <a:lvl1pPr lvl="0" algn="r" rtl="0">
              <a:spcBef>
                <a:spcPts val="0"/>
              </a:spcBef>
              <a:spcAft>
                <a:spcPts val="0"/>
              </a:spcAft>
              <a:buSzPts val="9200"/>
              <a:buNone/>
              <a:defRPr sz="6000">
                <a:latin typeface="LINE Seed JP App_OTF Bold" panose="02020700000000000000" pitchFamily="18" charset="-128"/>
                <a:ea typeface="LINE Seed JP App_OTF Bold" panose="02020700000000000000" pitchFamily="18" charset="-128"/>
              </a:defRPr>
            </a:lvl1pPr>
            <a:lvl2pPr lvl="1" rtl="0">
              <a:spcBef>
                <a:spcPts val="0"/>
              </a:spcBef>
              <a:spcAft>
                <a:spcPts val="0"/>
              </a:spcAft>
              <a:buSzPts val="9200"/>
              <a:buNone/>
              <a:defRPr sz="12266"/>
            </a:lvl2pPr>
            <a:lvl3pPr lvl="2" rtl="0">
              <a:spcBef>
                <a:spcPts val="0"/>
              </a:spcBef>
              <a:spcAft>
                <a:spcPts val="0"/>
              </a:spcAft>
              <a:buSzPts val="9200"/>
              <a:buNone/>
              <a:defRPr sz="12266"/>
            </a:lvl3pPr>
            <a:lvl4pPr lvl="3" rtl="0">
              <a:spcBef>
                <a:spcPts val="0"/>
              </a:spcBef>
              <a:spcAft>
                <a:spcPts val="0"/>
              </a:spcAft>
              <a:buSzPts val="9200"/>
              <a:buNone/>
              <a:defRPr sz="12266"/>
            </a:lvl4pPr>
            <a:lvl5pPr lvl="4" rtl="0">
              <a:spcBef>
                <a:spcPts val="0"/>
              </a:spcBef>
              <a:spcAft>
                <a:spcPts val="0"/>
              </a:spcAft>
              <a:buSzPts val="9200"/>
              <a:buNone/>
              <a:defRPr sz="12266"/>
            </a:lvl5pPr>
            <a:lvl6pPr lvl="5" rtl="0">
              <a:spcBef>
                <a:spcPts val="0"/>
              </a:spcBef>
              <a:spcAft>
                <a:spcPts val="0"/>
              </a:spcAft>
              <a:buSzPts val="9200"/>
              <a:buNone/>
              <a:defRPr sz="12266"/>
            </a:lvl6pPr>
            <a:lvl7pPr lvl="6" rtl="0">
              <a:spcBef>
                <a:spcPts val="0"/>
              </a:spcBef>
              <a:spcAft>
                <a:spcPts val="0"/>
              </a:spcAft>
              <a:buSzPts val="9200"/>
              <a:buNone/>
              <a:defRPr sz="12266"/>
            </a:lvl7pPr>
            <a:lvl8pPr lvl="7" rtl="0">
              <a:spcBef>
                <a:spcPts val="0"/>
              </a:spcBef>
              <a:spcAft>
                <a:spcPts val="0"/>
              </a:spcAft>
              <a:buSzPts val="9200"/>
              <a:buNone/>
              <a:defRPr sz="12266"/>
            </a:lvl8pPr>
            <a:lvl9pPr lvl="8" rtl="0">
              <a:spcBef>
                <a:spcPts val="0"/>
              </a:spcBef>
              <a:spcAft>
                <a:spcPts val="0"/>
              </a:spcAft>
              <a:buSzPts val="9200"/>
              <a:buNone/>
              <a:defRPr sz="12266"/>
            </a:lvl9pPr>
          </a:lstStyle>
          <a:p>
            <a:r>
              <a:rPr lang="ja-JP" altLang="en-US" dirty="0"/>
              <a:t>マスター タイトルの書式設定</a:t>
            </a:r>
            <a:endParaRPr dirty="0"/>
          </a:p>
        </p:txBody>
      </p:sp>
      <p:sp>
        <p:nvSpPr>
          <p:cNvPr id="137" name="Google Shape;137;p20"/>
          <p:cNvSpPr txBox="1">
            <a:spLocks noGrp="1"/>
          </p:cNvSpPr>
          <p:nvPr>
            <p:ph type="subTitle" idx="1"/>
          </p:nvPr>
        </p:nvSpPr>
        <p:spPr>
          <a:xfrm>
            <a:off x="5442867" y="2330500"/>
            <a:ext cx="5632400" cy="3459200"/>
          </a:xfrm>
          <a:prstGeom prst="rect">
            <a:avLst/>
          </a:prstGeom>
        </p:spPr>
        <p:txBody>
          <a:bodyPr spcFirstLastPara="1" wrap="square" lIns="91425" tIns="91425" rIns="91425" bIns="91425" anchor="t" anchorCtr="0">
            <a:noAutofit/>
          </a:bodyPr>
          <a:lstStyle>
            <a:lvl1pPr lvl="0" algn="r" rtl="0">
              <a:lnSpc>
                <a:spcPct val="115000"/>
              </a:lnSpc>
              <a:spcBef>
                <a:spcPts val="0"/>
              </a:spcBef>
              <a:spcAft>
                <a:spcPts val="0"/>
              </a:spcAft>
              <a:buSzPts val="1850"/>
              <a:buNone/>
              <a:defRPr sz="2067">
                <a:latin typeface="LINE Seed JP App_TTF Regular" panose="02020500000000000000" pitchFamily="18" charset="-128"/>
                <a:ea typeface="LINE Seed JP App_TTF Regular" panose="02020500000000000000" pitchFamily="18" charset="-128"/>
              </a:defRPr>
            </a:lvl1pPr>
            <a:lvl2pPr lvl="1" algn="ctr" rtl="0">
              <a:lnSpc>
                <a:spcPct val="115000"/>
              </a:lnSpc>
              <a:spcBef>
                <a:spcPts val="0"/>
              </a:spcBef>
              <a:spcAft>
                <a:spcPts val="0"/>
              </a:spcAft>
              <a:buSzPts val="1850"/>
              <a:buNone/>
              <a:defRPr sz="2467"/>
            </a:lvl2pPr>
            <a:lvl3pPr lvl="2" algn="ctr" rtl="0">
              <a:lnSpc>
                <a:spcPct val="115000"/>
              </a:lnSpc>
              <a:spcBef>
                <a:spcPts val="0"/>
              </a:spcBef>
              <a:spcAft>
                <a:spcPts val="0"/>
              </a:spcAft>
              <a:buSzPts val="1850"/>
              <a:buNone/>
              <a:defRPr sz="2467"/>
            </a:lvl3pPr>
            <a:lvl4pPr lvl="3" algn="ctr" rtl="0">
              <a:lnSpc>
                <a:spcPct val="115000"/>
              </a:lnSpc>
              <a:spcBef>
                <a:spcPts val="0"/>
              </a:spcBef>
              <a:spcAft>
                <a:spcPts val="0"/>
              </a:spcAft>
              <a:buSzPts val="1850"/>
              <a:buNone/>
              <a:defRPr sz="2467"/>
            </a:lvl4pPr>
            <a:lvl5pPr lvl="4" algn="ctr" rtl="0">
              <a:lnSpc>
                <a:spcPct val="115000"/>
              </a:lnSpc>
              <a:spcBef>
                <a:spcPts val="0"/>
              </a:spcBef>
              <a:spcAft>
                <a:spcPts val="0"/>
              </a:spcAft>
              <a:buSzPts val="1850"/>
              <a:buNone/>
              <a:defRPr sz="2467"/>
            </a:lvl5pPr>
            <a:lvl6pPr lvl="5" algn="ctr" rtl="0">
              <a:lnSpc>
                <a:spcPct val="115000"/>
              </a:lnSpc>
              <a:spcBef>
                <a:spcPts val="0"/>
              </a:spcBef>
              <a:spcAft>
                <a:spcPts val="0"/>
              </a:spcAft>
              <a:buSzPts val="1850"/>
              <a:buNone/>
              <a:defRPr sz="2467"/>
            </a:lvl6pPr>
            <a:lvl7pPr lvl="6" algn="ctr" rtl="0">
              <a:lnSpc>
                <a:spcPct val="115000"/>
              </a:lnSpc>
              <a:spcBef>
                <a:spcPts val="0"/>
              </a:spcBef>
              <a:spcAft>
                <a:spcPts val="0"/>
              </a:spcAft>
              <a:buSzPts val="1850"/>
              <a:buNone/>
              <a:defRPr sz="2467"/>
            </a:lvl7pPr>
            <a:lvl8pPr lvl="7" algn="ctr" rtl="0">
              <a:lnSpc>
                <a:spcPct val="115000"/>
              </a:lnSpc>
              <a:spcBef>
                <a:spcPts val="0"/>
              </a:spcBef>
              <a:spcAft>
                <a:spcPts val="0"/>
              </a:spcAft>
              <a:buSzPts val="1850"/>
              <a:buNone/>
              <a:defRPr sz="2467"/>
            </a:lvl8pPr>
            <a:lvl9pPr lvl="8" algn="ctr" rtl="0">
              <a:lnSpc>
                <a:spcPct val="115000"/>
              </a:lnSpc>
              <a:spcBef>
                <a:spcPts val="0"/>
              </a:spcBef>
              <a:spcAft>
                <a:spcPts val="0"/>
              </a:spcAft>
              <a:buSzPts val="1850"/>
              <a:buNone/>
              <a:defRPr sz="2467"/>
            </a:lvl9pPr>
          </a:lstStyle>
          <a:p>
            <a:r>
              <a:rPr lang="ja-JP" altLang="en-US" dirty="0"/>
              <a:t>マスター サブタイトルの書式設定</a:t>
            </a:r>
            <a:endParaRPr dirty="0"/>
          </a:p>
        </p:txBody>
      </p:sp>
      <p:grpSp>
        <p:nvGrpSpPr>
          <p:cNvPr id="138" name="Google Shape;138;p20"/>
          <p:cNvGrpSpPr/>
          <p:nvPr/>
        </p:nvGrpSpPr>
        <p:grpSpPr>
          <a:xfrm>
            <a:off x="201" y="719333"/>
            <a:ext cx="11240833" cy="6138667"/>
            <a:chOff x="150" y="539500"/>
            <a:chExt cx="8430625" cy="4604000"/>
          </a:xfrm>
        </p:grpSpPr>
        <p:cxnSp>
          <p:nvCxnSpPr>
            <p:cNvPr id="139" name="Google Shape;139;p20"/>
            <p:cNvCxnSpPr/>
            <p:nvPr/>
          </p:nvCxnSpPr>
          <p:spPr>
            <a:xfrm rot="10800000">
              <a:off x="8430775" y="805200"/>
              <a:ext cx="0" cy="4338300"/>
            </a:xfrm>
            <a:prstGeom prst="straightConnector1">
              <a:avLst/>
            </a:prstGeom>
            <a:noFill/>
            <a:ln w="9525" cap="flat" cmpd="sng">
              <a:solidFill>
                <a:schemeClr val="dk1"/>
              </a:solidFill>
              <a:prstDash val="solid"/>
              <a:round/>
              <a:headEnd type="none" w="med" len="med"/>
              <a:tailEnd type="none" w="med" len="med"/>
            </a:ln>
          </p:spPr>
        </p:cxnSp>
        <p:cxnSp>
          <p:nvCxnSpPr>
            <p:cNvPr id="140" name="Google Shape;140;p20"/>
            <p:cNvCxnSpPr/>
            <p:nvPr/>
          </p:nvCxnSpPr>
          <p:spPr>
            <a:xfrm rot="10800000">
              <a:off x="150" y="539500"/>
              <a:ext cx="4336800" cy="0"/>
            </a:xfrm>
            <a:prstGeom prst="straightConnector1">
              <a:avLst/>
            </a:prstGeom>
            <a:noFill/>
            <a:ln w="9525" cap="flat" cmpd="sng">
              <a:solidFill>
                <a:schemeClr val="dk1"/>
              </a:solidFill>
              <a:prstDash val="solid"/>
              <a:round/>
              <a:headEnd type="none" w="med" len="med"/>
              <a:tailEnd type="none" w="med" len="med"/>
            </a:ln>
          </p:spPr>
        </p:cxnSp>
      </p:grpSp>
      <p:sp>
        <p:nvSpPr>
          <p:cNvPr id="141" name="Google Shape;141;p20"/>
          <p:cNvSpPr>
            <a:spLocks noGrp="1"/>
          </p:cNvSpPr>
          <p:nvPr>
            <p:ph type="pic" idx="2"/>
          </p:nvPr>
        </p:nvSpPr>
        <p:spPr>
          <a:xfrm>
            <a:off x="789433" y="725700"/>
            <a:ext cx="4416000" cy="5178800"/>
          </a:xfrm>
          <a:prstGeom prst="rect">
            <a:avLst/>
          </a:prstGeom>
          <a:noFill/>
          <a:ln>
            <a:noFill/>
          </a:ln>
        </p:spPr>
        <p:txBody>
          <a:bodyPr/>
          <a:lstStyle>
            <a:lvl1pPr>
              <a:defRPr>
                <a:latin typeface="LINE Seed JP App_TTF Regular" panose="02020500000000000000" pitchFamily="18" charset="-128"/>
                <a:ea typeface="LINE Seed JP App_TTF Regular" panose="02020500000000000000" pitchFamily="18" charset="-128"/>
              </a:defRPr>
            </a:lvl1pPr>
          </a:lstStyle>
          <a:p>
            <a:r>
              <a:rPr lang="ja-JP" altLang="en-US" dirty="0"/>
              <a:t>アイコンをクリックして図を追加</a:t>
            </a:r>
          </a:p>
        </p:txBody>
      </p:sp>
    </p:spTree>
    <p:extLst>
      <p:ext uri="{BB962C8B-B14F-4D97-AF65-F5344CB8AC3E}">
        <p14:creationId xmlns:p14="http://schemas.microsoft.com/office/powerpoint/2010/main" val="1314675928"/>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Title and text 1">
  <p:cSld name="Title and text 1">
    <p:spTree>
      <p:nvGrpSpPr>
        <p:cNvPr id="1" name="Shape 142"/>
        <p:cNvGrpSpPr/>
        <p:nvPr/>
      </p:nvGrpSpPr>
      <p:grpSpPr>
        <a:xfrm>
          <a:off x="0" y="0"/>
          <a:ext cx="0" cy="0"/>
          <a:chOff x="0" y="0"/>
          <a:chExt cx="0" cy="0"/>
        </a:xfrm>
      </p:grpSpPr>
      <p:sp>
        <p:nvSpPr>
          <p:cNvPr id="143" name="Google Shape;143;p21"/>
          <p:cNvSpPr txBox="1">
            <a:spLocks noGrp="1"/>
          </p:cNvSpPr>
          <p:nvPr>
            <p:ph type="body" idx="1"/>
          </p:nvPr>
        </p:nvSpPr>
        <p:spPr>
          <a:xfrm>
            <a:off x="2254800" y="2345733"/>
            <a:ext cx="7682400" cy="2790000"/>
          </a:xfrm>
          <a:prstGeom prst="rect">
            <a:avLst/>
          </a:prstGeom>
        </p:spPr>
        <p:txBody>
          <a:bodyPr spcFirstLastPara="1" wrap="square" lIns="91425" tIns="91425" rIns="91425" bIns="91425" anchor="t" anchorCtr="0">
            <a:noAutofit/>
          </a:bodyPr>
          <a:lstStyle>
            <a:lvl1pPr marL="609585" lvl="0" indent="-423323" rtl="0">
              <a:spcBef>
                <a:spcPts val="0"/>
              </a:spcBef>
              <a:spcAft>
                <a:spcPts val="0"/>
              </a:spcAft>
              <a:buClr>
                <a:schemeClr val="dk2"/>
              </a:buClr>
              <a:buSzPts val="1400"/>
              <a:buFont typeface="Red Hat Display"/>
              <a:buChar char="■"/>
              <a:defRPr>
                <a:latin typeface="LINE Seed JP App_TTF Regular" panose="02020500000000000000" pitchFamily="18" charset="-128"/>
                <a:ea typeface="LINE Seed JP App_TTF Regular" panose="02020500000000000000" pitchFamily="18" charset="-128"/>
              </a:defRPr>
            </a:lvl1pPr>
            <a:lvl2pPr marL="1219170" lvl="1" indent="-423323" rtl="0">
              <a:spcBef>
                <a:spcPts val="2133"/>
              </a:spcBef>
              <a:spcAft>
                <a:spcPts val="0"/>
              </a:spcAft>
              <a:buClr>
                <a:srgbClr val="FFFFFF"/>
              </a:buClr>
              <a:buSzPts val="1400"/>
              <a:buFont typeface="Red Hat Display"/>
              <a:buChar char="○"/>
              <a:defRPr/>
            </a:lvl2pPr>
            <a:lvl3pPr marL="1828754" lvl="2" indent="-423323" rtl="0">
              <a:spcBef>
                <a:spcPts val="2133"/>
              </a:spcBef>
              <a:spcAft>
                <a:spcPts val="0"/>
              </a:spcAft>
              <a:buClr>
                <a:srgbClr val="FFFFFF"/>
              </a:buClr>
              <a:buSzPts val="1400"/>
              <a:buFont typeface="Red Hat Display"/>
              <a:buChar char="■"/>
              <a:defRPr/>
            </a:lvl3pPr>
            <a:lvl4pPr marL="2438339" lvl="3" indent="-423323" rtl="0">
              <a:spcBef>
                <a:spcPts val="2133"/>
              </a:spcBef>
              <a:spcAft>
                <a:spcPts val="0"/>
              </a:spcAft>
              <a:buClr>
                <a:srgbClr val="FFFFFF"/>
              </a:buClr>
              <a:buSzPts val="1400"/>
              <a:buFont typeface="Red Hat Display"/>
              <a:buChar char="●"/>
              <a:defRPr/>
            </a:lvl4pPr>
            <a:lvl5pPr marL="3047924" lvl="4" indent="-423323" rtl="0">
              <a:spcBef>
                <a:spcPts val="2133"/>
              </a:spcBef>
              <a:spcAft>
                <a:spcPts val="0"/>
              </a:spcAft>
              <a:buClr>
                <a:srgbClr val="FFFFFF"/>
              </a:buClr>
              <a:buSzPts val="1400"/>
              <a:buFont typeface="Red Hat Display"/>
              <a:buChar char="○"/>
              <a:defRPr/>
            </a:lvl5pPr>
            <a:lvl6pPr marL="3657509" lvl="5" indent="-423323" rtl="0">
              <a:spcBef>
                <a:spcPts val="2133"/>
              </a:spcBef>
              <a:spcAft>
                <a:spcPts val="0"/>
              </a:spcAft>
              <a:buClr>
                <a:srgbClr val="FFFFFF"/>
              </a:buClr>
              <a:buSzPts val="1400"/>
              <a:buFont typeface="Red Hat Display"/>
              <a:buChar char="■"/>
              <a:defRPr/>
            </a:lvl6pPr>
            <a:lvl7pPr marL="4267093" lvl="6" indent="-423323" rtl="0">
              <a:spcBef>
                <a:spcPts val="2133"/>
              </a:spcBef>
              <a:spcAft>
                <a:spcPts val="0"/>
              </a:spcAft>
              <a:buClr>
                <a:srgbClr val="FFFFFF"/>
              </a:buClr>
              <a:buSzPts val="1400"/>
              <a:buFont typeface="Red Hat Display"/>
              <a:buChar char="●"/>
              <a:defRPr/>
            </a:lvl7pPr>
            <a:lvl8pPr marL="4876678" lvl="7" indent="-423323" rtl="0">
              <a:spcBef>
                <a:spcPts val="2133"/>
              </a:spcBef>
              <a:spcAft>
                <a:spcPts val="0"/>
              </a:spcAft>
              <a:buClr>
                <a:srgbClr val="FFFFFF"/>
              </a:buClr>
              <a:buSzPts val="1400"/>
              <a:buFont typeface="Red Hat Display"/>
              <a:buChar char="○"/>
              <a:defRPr/>
            </a:lvl8pPr>
            <a:lvl9pPr marL="5486263" lvl="8" indent="-423323" rtl="0">
              <a:spcBef>
                <a:spcPts val="2133"/>
              </a:spcBef>
              <a:spcAft>
                <a:spcPts val="2133"/>
              </a:spcAft>
              <a:buClr>
                <a:srgbClr val="FFFFFF"/>
              </a:buClr>
              <a:buSzPts val="1400"/>
              <a:buFont typeface="Red Hat Display"/>
              <a:buChar char="■"/>
              <a:defRPr/>
            </a:lvl9pPr>
          </a:lstStyle>
          <a:p>
            <a:pPr lvl="0"/>
            <a:r>
              <a:rPr lang="ja-JP" altLang="en-US" dirty="0"/>
              <a:t>マスター テキストの書式設定</a:t>
            </a:r>
          </a:p>
        </p:txBody>
      </p:sp>
      <p:sp>
        <p:nvSpPr>
          <p:cNvPr id="144" name="Google Shape;144;p21"/>
          <p:cNvSpPr txBox="1">
            <a:spLocks noGrp="1"/>
          </p:cNvSpPr>
          <p:nvPr>
            <p:ph type="title"/>
          </p:nvPr>
        </p:nvSpPr>
        <p:spPr>
          <a:xfrm>
            <a:off x="950967" y="627533"/>
            <a:ext cx="10290000" cy="733200"/>
          </a:xfrm>
          <a:prstGeom prst="rect">
            <a:avLst/>
          </a:prstGeom>
        </p:spPr>
        <p:txBody>
          <a:bodyPr spcFirstLastPara="1" wrap="square" lIns="91425" tIns="91425" rIns="91425" bIns="91425" anchor="t" anchorCtr="0">
            <a:noAutofit/>
          </a:bodyPr>
          <a:lstStyle>
            <a:lvl1pPr lvl="0" rtl="0">
              <a:spcBef>
                <a:spcPts val="0"/>
              </a:spcBef>
              <a:spcAft>
                <a:spcPts val="0"/>
              </a:spcAft>
              <a:buSzPts val="3100"/>
              <a:buNone/>
              <a:defRPr>
                <a:latin typeface="LINE Seed JP App_OTF Bold" panose="02020700000000000000" pitchFamily="18" charset="-128"/>
                <a:ea typeface="LINE Seed JP App_OTF Bold" panose="02020700000000000000" pitchFamily="18" charset="-128"/>
              </a:defRPr>
            </a:lvl1pPr>
            <a:lvl2pPr lvl="1" rtl="0">
              <a:spcBef>
                <a:spcPts val="0"/>
              </a:spcBef>
              <a:spcAft>
                <a:spcPts val="0"/>
              </a:spcAft>
              <a:buSzPts val="3100"/>
              <a:buNone/>
              <a:defRPr/>
            </a:lvl2pPr>
            <a:lvl3pPr lvl="2" rtl="0">
              <a:spcBef>
                <a:spcPts val="0"/>
              </a:spcBef>
              <a:spcAft>
                <a:spcPts val="0"/>
              </a:spcAft>
              <a:buSzPts val="3100"/>
              <a:buNone/>
              <a:defRPr/>
            </a:lvl3pPr>
            <a:lvl4pPr lvl="3" rtl="0">
              <a:spcBef>
                <a:spcPts val="0"/>
              </a:spcBef>
              <a:spcAft>
                <a:spcPts val="0"/>
              </a:spcAft>
              <a:buSzPts val="3100"/>
              <a:buNone/>
              <a:defRPr/>
            </a:lvl4pPr>
            <a:lvl5pPr lvl="4" rtl="0">
              <a:spcBef>
                <a:spcPts val="0"/>
              </a:spcBef>
              <a:spcAft>
                <a:spcPts val="0"/>
              </a:spcAft>
              <a:buSzPts val="3100"/>
              <a:buNone/>
              <a:defRPr/>
            </a:lvl5pPr>
            <a:lvl6pPr lvl="5" rtl="0">
              <a:spcBef>
                <a:spcPts val="0"/>
              </a:spcBef>
              <a:spcAft>
                <a:spcPts val="0"/>
              </a:spcAft>
              <a:buSzPts val="3100"/>
              <a:buNone/>
              <a:defRPr/>
            </a:lvl6pPr>
            <a:lvl7pPr lvl="6" rtl="0">
              <a:spcBef>
                <a:spcPts val="0"/>
              </a:spcBef>
              <a:spcAft>
                <a:spcPts val="0"/>
              </a:spcAft>
              <a:buSzPts val="3100"/>
              <a:buNone/>
              <a:defRPr/>
            </a:lvl7pPr>
            <a:lvl8pPr lvl="7" rtl="0">
              <a:spcBef>
                <a:spcPts val="0"/>
              </a:spcBef>
              <a:spcAft>
                <a:spcPts val="0"/>
              </a:spcAft>
              <a:buSzPts val="3100"/>
              <a:buNone/>
              <a:defRPr/>
            </a:lvl8pPr>
            <a:lvl9pPr lvl="8" rtl="0">
              <a:spcBef>
                <a:spcPts val="0"/>
              </a:spcBef>
              <a:spcAft>
                <a:spcPts val="0"/>
              </a:spcAft>
              <a:buSzPts val="3100"/>
              <a:buNone/>
              <a:defRPr/>
            </a:lvl9pPr>
          </a:lstStyle>
          <a:p>
            <a:r>
              <a:rPr lang="ja-JP" altLang="en-US" dirty="0"/>
              <a:t>マスター タイトルの書式設定</a:t>
            </a:r>
            <a:endParaRPr dirty="0"/>
          </a:p>
        </p:txBody>
      </p:sp>
      <p:sp>
        <p:nvSpPr>
          <p:cNvPr id="145" name="Google Shape;145;p21"/>
          <p:cNvSpPr/>
          <p:nvPr/>
        </p:nvSpPr>
        <p:spPr>
          <a:xfrm flipH="1">
            <a:off x="0" y="6501200"/>
            <a:ext cx="12192000" cy="356800"/>
          </a:xfrm>
          <a:prstGeom prst="rect">
            <a:avLst/>
          </a:prstGeom>
          <a:solidFill>
            <a:schemeClr val="dk2"/>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grpSp>
        <p:nvGrpSpPr>
          <p:cNvPr id="146" name="Google Shape;146;p21"/>
          <p:cNvGrpSpPr/>
          <p:nvPr/>
        </p:nvGrpSpPr>
        <p:grpSpPr>
          <a:xfrm>
            <a:off x="369100" y="356634"/>
            <a:ext cx="11813600" cy="6501367"/>
            <a:chOff x="276825" y="267475"/>
            <a:chExt cx="8860200" cy="4876025"/>
          </a:xfrm>
        </p:grpSpPr>
        <p:cxnSp>
          <p:nvCxnSpPr>
            <p:cNvPr id="147" name="Google Shape;147;p21"/>
            <p:cNvCxnSpPr/>
            <p:nvPr/>
          </p:nvCxnSpPr>
          <p:spPr>
            <a:xfrm rot="10800000">
              <a:off x="276825" y="2571900"/>
              <a:ext cx="0" cy="2571600"/>
            </a:xfrm>
            <a:prstGeom prst="straightConnector1">
              <a:avLst/>
            </a:prstGeom>
            <a:noFill/>
            <a:ln w="9525" cap="flat" cmpd="sng">
              <a:solidFill>
                <a:schemeClr val="dk1"/>
              </a:solidFill>
              <a:prstDash val="solid"/>
              <a:round/>
              <a:headEnd type="none" w="med" len="med"/>
              <a:tailEnd type="none" w="med" len="med"/>
            </a:ln>
          </p:spPr>
        </p:cxnSp>
        <p:cxnSp>
          <p:nvCxnSpPr>
            <p:cNvPr id="148" name="Google Shape;148;p21"/>
            <p:cNvCxnSpPr/>
            <p:nvPr/>
          </p:nvCxnSpPr>
          <p:spPr>
            <a:xfrm>
              <a:off x="4565025" y="267475"/>
              <a:ext cx="4572000" cy="0"/>
            </a:xfrm>
            <a:prstGeom prst="straightConnector1">
              <a:avLst/>
            </a:prstGeom>
            <a:noFill/>
            <a:ln w="9525" cap="flat" cmpd="sng">
              <a:solidFill>
                <a:schemeClr val="dk1"/>
              </a:solidFill>
              <a:prstDash val="solid"/>
              <a:round/>
              <a:headEnd type="none" w="med" len="med"/>
              <a:tailEnd type="none" w="med" len="med"/>
            </a:ln>
          </p:spPr>
        </p:cxnSp>
      </p:grpSp>
    </p:spTree>
    <p:extLst>
      <p:ext uri="{BB962C8B-B14F-4D97-AF65-F5344CB8AC3E}">
        <p14:creationId xmlns:p14="http://schemas.microsoft.com/office/powerpoint/2010/main" val="371664505"/>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Title and text 2">
  <p:cSld name="Title and text 2">
    <p:spTree>
      <p:nvGrpSpPr>
        <p:cNvPr id="1" name="Shape 149"/>
        <p:cNvGrpSpPr/>
        <p:nvPr/>
      </p:nvGrpSpPr>
      <p:grpSpPr>
        <a:xfrm>
          <a:off x="0" y="0"/>
          <a:ext cx="0" cy="0"/>
          <a:chOff x="0" y="0"/>
          <a:chExt cx="0" cy="0"/>
        </a:xfrm>
      </p:grpSpPr>
      <p:sp>
        <p:nvSpPr>
          <p:cNvPr id="150" name="Google Shape;150;p22"/>
          <p:cNvSpPr txBox="1">
            <a:spLocks noGrp="1"/>
          </p:cNvSpPr>
          <p:nvPr>
            <p:ph type="title"/>
          </p:nvPr>
        </p:nvSpPr>
        <p:spPr>
          <a:xfrm>
            <a:off x="1264433" y="1580749"/>
            <a:ext cx="6484400" cy="1071600"/>
          </a:xfrm>
          <a:prstGeom prst="rect">
            <a:avLst/>
          </a:prstGeom>
        </p:spPr>
        <p:txBody>
          <a:bodyPr spcFirstLastPara="1" wrap="square" lIns="91425" tIns="91425" rIns="91425" bIns="91425" anchor="b" anchorCtr="0">
            <a:noAutofit/>
          </a:bodyPr>
          <a:lstStyle>
            <a:lvl1pPr lvl="0" algn="l" rtl="0">
              <a:spcBef>
                <a:spcPts val="0"/>
              </a:spcBef>
              <a:spcAft>
                <a:spcPts val="0"/>
              </a:spcAft>
              <a:buSzPts val="3100"/>
              <a:buNone/>
              <a:defRPr>
                <a:latin typeface="LINE Seed JP App_OTF Bold" panose="02020700000000000000" pitchFamily="18" charset="-128"/>
                <a:ea typeface="LINE Seed JP App_OTF Bold" panose="02020700000000000000" pitchFamily="18" charset="-128"/>
              </a:defRPr>
            </a:lvl1pPr>
            <a:lvl2pPr lvl="1" rtl="0">
              <a:spcBef>
                <a:spcPts val="0"/>
              </a:spcBef>
              <a:spcAft>
                <a:spcPts val="0"/>
              </a:spcAft>
              <a:buSzPts val="3100"/>
              <a:buNone/>
              <a:defRPr/>
            </a:lvl2pPr>
            <a:lvl3pPr lvl="2" rtl="0">
              <a:spcBef>
                <a:spcPts val="0"/>
              </a:spcBef>
              <a:spcAft>
                <a:spcPts val="0"/>
              </a:spcAft>
              <a:buSzPts val="3100"/>
              <a:buNone/>
              <a:defRPr/>
            </a:lvl3pPr>
            <a:lvl4pPr lvl="3" rtl="0">
              <a:spcBef>
                <a:spcPts val="0"/>
              </a:spcBef>
              <a:spcAft>
                <a:spcPts val="0"/>
              </a:spcAft>
              <a:buSzPts val="3100"/>
              <a:buNone/>
              <a:defRPr/>
            </a:lvl4pPr>
            <a:lvl5pPr lvl="4" rtl="0">
              <a:spcBef>
                <a:spcPts val="0"/>
              </a:spcBef>
              <a:spcAft>
                <a:spcPts val="0"/>
              </a:spcAft>
              <a:buSzPts val="3100"/>
              <a:buNone/>
              <a:defRPr/>
            </a:lvl5pPr>
            <a:lvl6pPr lvl="5" rtl="0">
              <a:spcBef>
                <a:spcPts val="0"/>
              </a:spcBef>
              <a:spcAft>
                <a:spcPts val="0"/>
              </a:spcAft>
              <a:buSzPts val="3100"/>
              <a:buNone/>
              <a:defRPr/>
            </a:lvl6pPr>
            <a:lvl7pPr lvl="6" rtl="0">
              <a:spcBef>
                <a:spcPts val="0"/>
              </a:spcBef>
              <a:spcAft>
                <a:spcPts val="0"/>
              </a:spcAft>
              <a:buSzPts val="3100"/>
              <a:buNone/>
              <a:defRPr/>
            </a:lvl7pPr>
            <a:lvl8pPr lvl="7" rtl="0">
              <a:spcBef>
                <a:spcPts val="0"/>
              </a:spcBef>
              <a:spcAft>
                <a:spcPts val="0"/>
              </a:spcAft>
              <a:buSzPts val="3100"/>
              <a:buNone/>
              <a:defRPr/>
            </a:lvl8pPr>
            <a:lvl9pPr lvl="8" rtl="0">
              <a:spcBef>
                <a:spcPts val="0"/>
              </a:spcBef>
              <a:spcAft>
                <a:spcPts val="0"/>
              </a:spcAft>
              <a:buSzPts val="3100"/>
              <a:buNone/>
              <a:defRPr/>
            </a:lvl9pPr>
          </a:lstStyle>
          <a:p>
            <a:r>
              <a:rPr lang="ja-JP" altLang="en-US" dirty="0"/>
              <a:t>マスター タイトルの書式設定</a:t>
            </a:r>
            <a:endParaRPr dirty="0"/>
          </a:p>
        </p:txBody>
      </p:sp>
      <p:sp>
        <p:nvSpPr>
          <p:cNvPr id="151" name="Google Shape;151;p22"/>
          <p:cNvSpPr txBox="1">
            <a:spLocks noGrp="1"/>
          </p:cNvSpPr>
          <p:nvPr>
            <p:ph type="subTitle" idx="1"/>
          </p:nvPr>
        </p:nvSpPr>
        <p:spPr>
          <a:xfrm>
            <a:off x="1264433" y="2816051"/>
            <a:ext cx="6484400" cy="2461200"/>
          </a:xfrm>
          <a:prstGeom prst="rect">
            <a:avLst/>
          </a:prstGeom>
        </p:spPr>
        <p:txBody>
          <a:bodyPr spcFirstLastPara="1" wrap="square" lIns="91425" tIns="91425" rIns="91425" bIns="91425" anchor="t" anchorCtr="0">
            <a:noAutofit/>
          </a:bodyPr>
          <a:lstStyle>
            <a:lvl1pPr lvl="0" rtl="0">
              <a:lnSpc>
                <a:spcPct val="115000"/>
              </a:lnSpc>
              <a:spcBef>
                <a:spcPts val="0"/>
              </a:spcBef>
              <a:spcAft>
                <a:spcPts val="0"/>
              </a:spcAft>
              <a:buClr>
                <a:schemeClr val="dk2"/>
              </a:buClr>
              <a:buSzPts val="1400"/>
              <a:buChar char="■"/>
              <a:defRPr>
                <a:latin typeface="LINE Seed JP App_TTF Regular" panose="02020500000000000000" pitchFamily="18" charset="-128"/>
                <a:ea typeface="LINE Seed JP App_TTF Regular" panose="02020500000000000000" pitchFamily="18" charset="-128"/>
              </a:defRPr>
            </a:lvl1pPr>
            <a:lvl2pPr lvl="1" algn="ctr" rtl="0">
              <a:lnSpc>
                <a:spcPct val="115000"/>
              </a:lnSpc>
              <a:spcBef>
                <a:spcPts val="0"/>
              </a:spcBef>
              <a:spcAft>
                <a:spcPts val="0"/>
              </a:spcAft>
              <a:buSzPts val="1400"/>
              <a:buChar char="○"/>
              <a:defRPr/>
            </a:lvl2pPr>
            <a:lvl3pPr lvl="2" algn="ctr" rtl="0">
              <a:lnSpc>
                <a:spcPct val="115000"/>
              </a:lnSpc>
              <a:spcBef>
                <a:spcPts val="0"/>
              </a:spcBef>
              <a:spcAft>
                <a:spcPts val="0"/>
              </a:spcAft>
              <a:buSzPts val="1400"/>
              <a:buChar char="■"/>
              <a:defRPr/>
            </a:lvl3pPr>
            <a:lvl4pPr lvl="3" algn="ctr" rtl="0">
              <a:lnSpc>
                <a:spcPct val="115000"/>
              </a:lnSpc>
              <a:spcBef>
                <a:spcPts val="0"/>
              </a:spcBef>
              <a:spcAft>
                <a:spcPts val="0"/>
              </a:spcAft>
              <a:buSzPts val="1400"/>
              <a:buChar char="●"/>
              <a:defRPr/>
            </a:lvl4pPr>
            <a:lvl5pPr lvl="4" algn="ctr" rtl="0">
              <a:lnSpc>
                <a:spcPct val="115000"/>
              </a:lnSpc>
              <a:spcBef>
                <a:spcPts val="0"/>
              </a:spcBef>
              <a:spcAft>
                <a:spcPts val="0"/>
              </a:spcAft>
              <a:buSzPts val="1400"/>
              <a:buChar char="○"/>
              <a:defRPr/>
            </a:lvl5pPr>
            <a:lvl6pPr lvl="5" algn="ctr" rtl="0">
              <a:lnSpc>
                <a:spcPct val="115000"/>
              </a:lnSpc>
              <a:spcBef>
                <a:spcPts val="0"/>
              </a:spcBef>
              <a:spcAft>
                <a:spcPts val="0"/>
              </a:spcAft>
              <a:buSzPts val="1400"/>
              <a:buChar char="■"/>
              <a:defRPr/>
            </a:lvl6pPr>
            <a:lvl7pPr lvl="6" algn="ctr" rtl="0">
              <a:lnSpc>
                <a:spcPct val="115000"/>
              </a:lnSpc>
              <a:spcBef>
                <a:spcPts val="0"/>
              </a:spcBef>
              <a:spcAft>
                <a:spcPts val="0"/>
              </a:spcAft>
              <a:buSzPts val="1400"/>
              <a:buChar char="●"/>
              <a:defRPr/>
            </a:lvl7pPr>
            <a:lvl8pPr lvl="7" algn="ctr" rtl="0">
              <a:lnSpc>
                <a:spcPct val="115000"/>
              </a:lnSpc>
              <a:spcBef>
                <a:spcPts val="0"/>
              </a:spcBef>
              <a:spcAft>
                <a:spcPts val="0"/>
              </a:spcAft>
              <a:buSzPts val="1400"/>
              <a:buChar char="○"/>
              <a:defRPr/>
            </a:lvl8pPr>
            <a:lvl9pPr lvl="8" algn="ctr" rtl="0">
              <a:lnSpc>
                <a:spcPct val="115000"/>
              </a:lnSpc>
              <a:spcBef>
                <a:spcPts val="0"/>
              </a:spcBef>
              <a:spcAft>
                <a:spcPts val="0"/>
              </a:spcAft>
              <a:buSzPts val="1400"/>
              <a:buChar char="■"/>
              <a:defRPr/>
            </a:lvl9pPr>
          </a:lstStyle>
          <a:p>
            <a:r>
              <a:rPr lang="ja-JP" altLang="en-US" dirty="0"/>
              <a:t>マスター サブタイトルの書式設定</a:t>
            </a:r>
            <a:endParaRPr dirty="0"/>
          </a:p>
        </p:txBody>
      </p:sp>
      <p:sp>
        <p:nvSpPr>
          <p:cNvPr id="152" name="Google Shape;152;p22"/>
          <p:cNvSpPr/>
          <p:nvPr/>
        </p:nvSpPr>
        <p:spPr>
          <a:xfrm rot="10800000" flipH="1">
            <a:off x="11054800" y="0"/>
            <a:ext cx="1137200" cy="6858000"/>
          </a:xfrm>
          <a:prstGeom prst="rect">
            <a:avLst/>
          </a:prstGeom>
          <a:solidFill>
            <a:schemeClr val="dk2"/>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grpSp>
        <p:nvGrpSpPr>
          <p:cNvPr id="153" name="Google Shape;153;p22"/>
          <p:cNvGrpSpPr/>
          <p:nvPr/>
        </p:nvGrpSpPr>
        <p:grpSpPr>
          <a:xfrm rot="10800000" flipH="1">
            <a:off x="-73834" y="0"/>
            <a:ext cx="12265667" cy="6138667"/>
            <a:chOff x="-55375" y="539500"/>
            <a:chExt cx="9199250" cy="4604000"/>
          </a:xfrm>
        </p:grpSpPr>
        <p:cxnSp>
          <p:nvCxnSpPr>
            <p:cNvPr id="154" name="Google Shape;154;p22"/>
            <p:cNvCxnSpPr/>
            <p:nvPr/>
          </p:nvCxnSpPr>
          <p:spPr>
            <a:xfrm>
              <a:off x="-55375" y="4608575"/>
              <a:ext cx="4571700" cy="0"/>
            </a:xfrm>
            <a:prstGeom prst="straightConnector1">
              <a:avLst/>
            </a:prstGeom>
            <a:noFill/>
            <a:ln w="9525" cap="flat" cmpd="sng">
              <a:solidFill>
                <a:schemeClr val="dk1"/>
              </a:solidFill>
              <a:prstDash val="solid"/>
              <a:round/>
              <a:headEnd type="none" w="med" len="med"/>
              <a:tailEnd type="none" w="med" len="med"/>
            </a:ln>
          </p:spPr>
        </p:cxnSp>
        <p:cxnSp>
          <p:nvCxnSpPr>
            <p:cNvPr id="155" name="Google Shape;155;p22"/>
            <p:cNvCxnSpPr/>
            <p:nvPr/>
          </p:nvCxnSpPr>
          <p:spPr>
            <a:xfrm>
              <a:off x="4585075" y="539500"/>
              <a:ext cx="4558800" cy="0"/>
            </a:xfrm>
            <a:prstGeom prst="straightConnector1">
              <a:avLst/>
            </a:prstGeom>
            <a:noFill/>
            <a:ln w="9525" cap="flat" cmpd="sng">
              <a:solidFill>
                <a:schemeClr val="dk1"/>
              </a:solidFill>
              <a:prstDash val="solid"/>
              <a:round/>
              <a:headEnd type="none" w="med" len="med"/>
              <a:tailEnd type="none" w="med" len="med"/>
            </a:ln>
          </p:spPr>
        </p:cxnSp>
        <p:cxnSp>
          <p:nvCxnSpPr>
            <p:cNvPr id="156" name="Google Shape;156;p22"/>
            <p:cNvCxnSpPr/>
            <p:nvPr/>
          </p:nvCxnSpPr>
          <p:spPr>
            <a:xfrm rot="10800000">
              <a:off x="8430775" y="805200"/>
              <a:ext cx="0" cy="4338300"/>
            </a:xfrm>
            <a:prstGeom prst="straightConnector1">
              <a:avLst/>
            </a:prstGeom>
            <a:noFill/>
            <a:ln w="9525" cap="flat" cmpd="sng">
              <a:solidFill>
                <a:schemeClr val="dk1"/>
              </a:solidFill>
              <a:prstDash val="solid"/>
              <a:round/>
              <a:headEnd type="none" w="med" len="med"/>
              <a:tailEnd type="none" w="med" len="med"/>
            </a:ln>
          </p:spPr>
        </p:cxnSp>
      </p:grpSp>
    </p:spTree>
    <p:extLst>
      <p:ext uri="{BB962C8B-B14F-4D97-AF65-F5344CB8AC3E}">
        <p14:creationId xmlns:p14="http://schemas.microsoft.com/office/powerpoint/2010/main" val="3879089045"/>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Title and text 3">
  <p:cSld name="Title and text 3">
    <p:spTree>
      <p:nvGrpSpPr>
        <p:cNvPr id="1" name="Shape 157"/>
        <p:cNvGrpSpPr/>
        <p:nvPr/>
      </p:nvGrpSpPr>
      <p:grpSpPr>
        <a:xfrm>
          <a:off x="0" y="0"/>
          <a:ext cx="0" cy="0"/>
          <a:chOff x="0" y="0"/>
          <a:chExt cx="0" cy="0"/>
        </a:xfrm>
      </p:grpSpPr>
      <p:sp>
        <p:nvSpPr>
          <p:cNvPr id="158" name="Google Shape;158;p23"/>
          <p:cNvSpPr txBox="1">
            <a:spLocks noGrp="1"/>
          </p:cNvSpPr>
          <p:nvPr>
            <p:ph type="title"/>
          </p:nvPr>
        </p:nvSpPr>
        <p:spPr>
          <a:xfrm>
            <a:off x="1682900" y="1364803"/>
            <a:ext cx="3854000" cy="2238000"/>
          </a:xfrm>
          <a:prstGeom prst="rect">
            <a:avLst/>
          </a:prstGeom>
        </p:spPr>
        <p:txBody>
          <a:bodyPr spcFirstLastPara="1" wrap="square" lIns="91425" tIns="91425" rIns="91425" bIns="91425" anchor="b" anchorCtr="0">
            <a:noAutofit/>
          </a:bodyPr>
          <a:lstStyle>
            <a:lvl1pPr lvl="0" algn="l" rtl="0">
              <a:spcBef>
                <a:spcPts val="0"/>
              </a:spcBef>
              <a:spcAft>
                <a:spcPts val="0"/>
              </a:spcAft>
              <a:buSzPts val="3100"/>
              <a:buNone/>
              <a:defRPr>
                <a:latin typeface="LINE Seed JP App_OTF Bold" panose="02020700000000000000" pitchFamily="18" charset="-128"/>
                <a:ea typeface="LINE Seed JP App_OTF Bold" panose="02020700000000000000" pitchFamily="18" charset="-128"/>
              </a:defRPr>
            </a:lvl1pPr>
            <a:lvl2pPr lvl="1" rtl="0">
              <a:spcBef>
                <a:spcPts val="0"/>
              </a:spcBef>
              <a:spcAft>
                <a:spcPts val="0"/>
              </a:spcAft>
              <a:buSzPts val="3100"/>
              <a:buNone/>
              <a:defRPr/>
            </a:lvl2pPr>
            <a:lvl3pPr lvl="2" rtl="0">
              <a:spcBef>
                <a:spcPts val="0"/>
              </a:spcBef>
              <a:spcAft>
                <a:spcPts val="0"/>
              </a:spcAft>
              <a:buSzPts val="3100"/>
              <a:buNone/>
              <a:defRPr/>
            </a:lvl3pPr>
            <a:lvl4pPr lvl="3" rtl="0">
              <a:spcBef>
                <a:spcPts val="0"/>
              </a:spcBef>
              <a:spcAft>
                <a:spcPts val="0"/>
              </a:spcAft>
              <a:buSzPts val="3100"/>
              <a:buNone/>
              <a:defRPr/>
            </a:lvl4pPr>
            <a:lvl5pPr lvl="4" rtl="0">
              <a:spcBef>
                <a:spcPts val="0"/>
              </a:spcBef>
              <a:spcAft>
                <a:spcPts val="0"/>
              </a:spcAft>
              <a:buSzPts val="3100"/>
              <a:buNone/>
              <a:defRPr/>
            </a:lvl5pPr>
            <a:lvl6pPr lvl="5" rtl="0">
              <a:spcBef>
                <a:spcPts val="0"/>
              </a:spcBef>
              <a:spcAft>
                <a:spcPts val="0"/>
              </a:spcAft>
              <a:buSzPts val="3100"/>
              <a:buNone/>
              <a:defRPr/>
            </a:lvl6pPr>
            <a:lvl7pPr lvl="6" rtl="0">
              <a:spcBef>
                <a:spcPts val="0"/>
              </a:spcBef>
              <a:spcAft>
                <a:spcPts val="0"/>
              </a:spcAft>
              <a:buSzPts val="3100"/>
              <a:buNone/>
              <a:defRPr/>
            </a:lvl7pPr>
            <a:lvl8pPr lvl="7" rtl="0">
              <a:spcBef>
                <a:spcPts val="0"/>
              </a:spcBef>
              <a:spcAft>
                <a:spcPts val="0"/>
              </a:spcAft>
              <a:buSzPts val="3100"/>
              <a:buNone/>
              <a:defRPr/>
            </a:lvl8pPr>
            <a:lvl9pPr lvl="8" rtl="0">
              <a:spcBef>
                <a:spcPts val="0"/>
              </a:spcBef>
              <a:spcAft>
                <a:spcPts val="0"/>
              </a:spcAft>
              <a:buSzPts val="3100"/>
              <a:buNone/>
              <a:defRPr/>
            </a:lvl9pPr>
          </a:lstStyle>
          <a:p>
            <a:r>
              <a:rPr lang="ja-JP" altLang="en-US" dirty="0"/>
              <a:t>マスター タイトルの書式設定</a:t>
            </a:r>
            <a:endParaRPr dirty="0"/>
          </a:p>
        </p:txBody>
      </p:sp>
      <p:sp>
        <p:nvSpPr>
          <p:cNvPr id="159" name="Google Shape;159;p23"/>
          <p:cNvSpPr txBox="1">
            <a:spLocks noGrp="1"/>
          </p:cNvSpPr>
          <p:nvPr>
            <p:ph type="subTitle" idx="1"/>
          </p:nvPr>
        </p:nvSpPr>
        <p:spPr>
          <a:xfrm>
            <a:off x="1682900" y="3603029"/>
            <a:ext cx="3854000" cy="1890000"/>
          </a:xfrm>
          <a:prstGeom prst="rect">
            <a:avLst/>
          </a:prstGeom>
        </p:spPr>
        <p:txBody>
          <a:bodyPr spcFirstLastPara="1" wrap="square" lIns="91425" tIns="91425" rIns="91425" bIns="91425" anchor="t" anchorCtr="0">
            <a:noAutofit/>
          </a:bodyPr>
          <a:lstStyle>
            <a:lvl1pPr lvl="0" rtl="0">
              <a:lnSpc>
                <a:spcPct val="115000"/>
              </a:lnSpc>
              <a:spcBef>
                <a:spcPts val="0"/>
              </a:spcBef>
              <a:spcAft>
                <a:spcPts val="0"/>
              </a:spcAft>
              <a:buSzPts val="1400"/>
              <a:buNone/>
              <a:defRPr>
                <a:latin typeface="LINE Seed JP App_TTF Regular" panose="02020500000000000000" pitchFamily="18" charset="-128"/>
                <a:ea typeface="LINE Seed JP App_TTF Regular" panose="02020500000000000000" pitchFamily="18" charset="-128"/>
              </a:defRPr>
            </a:lvl1pPr>
            <a:lvl2pPr lvl="1" algn="ctr" rtl="0">
              <a:lnSpc>
                <a:spcPct val="115000"/>
              </a:lnSpc>
              <a:spcBef>
                <a:spcPts val="0"/>
              </a:spcBef>
              <a:spcAft>
                <a:spcPts val="0"/>
              </a:spcAft>
              <a:buSzPts val="1400"/>
              <a:buNone/>
              <a:defRPr/>
            </a:lvl2pPr>
            <a:lvl3pPr lvl="2" algn="ctr" rtl="0">
              <a:lnSpc>
                <a:spcPct val="115000"/>
              </a:lnSpc>
              <a:spcBef>
                <a:spcPts val="0"/>
              </a:spcBef>
              <a:spcAft>
                <a:spcPts val="0"/>
              </a:spcAft>
              <a:buSzPts val="1400"/>
              <a:buNone/>
              <a:defRPr/>
            </a:lvl3pPr>
            <a:lvl4pPr lvl="3" algn="ctr" rtl="0">
              <a:lnSpc>
                <a:spcPct val="115000"/>
              </a:lnSpc>
              <a:spcBef>
                <a:spcPts val="0"/>
              </a:spcBef>
              <a:spcAft>
                <a:spcPts val="0"/>
              </a:spcAft>
              <a:buSzPts val="1400"/>
              <a:buNone/>
              <a:defRPr/>
            </a:lvl4pPr>
            <a:lvl5pPr lvl="4" algn="ctr" rtl="0">
              <a:lnSpc>
                <a:spcPct val="115000"/>
              </a:lnSpc>
              <a:spcBef>
                <a:spcPts val="0"/>
              </a:spcBef>
              <a:spcAft>
                <a:spcPts val="0"/>
              </a:spcAft>
              <a:buSzPts val="1400"/>
              <a:buNone/>
              <a:defRPr/>
            </a:lvl5pPr>
            <a:lvl6pPr lvl="5" algn="ctr" rtl="0">
              <a:lnSpc>
                <a:spcPct val="115000"/>
              </a:lnSpc>
              <a:spcBef>
                <a:spcPts val="0"/>
              </a:spcBef>
              <a:spcAft>
                <a:spcPts val="0"/>
              </a:spcAft>
              <a:buSzPts val="1400"/>
              <a:buNone/>
              <a:defRPr/>
            </a:lvl6pPr>
            <a:lvl7pPr lvl="6" algn="ctr" rtl="0">
              <a:lnSpc>
                <a:spcPct val="115000"/>
              </a:lnSpc>
              <a:spcBef>
                <a:spcPts val="0"/>
              </a:spcBef>
              <a:spcAft>
                <a:spcPts val="0"/>
              </a:spcAft>
              <a:buSzPts val="1400"/>
              <a:buNone/>
              <a:defRPr/>
            </a:lvl7pPr>
            <a:lvl8pPr lvl="7" algn="ctr" rtl="0">
              <a:lnSpc>
                <a:spcPct val="115000"/>
              </a:lnSpc>
              <a:spcBef>
                <a:spcPts val="0"/>
              </a:spcBef>
              <a:spcAft>
                <a:spcPts val="0"/>
              </a:spcAft>
              <a:buSzPts val="1400"/>
              <a:buNone/>
              <a:defRPr/>
            </a:lvl8pPr>
            <a:lvl9pPr lvl="8" algn="ctr" rtl="0">
              <a:lnSpc>
                <a:spcPct val="115000"/>
              </a:lnSpc>
              <a:spcBef>
                <a:spcPts val="0"/>
              </a:spcBef>
              <a:spcAft>
                <a:spcPts val="0"/>
              </a:spcAft>
              <a:buSzPts val="1400"/>
              <a:buNone/>
              <a:defRPr/>
            </a:lvl9pPr>
          </a:lstStyle>
          <a:p>
            <a:r>
              <a:rPr lang="ja-JP" altLang="en-US" dirty="0"/>
              <a:t>マスター サブタイトルの書式設定</a:t>
            </a:r>
            <a:endParaRPr dirty="0"/>
          </a:p>
        </p:txBody>
      </p:sp>
      <p:sp>
        <p:nvSpPr>
          <p:cNvPr id="160" name="Google Shape;160;p23"/>
          <p:cNvSpPr/>
          <p:nvPr/>
        </p:nvSpPr>
        <p:spPr>
          <a:xfrm rot="10800000">
            <a:off x="167" y="0"/>
            <a:ext cx="955600" cy="6858000"/>
          </a:xfrm>
          <a:prstGeom prst="rect">
            <a:avLst/>
          </a:prstGeom>
          <a:solidFill>
            <a:schemeClr val="dk2"/>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grpSp>
        <p:nvGrpSpPr>
          <p:cNvPr id="161" name="Google Shape;161;p23"/>
          <p:cNvGrpSpPr/>
          <p:nvPr/>
        </p:nvGrpSpPr>
        <p:grpSpPr>
          <a:xfrm rot="10800000">
            <a:off x="0" y="484133"/>
            <a:ext cx="11813600" cy="6373867"/>
            <a:chOff x="283800" y="0"/>
            <a:chExt cx="8860200" cy="4780400"/>
          </a:xfrm>
        </p:grpSpPr>
        <p:cxnSp>
          <p:nvCxnSpPr>
            <p:cNvPr id="162" name="Google Shape;162;p23"/>
            <p:cNvCxnSpPr/>
            <p:nvPr/>
          </p:nvCxnSpPr>
          <p:spPr>
            <a:xfrm>
              <a:off x="4273200" y="4780400"/>
              <a:ext cx="4870800" cy="0"/>
            </a:xfrm>
            <a:prstGeom prst="straightConnector1">
              <a:avLst/>
            </a:prstGeom>
            <a:noFill/>
            <a:ln w="9525" cap="flat" cmpd="sng">
              <a:solidFill>
                <a:schemeClr val="dk1"/>
              </a:solidFill>
              <a:prstDash val="solid"/>
              <a:round/>
              <a:headEnd type="none" w="med" len="med"/>
              <a:tailEnd type="none" w="med" len="med"/>
            </a:ln>
          </p:spPr>
        </p:cxnSp>
        <p:cxnSp>
          <p:nvCxnSpPr>
            <p:cNvPr id="163" name="Google Shape;163;p23"/>
            <p:cNvCxnSpPr/>
            <p:nvPr/>
          </p:nvCxnSpPr>
          <p:spPr>
            <a:xfrm rot="10800000">
              <a:off x="283800" y="0"/>
              <a:ext cx="0" cy="4131000"/>
            </a:xfrm>
            <a:prstGeom prst="straightConnector1">
              <a:avLst/>
            </a:prstGeom>
            <a:noFill/>
            <a:ln w="9525" cap="flat" cmpd="sng">
              <a:solidFill>
                <a:schemeClr val="dk1"/>
              </a:solidFill>
              <a:prstDash val="solid"/>
              <a:round/>
              <a:headEnd type="none" w="med" len="med"/>
              <a:tailEnd type="none" w="med" len="med"/>
            </a:ln>
          </p:spPr>
        </p:cxnSp>
      </p:grpSp>
    </p:spTree>
    <p:extLst>
      <p:ext uri="{BB962C8B-B14F-4D97-AF65-F5344CB8AC3E}">
        <p14:creationId xmlns:p14="http://schemas.microsoft.com/office/powerpoint/2010/main" val="110676199"/>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Title and text 4">
  <p:cSld name="Title and text 4">
    <p:spTree>
      <p:nvGrpSpPr>
        <p:cNvPr id="1" name="Shape 164"/>
        <p:cNvGrpSpPr/>
        <p:nvPr/>
      </p:nvGrpSpPr>
      <p:grpSpPr>
        <a:xfrm>
          <a:off x="0" y="0"/>
          <a:ext cx="0" cy="0"/>
          <a:chOff x="0" y="0"/>
          <a:chExt cx="0" cy="0"/>
        </a:xfrm>
      </p:grpSpPr>
      <p:sp>
        <p:nvSpPr>
          <p:cNvPr id="165" name="Google Shape;165;p24"/>
          <p:cNvSpPr txBox="1">
            <a:spLocks noGrp="1"/>
          </p:cNvSpPr>
          <p:nvPr>
            <p:ph type="title"/>
          </p:nvPr>
        </p:nvSpPr>
        <p:spPr>
          <a:xfrm>
            <a:off x="6329067" y="1364800"/>
            <a:ext cx="3506800" cy="2028800"/>
          </a:xfrm>
          <a:prstGeom prst="rect">
            <a:avLst/>
          </a:prstGeom>
        </p:spPr>
        <p:txBody>
          <a:bodyPr spcFirstLastPara="1" wrap="square" lIns="91425" tIns="91425" rIns="91425" bIns="91425" anchor="b" anchorCtr="0">
            <a:noAutofit/>
          </a:bodyPr>
          <a:lstStyle>
            <a:lvl1pPr lvl="0" algn="r" rtl="0">
              <a:spcBef>
                <a:spcPts val="0"/>
              </a:spcBef>
              <a:spcAft>
                <a:spcPts val="0"/>
              </a:spcAft>
              <a:buSzPts val="3100"/>
              <a:buNone/>
              <a:defRPr>
                <a:latin typeface="LINE Seed JP App_OTF Bold" panose="02020700000000000000" pitchFamily="18" charset="-128"/>
                <a:ea typeface="LINE Seed JP App_OTF Bold" panose="02020700000000000000" pitchFamily="18" charset="-128"/>
              </a:defRPr>
            </a:lvl1pPr>
            <a:lvl2pPr lvl="1" algn="r" rtl="0">
              <a:spcBef>
                <a:spcPts val="0"/>
              </a:spcBef>
              <a:spcAft>
                <a:spcPts val="0"/>
              </a:spcAft>
              <a:buSzPts val="3100"/>
              <a:buNone/>
              <a:defRPr/>
            </a:lvl2pPr>
            <a:lvl3pPr lvl="2" algn="r" rtl="0">
              <a:spcBef>
                <a:spcPts val="0"/>
              </a:spcBef>
              <a:spcAft>
                <a:spcPts val="0"/>
              </a:spcAft>
              <a:buSzPts val="3100"/>
              <a:buNone/>
              <a:defRPr/>
            </a:lvl3pPr>
            <a:lvl4pPr lvl="3" algn="r" rtl="0">
              <a:spcBef>
                <a:spcPts val="0"/>
              </a:spcBef>
              <a:spcAft>
                <a:spcPts val="0"/>
              </a:spcAft>
              <a:buSzPts val="3100"/>
              <a:buNone/>
              <a:defRPr/>
            </a:lvl4pPr>
            <a:lvl5pPr lvl="4" algn="r" rtl="0">
              <a:spcBef>
                <a:spcPts val="0"/>
              </a:spcBef>
              <a:spcAft>
                <a:spcPts val="0"/>
              </a:spcAft>
              <a:buSzPts val="3100"/>
              <a:buNone/>
              <a:defRPr/>
            </a:lvl5pPr>
            <a:lvl6pPr lvl="5" algn="r" rtl="0">
              <a:spcBef>
                <a:spcPts val="0"/>
              </a:spcBef>
              <a:spcAft>
                <a:spcPts val="0"/>
              </a:spcAft>
              <a:buSzPts val="3100"/>
              <a:buNone/>
              <a:defRPr/>
            </a:lvl6pPr>
            <a:lvl7pPr lvl="6" algn="r" rtl="0">
              <a:spcBef>
                <a:spcPts val="0"/>
              </a:spcBef>
              <a:spcAft>
                <a:spcPts val="0"/>
              </a:spcAft>
              <a:buSzPts val="3100"/>
              <a:buNone/>
              <a:defRPr/>
            </a:lvl7pPr>
            <a:lvl8pPr lvl="7" algn="r" rtl="0">
              <a:spcBef>
                <a:spcPts val="0"/>
              </a:spcBef>
              <a:spcAft>
                <a:spcPts val="0"/>
              </a:spcAft>
              <a:buSzPts val="3100"/>
              <a:buNone/>
              <a:defRPr/>
            </a:lvl8pPr>
            <a:lvl9pPr lvl="8" algn="r" rtl="0">
              <a:spcBef>
                <a:spcPts val="0"/>
              </a:spcBef>
              <a:spcAft>
                <a:spcPts val="0"/>
              </a:spcAft>
              <a:buSzPts val="3100"/>
              <a:buNone/>
              <a:defRPr/>
            </a:lvl9pPr>
          </a:lstStyle>
          <a:p>
            <a:r>
              <a:rPr lang="ja-JP" altLang="en-US" dirty="0"/>
              <a:t>マスター タイトルの書式設定</a:t>
            </a:r>
            <a:endParaRPr dirty="0"/>
          </a:p>
        </p:txBody>
      </p:sp>
      <p:sp>
        <p:nvSpPr>
          <p:cNvPr id="166" name="Google Shape;166;p24"/>
          <p:cNvSpPr txBox="1">
            <a:spLocks noGrp="1"/>
          </p:cNvSpPr>
          <p:nvPr>
            <p:ph type="subTitle" idx="1"/>
          </p:nvPr>
        </p:nvSpPr>
        <p:spPr>
          <a:xfrm>
            <a:off x="6329067" y="3393407"/>
            <a:ext cx="3506800" cy="2100000"/>
          </a:xfrm>
          <a:prstGeom prst="rect">
            <a:avLst/>
          </a:prstGeom>
        </p:spPr>
        <p:txBody>
          <a:bodyPr spcFirstLastPara="1" wrap="square" lIns="91425" tIns="91425" rIns="91425" bIns="91425" anchor="t" anchorCtr="0">
            <a:noAutofit/>
          </a:bodyPr>
          <a:lstStyle>
            <a:lvl1pPr lvl="0" algn="r" rtl="0">
              <a:lnSpc>
                <a:spcPct val="115000"/>
              </a:lnSpc>
              <a:spcBef>
                <a:spcPts val="0"/>
              </a:spcBef>
              <a:spcAft>
                <a:spcPts val="0"/>
              </a:spcAft>
              <a:buSzPts val="1400"/>
              <a:buNone/>
              <a:defRPr>
                <a:latin typeface="LINE Seed JP App_TTF Regular" panose="02020500000000000000" pitchFamily="18" charset="-128"/>
                <a:ea typeface="LINE Seed JP App_TTF Regular" panose="02020500000000000000" pitchFamily="18" charset="-128"/>
              </a:defRPr>
            </a:lvl1pPr>
            <a:lvl2pPr lvl="1" algn="r" rtl="0">
              <a:lnSpc>
                <a:spcPct val="115000"/>
              </a:lnSpc>
              <a:spcBef>
                <a:spcPts val="0"/>
              </a:spcBef>
              <a:spcAft>
                <a:spcPts val="0"/>
              </a:spcAft>
              <a:buSzPts val="1400"/>
              <a:buNone/>
              <a:defRPr/>
            </a:lvl2pPr>
            <a:lvl3pPr lvl="2" algn="r" rtl="0">
              <a:lnSpc>
                <a:spcPct val="115000"/>
              </a:lnSpc>
              <a:spcBef>
                <a:spcPts val="0"/>
              </a:spcBef>
              <a:spcAft>
                <a:spcPts val="0"/>
              </a:spcAft>
              <a:buSzPts val="1400"/>
              <a:buNone/>
              <a:defRPr/>
            </a:lvl3pPr>
            <a:lvl4pPr lvl="3" algn="r" rtl="0">
              <a:lnSpc>
                <a:spcPct val="115000"/>
              </a:lnSpc>
              <a:spcBef>
                <a:spcPts val="0"/>
              </a:spcBef>
              <a:spcAft>
                <a:spcPts val="0"/>
              </a:spcAft>
              <a:buSzPts val="1400"/>
              <a:buNone/>
              <a:defRPr/>
            </a:lvl4pPr>
            <a:lvl5pPr lvl="4" algn="r" rtl="0">
              <a:lnSpc>
                <a:spcPct val="115000"/>
              </a:lnSpc>
              <a:spcBef>
                <a:spcPts val="0"/>
              </a:spcBef>
              <a:spcAft>
                <a:spcPts val="0"/>
              </a:spcAft>
              <a:buSzPts val="1400"/>
              <a:buNone/>
              <a:defRPr/>
            </a:lvl5pPr>
            <a:lvl6pPr lvl="5" algn="r" rtl="0">
              <a:lnSpc>
                <a:spcPct val="115000"/>
              </a:lnSpc>
              <a:spcBef>
                <a:spcPts val="0"/>
              </a:spcBef>
              <a:spcAft>
                <a:spcPts val="0"/>
              </a:spcAft>
              <a:buSzPts val="1400"/>
              <a:buNone/>
              <a:defRPr/>
            </a:lvl6pPr>
            <a:lvl7pPr lvl="6" algn="r" rtl="0">
              <a:lnSpc>
                <a:spcPct val="115000"/>
              </a:lnSpc>
              <a:spcBef>
                <a:spcPts val="0"/>
              </a:spcBef>
              <a:spcAft>
                <a:spcPts val="0"/>
              </a:spcAft>
              <a:buSzPts val="1400"/>
              <a:buNone/>
              <a:defRPr/>
            </a:lvl7pPr>
            <a:lvl8pPr lvl="7" algn="r" rtl="0">
              <a:lnSpc>
                <a:spcPct val="115000"/>
              </a:lnSpc>
              <a:spcBef>
                <a:spcPts val="0"/>
              </a:spcBef>
              <a:spcAft>
                <a:spcPts val="0"/>
              </a:spcAft>
              <a:buSzPts val="1400"/>
              <a:buNone/>
              <a:defRPr/>
            </a:lvl8pPr>
            <a:lvl9pPr lvl="8" algn="r" rtl="0">
              <a:lnSpc>
                <a:spcPct val="115000"/>
              </a:lnSpc>
              <a:spcBef>
                <a:spcPts val="0"/>
              </a:spcBef>
              <a:spcAft>
                <a:spcPts val="0"/>
              </a:spcAft>
              <a:buSzPts val="1400"/>
              <a:buNone/>
              <a:defRPr/>
            </a:lvl9pPr>
          </a:lstStyle>
          <a:p>
            <a:r>
              <a:rPr lang="ja-JP" altLang="en-US" dirty="0"/>
              <a:t>マスター サブタイトルの書式設定</a:t>
            </a:r>
            <a:endParaRPr dirty="0"/>
          </a:p>
        </p:txBody>
      </p:sp>
      <p:grpSp>
        <p:nvGrpSpPr>
          <p:cNvPr id="167" name="Google Shape;167;p24"/>
          <p:cNvGrpSpPr/>
          <p:nvPr/>
        </p:nvGrpSpPr>
        <p:grpSpPr>
          <a:xfrm flipH="1">
            <a:off x="1" y="0"/>
            <a:ext cx="12192100" cy="6858000"/>
            <a:chOff x="0" y="0"/>
            <a:chExt cx="9144075" cy="5143500"/>
          </a:xfrm>
        </p:grpSpPr>
        <p:grpSp>
          <p:nvGrpSpPr>
            <p:cNvPr id="168" name="Google Shape;168;p24"/>
            <p:cNvGrpSpPr/>
            <p:nvPr/>
          </p:nvGrpSpPr>
          <p:grpSpPr>
            <a:xfrm>
              <a:off x="0" y="0"/>
              <a:ext cx="9144075" cy="5143500"/>
              <a:chOff x="0" y="0"/>
              <a:chExt cx="9144075" cy="5143500"/>
            </a:xfrm>
          </p:grpSpPr>
          <p:sp>
            <p:nvSpPr>
              <p:cNvPr id="169" name="Google Shape;169;p24"/>
              <p:cNvSpPr/>
              <p:nvPr/>
            </p:nvSpPr>
            <p:spPr>
              <a:xfrm>
                <a:off x="4185975" y="4608575"/>
                <a:ext cx="4958100" cy="529200"/>
              </a:xfrm>
              <a:prstGeom prst="rect">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70" name="Google Shape;170;p24"/>
              <p:cNvSpPr/>
              <p:nvPr/>
            </p:nvSpPr>
            <p:spPr>
              <a:xfrm>
                <a:off x="0" y="0"/>
                <a:ext cx="852900" cy="5143500"/>
              </a:xfrm>
              <a:prstGeom prst="rect">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grpSp>
          <p:nvGrpSpPr>
            <p:cNvPr id="171" name="Google Shape;171;p24"/>
            <p:cNvGrpSpPr/>
            <p:nvPr/>
          </p:nvGrpSpPr>
          <p:grpSpPr>
            <a:xfrm>
              <a:off x="150" y="539500"/>
              <a:ext cx="8430625" cy="4604000"/>
              <a:chOff x="150" y="539500"/>
              <a:chExt cx="8430625" cy="4604000"/>
            </a:xfrm>
          </p:grpSpPr>
          <p:cxnSp>
            <p:nvCxnSpPr>
              <p:cNvPr id="172" name="Google Shape;172;p24"/>
              <p:cNvCxnSpPr/>
              <p:nvPr/>
            </p:nvCxnSpPr>
            <p:spPr>
              <a:xfrm rot="10800000">
                <a:off x="8430775" y="805200"/>
                <a:ext cx="0" cy="4338300"/>
              </a:xfrm>
              <a:prstGeom prst="straightConnector1">
                <a:avLst/>
              </a:prstGeom>
              <a:noFill/>
              <a:ln w="9525" cap="flat" cmpd="sng">
                <a:solidFill>
                  <a:schemeClr val="dk1"/>
                </a:solidFill>
                <a:prstDash val="solid"/>
                <a:round/>
                <a:headEnd type="none" w="med" len="med"/>
                <a:tailEnd type="none" w="med" len="med"/>
              </a:ln>
            </p:spPr>
          </p:cxnSp>
          <p:cxnSp>
            <p:nvCxnSpPr>
              <p:cNvPr id="173" name="Google Shape;173;p24"/>
              <p:cNvCxnSpPr/>
              <p:nvPr/>
            </p:nvCxnSpPr>
            <p:spPr>
              <a:xfrm rot="10800000">
                <a:off x="150" y="539500"/>
                <a:ext cx="4336800" cy="0"/>
              </a:xfrm>
              <a:prstGeom prst="straightConnector1">
                <a:avLst/>
              </a:prstGeom>
              <a:noFill/>
              <a:ln w="9525" cap="flat" cmpd="sng">
                <a:solidFill>
                  <a:schemeClr val="dk1"/>
                </a:solidFill>
                <a:prstDash val="solid"/>
                <a:round/>
                <a:headEnd type="none" w="med" len="med"/>
                <a:tailEnd type="none" w="med" len="med"/>
              </a:ln>
            </p:spPr>
          </p:cxnSp>
        </p:grpSp>
      </p:grpSp>
    </p:spTree>
    <p:extLst>
      <p:ext uri="{BB962C8B-B14F-4D97-AF65-F5344CB8AC3E}">
        <p14:creationId xmlns:p14="http://schemas.microsoft.com/office/powerpoint/2010/main" val="3087493825"/>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Title and two columns 1">
  <p:cSld name="Title and two columns 1">
    <p:spTree>
      <p:nvGrpSpPr>
        <p:cNvPr id="1" name="Shape 174"/>
        <p:cNvGrpSpPr/>
        <p:nvPr/>
      </p:nvGrpSpPr>
      <p:grpSpPr>
        <a:xfrm>
          <a:off x="0" y="0"/>
          <a:ext cx="0" cy="0"/>
          <a:chOff x="0" y="0"/>
          <a:chExt cx="0" cy="0"/>
        </a:xfrm>
      </p:grpSpPr>
      <p:sp>
        <p:nvSpPr>
          <p:cNvPr id="175" name="Google Shape;175;p25"/>
          <p:cNvSpPr txBox="1">
            <a:spLocks noGrp="1"/>
          </p:cNvSpPr>
          <p:nvPr>
            <p:ph type="title"/>
          </p:nvPr>
        </p:nvSpPr>
        <p:spPr>
          <a:xfrm>
            <a:off x="950967" y="627533"/>
            <a:ext cx="10290000" cy="733200"/>
          </a:xfrm>
          <a:prstGeom prst="rect">
            <a:avLst/>
          </a:prstGeom>
        </p:spPr>
        <p:txBody>
          <a:bodyPr spcFirstLastPara="1" wrap="square" lIns="91425" tIns="91425" rIns="91425" bIns="91425" anchor="t" anchorCtr="0">
            <a:noAutofit/>
          </a:bodyPr>
          <a:lstStyle>
            <a:lvl1pPr lvl="0">
              <a:spcBef>
                <a:spcPts val="0"/>
              </a:spcBef>
              <a:spcAft>
                <a:spcPts val="0"/>
              </a:spcAft>
              <a:buSzPts val="3100"/>
              <a:buNone/>
              <a:defRPr>
                <a:latin typeface="LINE Seed JP App_OTF Bold" panose="02020700000000000000" pitchFamily="18" charset="-128"/>
                <a:ea typeface="LINE Seed JP App_OTF Bold" panose="02020700000000000000" pitchFamily="18" charset="-128"/>
              </a:defRPr>
            </a:lvl1pPr>
            <a:lvl2pPr lvl="1">
              <a:spcBef>
                <a:spcPts val="0"/>
              </a:spcBef>
              <a:spcAft>
                <a:spcPts val="0"/>
              </a:spcAft>
              <a:buSzPts val="3100"/>
              <a:buNone/>
              <a:defRPr/>
            </a:lvl2pPr>
            <a:lvl3pPr lvl="2">
              <a:spcBef>
                <a:spcPts val="0"/>
              </a:spcBef>
              <a:spcAft>
                <a:spcPts val="0"/>
              </a:spcAft>
              <a:buSzPts val="3100"/>
              <a:buNone/>
              <a:defRPr/>
            </a:lvl3pPr>
            <a:lvl4pPr lvl="3">
              <a:spcBef>
                <a:spcPts val="0"/>
              </a:spcBef>
              <a:spcAft>
                <a:spcPts val="0"/>
              </a:spcAft>
              <a:buSzPts val="3100"/>
              <a:buNone/>
              <a:defRPr/>
            </a:lvl4pPr>
            <a:lvl5pPr lvl="4">
              <a:spcBef>
                <a:spcPts val="0"/>
              </a:spcBef>
              <a:spcAft>
                <a:spcPts val="0"/>
              </a:spcAft>
              <a:buSzPts val="3100"/>
              <a:buNone/>
              <a:defRPr/>
            </a:lvl5pPr>
            <a:lvl6pPr lvl="5">
              <a:spcBef>
                <a:spcPts val="0"/>
              </a:spcBef>
              <a:spcAft>
                <a:spcPts val="0"/>
              </a:spcAft>
              <a:buSzPts val="3100"/>
              <a:buNone/>
              <a:defRPr/>
            </a:lvl6pPr>
            <a:lvl7pPr lvl="6">
              <a:spcBef>
                <a:spcPts val="0"/>
              </a:spcBef>
              <a:spcAft>
                <a:spcPts val="0"/>
              </a:spcAft>
              <a:buSzPts val="3100"/>
              <a:buNone/>
              <a:defRPr/>
            </a:lvl7pPr>
            <a:lvl8pPr lvl="7">
              <a:spcBef>
                <a:spcPts val="0"/>
              </a:spcBef>
              <a:spcAft>
                <a:spcPts val="0"/>
              </a:spcAft>
              <a:buSzPts val="3100"/>
              <a:buNone/>
              <a:defRPr/>
            </a:lvl8pPr>
            <a:lvl9pPr lvl="8">
              <a:spcBef>
                <a:spcPts val="0"/>
              </a:spcBef>
              <a:spcAft>
                <a:spcPts val="0"/>
              </a:spcAft>
              <a:buSzPts val="3100"/>
              <a:buNone/>
              <a:defRPr/>
            </a:lvl9pPr>
          </a:lstStyle>
          <a:p>
            <a:r>
              <a:rPr lang="ja-JP" altLang="en-US" dirty="0"/>
              <a:t>マスター タイトルの書式設定</a:t>
            </a:r>
            <a:endParaRPr dirty="0"/>
          </a:p>
        </p:txBody>
      </p:sp>
      <p:sp>
        <p:nvSpPr>
          <p:cNvPr id="176" name="Google Shape;176;p25"/>
          <p:cNvSpPr txBox="1">
            <a:spLocks noGrp="1"/>
          </p:cNvSpPr>
          <p:nvPr>
            <p:ph type="body" idx="1"/>
          </p:nvPr>
        </p:nvSpPr>
        <p:spPr>
          <a:xfrm>
            <a:off x="950967" y="2243833"/>
            <a:ext cx="5041200" cy="3646400"/>
          </a:xfrm>
          <a:prstGeom prst="rect">
            <a:avLst/>
          </a:prstGeom>
        </p:spPr>
        <p:txBody>
          <a:bodyPr spcFirstLastPara="1" wrap="square" lIns="91425" tIns="91425" rIns="91425" bIns="91425" anchor="t" anchorCtr="0">
            <a:noAutofit/>
          </a:bodyPr>
          <a:lstStyle>
            <a:lvl1pPr marL="609585" lvl="0" indent="-423323" rtl="0">
              <a:lnSpc>
                <a:spcPct val="115000"/>
              </a:lnSpc>
              <a:spcBef>
                <a:spcPts val="0"/>
              </a:spcBef>
              <a:spcAft>
                <a:spcPts val="0"/>
              </a:spcAft>
              <a:buClr>
                <a:schemeClr val="dk2"/>
              </a:buClr>
              <a:buSzPts val="1400"/>
              <a:buChar char="■"/>
              <a:defRPr>
                <a:latin typeface="LINE Seed JP App_TTF Regular" panose="02020500000000000000" pitchFamily="18" charset="-128"/>
                <a:ea typeface="LINE Seed JP App_TTF Regular" panose="02020500000000000000" pitchFamily="18" charset="-128"/>
              </a:defRPr>
            </a:lvl1pPr>
            <a:lvl2pPr marL="1219170" lvl="1" indent="-423323" rtl="0">
              <a:lnSpc>
                <a:spcPct val="115000"/>
              </a:lnSpc>
              <a:spcBef>
                <a:spcPts val="0"/>
              </a:spcBef>
              <a:spcAft>
                <a:spcPts val="0"/>
              </a:spcAft>
              <a:buSzPts val="1400"/>
              <a:buFont typeface="Chivo"/>
              <a:buChar char="○"/>
              <a:defRPr/>
            </a:lvl2pPr>
            <a:lvl3pPr marL="1828754" lvl="2" indent="-423323" rtl="0">
              <a:lnSpc>
                <a:spcPct val="115000"/>
              </a:lnSpc>
              <a:spcBef>
                <a:spcPts val="2133"/>
              </a:spcBef>
              <a:spcAft>
                <a:spcPts val="0"/>
              </a:spcAft>
              <a:buSzPts val="1400"/>
              <a:buFont typeface="Chivo"/>
              <a:buChar char="■"/>
              <a:defRPr/>
            </a:lvl3pPr>
            <a:lvl4pPr marL="2438339" lvl="3" indent="-423323" rtl="0">
              <a:lnSpc>
                <a:spcPct val="115000"/>
              </a:lnSpc>
              <a:spcBef>
                <a:spcPts val="2133"/>
              </a:spcBef>
              <a:spcAft>
                <a:spcPts val="0"/>
              </a:spcAft>
              <a:buSzPts val="1400"/>
              <a:buFont typeface="Chivo"/>
              <a:buChar char="●"/>
              <a:defRPr/>
            </a:lvl4pPr>
            <a:lvl5pPr marL="3047924" lvl="4" indent="-423323" rtl="0">
              <a:lnSpc>
                <a:spcPct val="115000"/>
              </a:lnSpc>
              <a:spcBef>
                <a:spcPts val="2133"/>
              </a:spcBef>
              <a:spcAft>
                <a:spcPts val="0"/>
              </a:spcAft>
              <a:buSzPts val="1400"/>
              <a:buFont typeface="Chivo"/>
              <a:buChar char="○"/>
              <a:defRPr/>
            </a:lvl5pPr>
            <a:lvl6pPr marL="3657509" lvl="5" indent="-423323" rtl="0">
              <a:lnSpc>
                <a:spcPct val="115000"/>
              </a:lnSpc>
              <a:spcBef>
                <a:spcPts val="2133"/>
              </a:spcBef>
              <a:spcAft>
                <a:spcPts val="0"/>
              </a:spcAft>
              <a:buSzPts val="1400"/>
              <a:buFont typeface="Chivo"/>
              <a:buChar char="■"/>
              <a:defRPr/>
            </a:lvl6pPr>
            <a:lvl7pPr marL="4267093" lvl="6" indent="-423323" rtl="0">
              <a:lnSpc>
                <a:spcPct val="115000"/>
              </a:lnSpc>
              <a:spcBef>
                <a:spcPts val="2133"/>
              </a:spcBef>
              <a:spcAft>
                <a:spcPts val="0"/>
              </a:spcAft>
              <a:buSzPts val="1400"/>
              <a:buFont typeface="Chivo"/>
              <a:buChar char="●"/>
              <a:defRPr/>
            </a:lvl7pPr>
            <a:lvl8pPr marL="4876678" lvl="7" indent="-423323" rtl="0">
              <a:lnSpc>
                <a:spcPct val="115000"/>
              </a:lnSpc>
              <a:spcBef>
                <a:spcPts val="2133"/>
              </a:spcBef>
              <a:spcAft>
                <a:spcPts val="0"/>
              </a:spcAft>
              <a:buSzPts val="1400"/>
              <a:buFont typeface="Chivo"/>
              <a:buChar char="○"/>
              <a:defRPr/>
            </a:lvl8pPr>
            <a:lvl9pPr marL="5486263" lvl="8" indent="-423323" rtl="0">
              <a:lnSpc>
                <a:spcPct val="115000"/>
              </a:lnSpc>
              <a:spcBef>
                <a:spcPts val="2133"/>
              </a:spcBef>
              <a:spcAft>
                <a:spcPts val="2133"/>
              </a:spcAft>
              <a:buSzPts val="1400"/>
              <a:buFont typeface="Chivo"/>
              <a:buChar char="■"/>
              <a:defRPr/>
            </a:lvl9pPr>
          </a:lstStyle>
          <a:p>
            <a:pPr lvl="0"/>
            <a:r>
              <a:rPr lang="ja-JP" altLang="en-US" dirty="0"/>
              <a:t>マスター テキストの書式設定</a:t>
            </a:r>
          </a:p>
        </p:txBody>
      </p:sp>
      <p:sp>
        <p:nvSpPr>
          <p:cNvPr id="177" name="Google Shape;177;p25"/>
          <p:cNvSpPr txBox="1">
            <a:spLocks noGrp="1"/>
          </p:cNvSpPr>
          <p:nvPr>
            <p:ph type="body" idx="2"/>
          </p:nvPr>
        </p:nvSpPr>
        <p:spPr>
          <a:xfrm>
            <a:off x="6201767" y="2243833"/>
            <a:ext cx="5041200" cy="3646400"/>
          </a:xfrm>
          <a:prstGeom prst="rect">
            <a:avLst/>
          </a:prstGeom>
        </p:spPr>
        <p:txBody>
          <a:bodyPr spcFirstLastPara="1" wrap="square" lIns="91425" tIns="91425" rIns="91425" bIns="91425" anchor="t" anchorCtr="0">
            <a:noAutofit/>
          </a:bodyPr>
          <a:lstStyle>
            <a:lvl1pPr marL="609585" lvl="0" indent="-414856" rtl="0">
              <a:lnSpc>
                <a:spcPct val="115000"/>
              </a:lnSpc>
              <a:spcBef>
                <a:spcPts val="0"/>
              </a:spcBef>
              <a:spcAft>
                <a:spcPts val="0"/>
              </a:spcAft>
              <a:buClr>
                <a:schemeClr val="dk2"/>
              </a:buClr>
              <a:buSzPts val="1300"/>
              <a:buChar char="■"/>
              <a:defRPr>
                <a:latin typeface="LINE Seed JP App_TTF Regular" panose="02020500000000000000" pitchFamily="18" charset="-128"/>
                <a:ea typeface="LINE Seed JP App_TTF Regular" panose="02020500000000000000" pitchFamily="18" charset="-128"/>
              </a:defRPr>
            </a:lvl1pPr>
            <a:lvl2pPr marL="1219170" lvl="1" indent="-423323" rtl="0">
              <a:lnSpc>
                <a:spcPct val="115000"/>
              </a:lnSpc>
              <a:spcBef>
                <a:spcPts val="0"/>
              </a:spcBef>
              <a:spcAft>
                <a:spcPts val="0"/>
              </a:spcAft>
              <a:buSzPts val="1400"/>
              <a:buFont typeface="Chivo"/>
              <a:buChar char="○"/>
              <a:defRPr/>
            </a:lvl2pPr>
            <a:lvl3pPr marL="1828754" lvl="2" indent="-423323" rtl="0">
              <a:lnSpc>
                <a:spcPct val="115000"/>
              </a:lnSpc>
              <a:spcBef>
                <a:spcPts val="2133"/>
              </a:spcBef>
              <a:spcAft>
                <a:spcPts val="0"/>
              </a:spcAft>
              <a:buSzPts val="1400"/>
              <a:buFont typeface="Chivo"/>
              <a:buChar char="■"/>
              <a:defRPr/>
            </a:lvl3pPr>
            <a:lvl4pPr marL="2438339" lvl="3" indent="-423323" rtl="0">
              <a:lnSpc>
                <a:spcPct val="115000"/>
              </a:lnSpc>
              <a:spcBef>
                <a:spcPts val="2133"/>
              </a:spcBef>
              <a:spcAft>
                <a:spcPts val="0"/>
              </a:spcAft>
              <a:buSzPts val="1400"/>
              <a:buFont typeface="Chivo"/>
              <a:buChar char="●"/>
              <a:defRPr/>
            </a:lvl4pPr>
            <a:lvl5pPr marL="3047924" lvl="4" indent="-423323" rtl="0">
              <a:lnSpc>
                <a:spcPct val="115000"/>
              </a:lnSpc>
              <a:spcBef>
                <a:spcPts val="2133"/>
              </a:spcBef>
              <a:spcAft>
                <a:spcPts val="0"/>
              </a:spcAft>
              <a:buSzPts val="1400"/>
              <a:buFont typeface="Chivo"/>
              <a:buChar char="○"/>
              <a:defRPr/>
            </a:lvl5pPr>
            <a:lvl6pPr marL="3657509" lvl="5" indent="-423323" rtl="0">
              <a:lnSpc>
                <a:spcPct val="115000"/>
              </a:lnSpc>
              <a:spcBef>
                <a:spcPts val="2133"/>
              </a:spcBef>
              <a:spcAft>
                <a:spcPts val="0"/>
              </a:spcAft>
              <a:buSzPts val="1400"/>
              <a:buFont typeface="Chivo"/>
              <a:buChar char="■"/>
              <a:defRPr/>
            </a:lvl6pPr>
            <a:lvl7pPr marL="4267093" lvl="6" indent="-423323" rtl="0">
              <a:lnSpc>
                <a:spcPct val="115000"/>
              </a:lnSpc>
              <a:spcBef>
                <a:spcPts val="2133"/>
              </a:spcBef>
              <a:spcAft>
                <a:spcPts val="0"/>
              </a:spcAft>
              <a:buSzPts val="1400"/>
              <a:buFont typeface="Chivo"/>
              <a:buChar char="●"/>
              <a:defRPr/>
            </a:lvl7pPr>
            <a:lvl8pPr marL="4876678" lvl="7" indent="-423323" rtl="0">
              <a:lnSpc>
                <a:spcPct val="115000"/>
              </a:lnSpc>
              <a:spcBef>
                <a:spcPts val="2133"/>
              </a:spcBef>
              <a:spcAft>
                <a:spcPts val="0"/>
              </a:spcAft>
              <a:buSzPts val="1400"/>
              <a:buFont typeface="Chivo"/>
              <a:buChar char="○"/>
              <a:defRPr/>
            </a:lvl8pPr>
            <a:lvl9pPr marL="5486263" lvl="8" indent="-423323" rtl="0">
              <a:lnSpc>
                <a:spcPct val="115000"/>
              </a:lnSpc>
              <a:spcBef>
                <a:spcPts val="2133"/>
              </a:spcBef>
              <a:spcAft>
                <a:spcPts val="2133"/>
              </a:spcAft>
              <a:buSzPts val="1400"/>
              <a:buFont typeface="Chivo"/>
              <a:buChar char="■"/>
              <a:defRPr/>
            </a:lvl9pPr>
          </a:lstStyle>
          <a:p>
            <a:pPr lvl="0"/>
            <a:r>
              <a:rPr lang="ja-JP" altLang="en-US" dirty="0"/>
              <a:t>マスター テキストの書式設定</a:t>
            </a:r>
          </a:p>
        </p:txBody>
      </p:sp>
      <p:sp>
        <p:nvSpPr>
          <p:cNvPr id="178" name="Google Shape;178;p25"/>
          <p:cNvSpPr txBox="1">
            <a:spLocks noGrp="1"/>
          </p:cNvSpPr>
          <p:nvPr>
            <p:ph type="subTitle" idx="3"/>
          </p:nvPr>
        </p:nvSpPr>
        <p:spPr>
          <a:xfrm>
            <a:off x="951000" y="1622733"/>
            <a:ext cx="10290000" cy="533600"/>
          </a:xfrm>
          <a:prstGeom prst="rect">
            <a:avLst/>
          </a:prstGeom>
        </p:spPr>
        <p:txBody>
          <a:bodyPr spcFirstLastPara="1" wrap="square" lIns="91425" tIns="91425" rIns="91425" bIns="91425" anchor="t" anchorCtr="0">
            <a:noAutofit/>
          </a:bodyPr>
          <a:lstStyle>
            <a:lvl1pPr lvl="0" algn="ctr" rtl="0">
              <a:lnSpc>
                <a:spcPct val="115000"/>
              </a:lnSpc>
              <a:spcBef>
                <a:spcPts val="0"/>
              </a:spcBef>
              <a:spcAft>
                <a:spcPts val="0"/>
              </a:spcAft>
              <a:buSzPts val="1400"/>
              <a:buNone/>
              <a:defRPr>
                <a:latin typeface="LINE Seed JP App_TTF Regular" panose="02020500000000000000" pitchFamily="18" charset="-128"/>
                <a:ea typeface="LINE Seed JP App_TTF Regular" panose="02020500000000000000" pitchFamily="18" charset="-128"/>
              </a:defRPr>
            </a:lvl1pPr>
            <a:lvl2pPr lvl="1" algn="ctr" rtl="0">
              <a:lnSpc>
                <a:spcPct val="115000"/>
              </a:lnSpc>
              <a:spcBef>
                <a:spcPts val="0"/>
              </a:spcBef>
              <a:spcAft>
                <a:spcPts val="0"/>
              </a:spcAft>
              <a:buSzPts val="1400"/>
              <a:buNone/>
              <a:defRPr/>
            </a:lvl2pPr>
            <a:lvl3pPr lvl="2" algn="ctr" rtl="0">
              <a:lnSpc>
                <a:spcPct val="115000"/>
              </a:lnSpc>
              <a:spcBef>
                <a:spcPts val="0"/>
              </a:spcBef>
              <a:spcAft>
                <a:spcPts val="0"/>
              </a:spcAft>
              <a:buSzPts val="1400"/>
              <a:buNone/>
              <a:defRPr/>
            </a:lvl3pPr>
            <a:lvl4pPr lvl="3" algn="ctr" rtl="0">
              <a:lnSpc>
                <a:spcPct val="115000"/>
              </a:lnSpc>
              <a:spcBef>
                <a:spcPts val="0"/>
              </a:spcBef>
              <a:spcAft>
                <a:spcPts val="0"/>
              </a:spcAft>
              <a:buSzPts val="1400"/>
              <a:buNone/>
              <a:defRPr/>
            </a:lvl4pPr>
            <a:lvl5pPr lvl="4" algn="ctr" rtl="0">
              <a:lnSpc>
                <a:spcPct val="115000"/>
              </a:lnSpc>
              <a:spcBef>
                <a:spcPts val="0"/>
              </a:spcBef>
              <a:spcAft>
                <a:spcPts val="0"/>
              </a:spcAft>
              <a:buSzPts val="1400"/>
              <a:buNone/>
              <a:defRPr/>
            </a:lvl5pPr>
            <a:lvl6pPr lvl="5" algn="ctr" rtl="0">
              <a:lnSpc>
                <a:spcPct val="115000"/>
              </a:lnSpc>
              <a:spcBef>
                <a:spcPts val="0"/>
              </a:spcBef>
              <a:spcAft>
                <a:spcPts val="0"/>
              </a:spcAft>
              <a:buSzPts val="1400"/>
              <a:buNone/>
              <a:defRPr/>
            </a:lvl6pPr>
            <a:lvl7pPr lvl="6" algn="ctr" rtl="0">
              <a:lnSpc>
                <a:spcPct val="115000"/>
              </a:lnSpc>
              <a:spcBef>
                <a:spcPts val="0"/>
              </a:spcBef>
              <a:spcAft>
                <a:spcPts val="0"/>
              </a:spcAft>
              <a:buSzPts val="1400"/>
              <a:buNone/>
              <a:defRPr/>
            </a:lvl7pPr>
            <a:lvl8pPr lvl="7" algn="ctr" rtl="0">
              <a:lnSpc>
                <a:spcPct val="115000"/>
              </a:lnSpc>
              <a:spcBef>
                <a:spcPts val="0"/>
              </a:spcBef>
              <a:spcAft>
                <a:spcPts val="0"/>
              </a:spcAft>
              <a:buSzPts val="1400"/>
              <a:buNone/>
              <a:defRPr/>
            </a:lvl8pPr>
            <a:lvl9pPr lvl="8" algn="ctr" rtl="0">
              <a:lnSpc>
                <a:spcPct val="115000"/>
              </a:lnSpc>
              <a:spcBef>
                <a:spcPts val="0"/>
              </a:spcBef>
              <a:spcAft>
                <a:spcPts val="0"/>
              </a:spcAft>
              <a:buSzPts val="1400"/>
              <a:buNone/>
              <a:defRPr/>
            </a:lvl9pPr>
          </a:lstStyle>
          <a:p>
            <a:r>
              <a:rPr lang="ja-JP" altLang="en-US" dirty="0"/>
              <a:t>マスター サブタイトルの書式設定</a:t>
            </a:r>
            <a:endParaRPr dirty="0"/>
          </a:p>
        </p:txBody>
      </p:sp>
      <p:sp>
        <p:nvSpPr>
          <p:cNvPr id="179" name="Google Shape;179;p25"/>
          <p:cNvSpPr/>
          <p:nvPr/>
        </p:nvSpPr>
        <p:spPr>
          <a:xfrm flipH="1">
            <a:off x="951200" y="6501367"/>
            <a:ext cx="11240800" cy="356800"/>
          </a:xfrm>
          <a:prstGeom prst="rect">
            <a:avLst/>
          </a:prstGeom>
          <a:solidFill>
            <a:schemeClr val="dk2"/>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grpSp>
        <p:nvGrpSpPr>
          <p:cNvPr id="180" name="Google Shape;180;p25"/>
          <p:cNvGrpSpPr/>
          <p:nvPr/>
        </p:nvGrpSpPr>
        <p:grpSpPr>
          <a:xfrm>
            <a:off x="378400" y="-5466"/>
            <a:ext cx="11435200" cy="6863500"/>
            <a:chOff x="283800" y="-4100"/>
            <a:chExt cx="8576400" cy="5147625"/>
          </a:xfrm>
        </p:grpSpPr>
        <p:cxnSp>
          <p:nvCxnSpPr>
            <p:cNvPr id="181" name="Google Shape;181;p25"/>
            <p:cNvCxnSpPr/>
            <p:nvPr/>
          </p:nvCxnSpPr>
          <p:spPr>
            <a:xfrm>
              <a:off x="8860200" y="2571925"/>
              <a:ext cx="0" cy="2571600"/>
            </a:xfrm>
            <a:prstGeom prst="straightConnector1">
              <a:avLst/>
            </a:prstGeom>
            <a:noFill/>
            <a:ln w="9525" cap="flat" cmpd="sng">
              <a:solidFill>
                <a:schemeClr val="dk1"/>
              </a:solidFill>
              <a:prstDash val="solid"/>
              <a:round/>
              <a:headEnd type="none" w="med" len="med"/>
              <a:tailEnd type="none" w="med" len="med"/>
            </a:ln>
          </p:spPr>
        </p:cxnSp>
        <p:cxnSp>
          <p:nvCxnSpPr>
            <p:cNvPr id="182" name="Google Shape;182;p25"/>
            <p:cNvCxnSpPr/>
            <p:nvPr/>
          </p:nvCxnSpPr>
          <p:spPr>
            <a:xfrm>
              <a:off x="283800" y="-4100"/>
              <a:ext cx="0" cy="2575800"/>
            </a:xfrm>
            <a:prstGeom prst="straightConnector1">
              <a:avLst/>
            </a:prstGeom>
            <a:noFill/>
            <a:ln w="9525" cap="flat" cmpd="sng">
              <a:solidFill>
                <a:schemeClr val="dk1"/>
              </a:solidFill>
              <a:prstDash val="solid"/>
              <a:round/>
              <a:headEnd type="none" w="med" len="med"/>
              <a:tailEnd type="none" w="med" len="med"/>
            </a:ln>
          </p:spPr>
        </p:cxnSp>
      </p:grpSp>
    </p:spTree>
    <p:extLst>
      <p:ext uri="{BB962C8B-B14F-4D97-AF65-F5344CB8AC3E}">
        <p14:creationId xmlns:p14="http://schemas.microsoft.com/office/powerpoint/2010/main" val="834112258"/>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Title and two columns 2">
  <p:cSld name="Title and two columns 2">
    <p:spTree>
      <p:nvGrpSpPr>
        <p:cNvPr id="1" name="Shape 183"/>
        <p:cNvGrpSpPr/>
        <p:nvPr/>
      </p:nvGrpSpPr>
      <p:grpSpPr>
        <a:xfrm>
          <a:off x="0" y="0"/>
          <a:ext cx="0" cy="0"/>
          <a:chOff x="0" y="0"/>
          <a:chExt cx="0" cy="0"/>
        </a:xfrm>
      </p:grpSpPr>
      <p:sp>
        <p:nvSpPr>
          <p:cNvPr id="184" name="Google Shape;184;p26"/>
          <p:cNvSpPr txBox="1">
            <a:spLocks noGrp="1"/>
          </p:cNvSpPr>
          <p:nvPr>
            <p:ph type="title"/>
          </p:nvPr>
        </p:nvSpPr>
        <p:spPr>
          <a:xfrm>
            <a:off x="950967" y="627533"/>
            <a:ext cx="10290000" cy="733200"/>
          </a:xfrm>
          <a:prstGeom prst="rect">
            <a:avLst/>
          </a:prstGeom>
        </p:spPr>
        <p:txBody>
          <a:bodyPr spcFirstLastPara="1" wrap="square" lIns="91425" tIns="91425" rIns="91425" bIns="91425" anchor="t" anchorCtr="0">
            <a:noAutofit/>
          </a:bodyPr>
          <a:lstStyle>
            <a:lvl1pPr lvl="0" rtl="0">
              <a:spcBef>
                <a:spcPts val="0"/>
              </a:spcBef>
              <a:spcAft>
                <a:spcPts val="0"/>
              </a:spcAft>
              <a:buSzPts val="3100"/>
              <a:buNone/>
              <a:defRPr>
                <a:latin typeface="LINE Seed JP App_OTF Bold" panose="02020700000000000000" pitchFamily="18" charset="-128"/>
                <a:ea typeface="LINE Seed JP App_OTF Bold" panose="02020700000000000000" pitchFamily="18" charset="-128"/>
              </a:defRPr>
            </a:lvl1pPr>
            <a:lvl2pPr lvl="1" rtl="0">
              <a:spcBef>
                <a:spcPts val="0"/>
              </a:spcBef>
              <a:spcAft>
                <a:spcPts val="0"/>
              </a:spcAft>
              <a:buSzPts val="3100"/>
              <a:buNone/>
              <a:defRPr/>
            </a:lvl2pPr>
            <a:lvl3pPr lvl="2" rtl="0">
              <a:spcBef>
                <a:spcPts val="0"/>
              </a:spcBef>
              <a:spcAft>
                <a:spcPts val="0"/>
              </a:spcAft>
              <a:buSzPts val="3100"/>
              <a:buNone/>
              <a:defRPr/>
            </a:lvl3pPr>
            <a:lvl4pPr lvl="3" rtl="0">
              <a:spcBef>
                <a:spcPts val="0"/>
              </a:spcBef>
              <a:spcAft>
                <a:spcPts val="0"/>
              </a:spcAft>
              <a:buSzPts val="3100"/>
              <a:buNone/>
              <a:defRPr/>
            </a:lvl4pPr>
            <a:lvl5pPr lvl="4" rtl="0">
              <a:spcBef>
                <a:spcPts val="0"/>
              </a:spcBef>
              <a:spcAft>
                <a:spcPts val="0"/>
              </a:spcAft>
              <a:buSzPts val="3100"/>
              <a:buNone/>
              <a:defRPr/>
            </a:lvl5pPr>
            <a:lvl6pPr lvl="5" rtl="0">
              <a:spcBef>
                <a:spcPts val="0"/>
              </a:spcBef>
              <a:spcAft>
                <a:spcPts val="0"/>
              </a:spcAft>
              <a:buSzPts val="3100"/>
              <a:buNone/>
              <a:defRPr/>
            </a:lvl6pPr>
            <a:lvl7pPr lvl="6" rtl="0">
              <a:spcBef>
                <a:spcPts val="0"/>
              </a:spcBef>
              <a:spcAft>
                <a:spcPts val="0"/>
              </a:spcAft>
              <a:buSzPts val="3100"/>
              <a:buNone/>
              <a:defRPr/>
            </a:lvl7pPr>
            <a:lvl8pPr lvl="7" rtl="0">
              <a:spcBef>
                <a:spcPts val="0"/>
              </a:spcBef>
              <a:spcAft>
                <a:spcPts val="0"/>
              </a:spcAft>
              <a:buSzPts val="3100"/>
              <a:buNone/>
              <a:defRPr/>
            </a:lvl8pPr>
            <a:lvl9pPr lvl="8" rtl="0">
              <a:spcBef>
                <a:spcPts val="0"/>
              </a:spcBef>
              <a:spcAft>
                <a:spcPts val="0"/>
              </a:spcAft>
              <a:buSzPts val="3100"/>
              <a:buNone/>
              <a:defRPr/>
            </a:lvl9pPr>
          </a:lstStyle>
          <a:p>
            <a:r>
              <a:rPr lang="ja-JP" altLang="en-US" dirty="0"/>
              <a:t>マスター タイトルの書式設定</a:t>
            </a:r>
            <a:endParaRPr dirty="0"/>
          </a:p>
        </p:txBody>
      </p:sp>
      <p:sp>
        <p:nvSpPr>
          <p:cNvPr id="185" name="Google Shape;185;p26"/>
          <p:cNvSpPr txBox="1">
            <a:spLocks noGrp="1"/>
          </p:cNvSpPr>
          <p:nvPr>
            <p:ph type="subTitle" idx="1"/>
          </p:nvPr>
        </p:nvSpPr>
        <p:spPr>
          <a:xfrm>
            <a:off x="1475833" y="2619333"/>
            <a:ext cx="4267200" cy="2516000"/>
          </a:xfrm>
          <a:prstGeom prst="rect">
            <a:avLst/>
          </a:prstGeom>
        </p:spPr>
        <p:txBody>
          <a:bodyPr spcFirstLastPara="1" wrap="square" lIns="91425" tIns="91425" rIns="91425" bIns="91425" anchor="t" anchorCtr="0">
            <a:noAutofit/>
          </a:bodyPr>
          <a:lstStyle>
            <a:lvl1pPr lvl="0" algn="ctr" rtl="0">
              <a:lnSpc>
                <a:spcPct val="115000"/>
              </a:lnSpc>
              <a:spcBef>
                <a:spcPts val="0"/>
              </a:spcBef>
              <a:spcAft>
                <a:spcPts val="0"/>
              </a:spcAft>
              <a:buSzPts val="1400"/>
              <a:buNone/>
              <a:defRPr>
                <a:latin typeface="LINE Seed JP App_TTF Regular" panose="02020500000000000000" pitchFamily="18" charset="-128"/>
                <a:ea typeface="LINE Seed JP App_TTF Regular" panose="02020500000000000000" pitchFamily="18" charset="-128"/>
              </a:defRPr>
            </a:lvl1pPr>
            <a:lvl2pPr lvl="1" algn="ctr" rtl="0">
              <a:lnSpc>
                <a:spcPct val="115000"/>
              </a:lnSpc>
              <a:spcBef>
                <a:spcPts val="0"/>
              </a:spcBef>
              <a:spcAft>
                <a:spcPts val="0"/>
              </a:spcAft>
              <a:buSzPts val="1400"/>
              <a:buNone/>
              <a:defRPr/>
            </a:lvl2pPr>
            <a:lvl3pPr lvl="2" algn="ctr" rtl="0">
              <a:lnSpc>
                <a:spcPct val="115000"/>
              </a:lnSpc>
              <a:spcBef>
                <a:spcPts val="0"/>
              </a:spcBef>
              <a:spcAft>
                <a:spcPts val="0"/>
              </a:spcAft>
              <a:buSzPts val="1400"/>
              <a:buNone/>
              <a:defRPr/>
            </a:lvl3pPr>
            <a:lvl4pPr lvl="3" algn="ctr" rtl="0">
              <a:lnSpc>
                <a:spcPct val="115000"/>
              </a:lnSpc>
              <a:spcBef>
                <a:spcPts val="0"/>
              </a:spcBef>
              <a:spcAft>
                <a:spcPts val="0"/>
              </a:spcAft>
              <a:buSzPts val="1400"/>
              <a:buNone/>
              <a:defRPr/>
            </a:lvl4pPr>
            <a:lvl5pPr lvl="4" algn="ctr" rtl="0">
              <a:lnSpc>
                <a:spcPct val="115000"/>
              </a:lnSpc>
              <a:spcBef>
                <a:spcPts val="0"/>
              </a:spcBef>
              <a:spcAft>
                <a:spcPts val="0"/>
              </a:spcAft>
              <a:buSzPts val="1400"/>
              <a:buNone/>
              <a:defRPr/>
            </a:lvl5pPr>
            <a:lvl6pPr lvl="5" algn="ctr" rtl="0">
              <a:lnSpc>
                <a:spcPct val="115000"/>
              </a:lnSpc>
              <a:spcBef>
                <a:spcPts val="0"/>
              </a:spcBef>
              <a:spcAft>
                <a:spcPts val="0"/>
              </a:spcAft>
              <a:buSzPts val="1400"/>
              <a:buNone/>
              <a:defRPr/>
            </a:lvl6pPr>
            <a:lvl7pPr lvl="6" algn="ctr" rtl="0">
              <a:lnSpc>
                <a:spcPct val="115000"/>
              </a:lnSpc>
              <a:spcBef>
                <a:spcPts val="0"/>
              </a:spcBef>
              <a:spcAft>
                <a:spcPts val="0"/>
              </a:spcAft>
              <a:buSzPts val="1400"/>
              <a:buNone/>
              <a:defRPr/>
            </a:lvl7pPr>
            <a:lvl8pPr lvl="7" algn="ctr" rtl="0">
              <a:lnSpc>
                <a:spcPct val="115000"/>
              </a:lnSpc>
              <a:spcBef>
                <a:spcPts val="0"/>
              </a:spcBef>
              <a:spcAft>
                <a:spcPts val="0"/>
              </a:spcAft>
              <a:buSzPts val="1400"/>
              <a:buNone/>
              <a:defRPr/>
            </a:lvl8pPr>
            <a:lvl9pPr lvl="8" algn="ctr" rtl="0">
              <a:lnSpc>
                <a:spcPct val="115000"/>
              </a:lnSpc>
              <a:spcBef>
                <a:spcPts val="0"/>
              </a:spcBef>
              <a:spcAft>
                <a:spcPts val="0"/>
              </a:spcAft>
              <a:buSzPts val="1400"/>
              <a:buNone/>
              <a:defRPr/>
            </a:lvl9pPr>
          </a:lstStyle>
          <a:p>
            <a:r>
              <a:rPr lang="ja-JP" altLang="en-US" dirty="0"/>
              <a:t>マスター サブタイトルの書式設定</a:t>
            </a:r>
            <a:endParaRPr dirty="0"/>
          </a:p>
        </p:txBody>
      </p:sp>
      <p:sp>
        <p:nvSpPr>
          <p:cNvPr id="186" name="Google Shape;186;p26"/>
          <p:cNvSpPr txBox="1">
            <a:spLocks noGrp="1"/>
          </p:cNvSpPr>
          <p:nvPr>
            <p:ph type="subTitle" idx="2"/>
          </p:nvPr>
        </p:nvSpPr>
        <p:spPr>
          <a:xfrm>
            <a:off x="6448967" y="2619333"/>
            <a:ext cx="4267200" cy="2516000"/>
          </a:xfrm>
          <a:prstGeom prst="rect">
            <a:avLst/>
          </a:prstGeom>
        </p:spPr>
        <p:txBody>
          <a:bodyPr spcFirstLastPara="1" wrap="square" lIns="91425" tIns="91425" rIns="91425" bIns="91425" anchor="t" anchorCtr="0">
            <a:noAutofit/>
          </a:bodyPr>
          <a:lstStyle>
            <a:lvl1pPr lvl="0" algn="ctr" rtl="0">
              <a:lnSpc>
                <a:spcPct val="115000"/>
              </a:lnSpc>
              <a:spcBef>
                <a:spcPts val="0"/>
              </a:spcBef>
              <a:spcAft>
                <a:spcPts val="0"/>
              </a:spcAft>
              <a:buSzPts val="1400"/>
              <a:buNone/>
              <a:defRPr>
                <a:latin typeface="LINE Seed JP App_TTF Regular" panose="02020500000000000000" pitchFamily="18" charset="-128"/>
                <a:ea typeface="LINE Seed JP App_TTF Regular" panose="02020500000000000000" pitchFamily="18" charset="-128"/>
              </a:defRPr>
            </a:lvl1pPr>
            <a:lvl2pPr lvl="1" algn="ctr" rtl="0">
              <a:lnSpc>
                <a:spcPct val="115000"/>
              </a:lnSpc>
              <a:spcBef>
                <a:spcPts val="0"/>
              </a:spcBef>
              <a:spcAft>
                <a:spcPts val="0"/>
              </a:spcAft>
              <a:buSzPts val="1400"/>
              <a:buNone/>
              <a:defRPr/>
            </a:lvl2pPr>
            <a:lvl3pPr lvl="2" algn="ctr" rtl="0">
              <a:lnSpc>
                <a:spcPct val="115000"/>
              </a:lnSpc>
              <a:spcBef>
                <a:spcPts val="0"/>
              </a:spcBef>
              <a:spcAft>
                <a:spcPts val="0"/>
              </a:spcAft>
              <a:buSzPts val="1400"/>
              <a:buNone/>
              <a:defRPr/>
            </a:lvl3pPr>
            <a:lvl4pPr lvl="3" algn="ctr" rtl="0">
              <a:lnSpc>
                <a:spcPct val="115000"/>
              </a:lnSpc>
              <a:spcBef>
                <a:spcPts val="0"/>
              </a:spcBef>
              <a:spcAft>
                <a:spcPts val="0"/>
              </a:spcAft>
              <a:buSzPts val="1400"/>
              <a:buNone/>
              <a:defRPr/>
            </a:lvl4pPr>
            <a:lvl5pPr lvl="4" algn="ctr" rtl="0">
              <a:lnSpc>
                <a:spcPct val="115000"/>
              </a:lnSpc>
              <a:spcBef>
                <a:spcPts val="0"/>
              </a:spcBef>
              <a:spcAft>
                <a:spcPts val="0"/>
              </a:spcAft>
              <a:buSzPts val="1400"/>
              <a:buNone/>
              <a:defRPr/>
            </a:lvl5pPr>
            <a:lvl6pPr lvl="5" algn="ctr" rtl="0">
              <a:lnSpc>
                <a:spcPct val="115000"/>
              </a:lnSpc>
              <a:spcBef>
                <a:spcPts val="0"/>
              </a:spcBef>
              <a:spcAft>
                <a:spcPts val="0"/>
              </a:spcAft>
              <a:buSzPts val="1400"/>
              <a:buNone/>
              <a:defRPr/>
            </a:lvl6pPr>
            <a:lvl7pPr lvl="6" algn="ctr" rtl="0">
              <a:lnSpc>
                <a:spcPct val="115000"/>
              </a:lnSpc>
              <a:spcBef>
                <a:spcPts val="0"/>
              </a:spcBef>
              <a:spcAft>
                <a:spcPts val="0"/>
              </a:spcAft>
              <a:buSzPts val="1400"/>
              <a:buNone/>
              <a:defRPr/>
            </a:lvl7pPr>
            <a:lvl8pPr lvl="7" algn="ctr" rtl="0">
              <a:lnSpc>
                <a:spcPct val="115000"/>
              </a:lnSpc>
              <a:spcBef>
                <a:spcPts val="0"/>
              </a:spcBef>
              <a:spcAft>
                <a:spcPts val="0"/>
              </a:spcAft>
              <a:buSzPts val="1400"/>
              <a:buNone/>
              <a:defRPr/>
            </a:lvl8pPr>
            <a:lvl9pPr lvl="8" algn="ctr" rtl="0">
              <a:lnSpc>
                <a:spcPct val="115000"/>
              </a:lnSpc>
              <a:spcBef>
                <a:spcPts val="0"/>
              </a:spcBef>
              <a:spcAft>
                <a:spcPts val="0"/>
              </a:spcAft>
              <a:buSzPts val="1400"/>
              <a:buNone/>
              <a:defRPr/>
            </a:lvl9pPr>
          </a:lstStyle>
          <a:p>
            <a:r>
              <a:rPr lang="ja-JP" altLang="en-US" dirty="0"/>
              <a:t>マスター サブタイトルの書式設定</a:t>
            </a:r>
            <a:endParaRPr dirty="0"/>
          </a:p>
        </p:txBody>
      </p:sp>
      <p:sp>
        <p:nvSpPr>
          <p:cNvPr id="187" name="Google Shape;187;p26"/>
          <p:cNvSpPr/>
          <p:nvPr/>
        </p:nvSpPr>
        <p:spPr>
          <a:xfrm rot="10800000">
            <a:off x="11813600" y="-35"/>
            <a:ext cx="378400" cy="6858000"/>
          </a:xfrm>
          <a:prstGeom prst="rect">
            <a:avLst/>
          </a:prstGeom>
          <a:solidFill>
            <a:schemeClr val="dk2"/>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grpSp>
        <p:nvGrpSpPr>
          <p:cNvPr id="188" name="Google Shape;188;p26"/>
          <p:cNvGrpSpPr/>
          <p:nvPr/>
        </p:nvGrpSpPr>
        <p:grpSpPr>
          <a:xfrm rot="10800000">
            <a:off x="-166" y="356600"/>
            <a:ext cx="12002967" cy="6501400"/>
            <a:chOff x="141900" y="-26"/>
            <a:chExt cx="9002225" cy="4876050"/>
          </a:xfrm>
        </p:grpSpPr>
        <p:cxnSp>
          <p:nvCxnSpPr>
            <p:cNvPr id="189" name="Google Shape;189;p26"/>
            <p:cNvCxnSpPr/>
            <p:nvPr/>
          </p:nvCxnSpPr>
          <p:spPr>
            <a:xfrm>
              <a:off x="7404125" y="4876024"/>
              <a:ext cx="1740000" cy="0"/>
            </a:xfrm>
            <a:prstGeom prst="straightConnector1">
              <a:avLst/>
            </a:prstGeom>
            <a:noFill/>
            <a:ln w="9525" cap="flat" cmpd="sng">
              <a:solidFill>
                <a:schemeClr val="dk1"/>
              </a:solidFill>
              <a:prstDash val="solid"/>
              <a:round/>
              <a:headEnd type="none" w="med" len="med"/>
              <a:tailEnd type="none" w="med" len="med"/>
            </a:ln>
          </p:spPr>
        </p:cxnSp>
        <p:cxnSp>
          <p:nvCxnSpPr>
            <p:cNvPr id="190" name="Google Shape;190;p26"/>
            <p:cNvCxnSpPr/>
            <p:nvPr/>
          </p:nvCxnSpPr>
          <p:spPr>
            <a:xfrm rot="10800000">
              <a:off x="141900" y="-26"/>
              <a:ext cx="0" cy="3958500"/>
            </a:xfrm>
            <a:prstGeom prst="straightConnector1">
              <a:avLst/>
            </a:prstGeom>
            <a:noFill/>
            <a:ln w="9525" cap="flat" cmpd="sng">
              <a:solidFill>
                <a:schemeClr val="dk1"/>
              </a:solidFill>
              <a:prstDash val="solid"/>
              <a:round/>
              <a:headEnd type="none" w="med" len="med"/>
              <a:tailEnd type="none" w="med" len="med"/>
            </a:ln>
          </p:spPr>
        </p:cxnSp>
      </p:grpSp>
    </p:spTree>
    <p:extLst>
      <p:ext uri="{BB962C8B-B14F-4D97-AF65-F5344CB8AC3E}">
        <p14:creationId xmlns:p14="http://schemas.microsoft.com/office/powerpoint/2010/main" val="1077304048"/>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matchingName="Title and three columns">
  <p:cSld name="Title and three columns">
    <p:spTree>
      <p:nvGrpSpPr>
        <p:cNvPr id="1" name="Shape 191"/>
        <p:cNvGrpSpPr/>
        <p:nvPr/>
      </p:nvGrpSpPr>
      <p:grpSpPr>
        <a:xfrm>
          <a:off x="0" y="0"/>
          <a:ext cx="0" cy="0"/>
          <a:chOff x="0" y="0"/>
          <a:chExt cx="0" cy="0"/>
        </a:xfrm>
      </p:grpSpPr>
      <p:sp>
        <p:nvSpPr>
          <p:cNvPr id="192" name="Google Shape;192;p27"/>
          <p:cNvSpPr txBox="1">
            <a:spLocks noGrp="1"/>
          </p:cNvSpPr>
          <p:nvPr>
            <p:ph type="title"/>
          </p:nvPr>
        </p:nvSpPr>
        <p:spPr>
          <a:xfrm>
            <a:off x="950967" y="627533"/>
            <a:ext cx="10290000" cy="733200"/>
          </a:xfrm>
          <a:prstGeom prst="rect">
            <a:avLst/>
          </a:prstGeom>
        </p:spPr>
        <p:txBody>
          <a:bodyPr spcFirstLastPara="1" wrap="square" lIns="91425" tIns="91425" rIns="91425" bIns="91425" anchor="t" anchorCtr="0">
            <a:noAutofit/>
          </a:bodyPr>
          <a:lstStyle>
            <a:lvl1pPr lvl="0">
              <a:spcBef>
                <a:spcPts val="0"/>
              </a:spcBef>
              <a:spcAft>
                <a:spcPts val="0"/>
              </a:spcAft>
              <a:buSzPts val="3100"/>
              <a:buNone/>
              <a:defRPr>
                <a:latin typeface="LINE Seed JP App_OTF Bold" panose="02020700000000000000" pitchFamily="18" charset="-128"/>
                <a:ea typeface="LINE Seed JP App_OTF Bold" panose="02020700000000000000" pitchFamily="18" charset="-128"/>
              </a:defRPr>
            </a:lvl1pPr>
            <a:lvl2pPr lvl="1">
              <a:spcBef>
                <a:spcPts val="0"/>
              </a:spcBef>
              <a:spcAft>
                <a:spcPts val="0"/>
              </a:spcAft>
              <a:buSzPts val="3100"/>
              <a:buNone/>
              <a:defRPr/>
            </a:lvl2pPr>
            <a:lvl3pPr lvl="2">
              <a:spcBef>
                <a:spcPts val="0"/>
              </a:spcBef>
              <a:spcAft>
                <a:spcPts val="0"/>
              </a:spcAft>
              <a:buSzPts val="3100"/>
              <a:buNone/>
              <a:defRPr/>
            </a:lvl3pPr>
            <a:lvl4pPr lvl="3">
              <a:spcBef>
                <a:spcPts val="0"/>
              </a:spcBef>
              <a:spcAft>
                <a:spcPts val="0"/>
              </a:spcAft>
              <a:buSzPts val="3100"/>
              <a:buNone/>
              <a:defRPr/>
            </a:lvl4pPr>
            <a:lvl5pPr lvl="4">
              <a:spcBef>
                <a:spcPts val="0"/>
              </a:spcBef>
              <a:spcAft>
                <a:spcPts val="0"/>
              </a:spcAft>
              <a:buSzPts val="3100"/>
              <a:buNone/>
              <a:defRPr/>
            </a:lvl5pPr>
            <a:lvl6pPr lvl="5">
              <a:spcBef>
                <a:spcPts val="0"/>
              </a:spcBef>
              <a:spcAft>
                <a:spcPts val="0"/>
              </a:spcAft>
              <a:buSzPts val="3100"/>
              <a:buNone/>
              <a:defRPr/>
            </a:lvl6pPr>
            <a:lvl7pPr lvl="6">
              <a:spcBef>
                <a:spcPts val="0"/>
              </a:spcBef>
              <a:spcAft>
                <a:spcPts val="0"/>
              </a:spcAft>
              <a:buSzPts val="3100"/>
              <a:buNone/>
              <a:defRPr/>
            </a:lvl7pPr>
            <a:lvl8pPr lvl="7">
              <a:spcBef>
                <a:spcPts val="0"/>
              </a:spcBef>
              <a:spcAft>
                <a:spcPts val="0"/>
              </a:spcAft>
              <a:buSzPts val="3100"/>
              <a:buNone/>
              <a:defRPr/>
            </a:lvl8pPr>
            <a:lvl9pPr lvl="8">
              <a:spcBef>
                <a:spcPts val="0"/>
              </a:spcBef>
              <a:spcAft>
                <a:spcPts val="0"/>
              </a:spcAft>
              <a:buSzPts val="3100"/>
              <a:buNone/>
              <a:defRPr/>
            </a:lvl9pPr>
          </a:lstStyle>
          <a:p>
            <a:r>
              <a:rPr lang="ja-JP" altLang="en-US" dirty="0"/>
              <a:t>マスター タイトルの書式設定</a:t>
            </a:r>
            <a:endParaRPr dirty="0"/>
          </a:p>
        </p:txBody>
      </p:sp>
      <p:sp>
        <p:nvSpPr>
          <p:cNvPr id="193" name="Google Shape;193;p27"/>
          <p:cNvSpPr txBox="1">
            <a:spLocks noGrp="1"/>
          </p:cNvSpPr>
          <p:nvPr>
            <p:ph type="subTitle" idx="1"/>
          </p:nvPr>
        </p:nvSpPr>
        <p:spPr>
          <a:xfrm>
            <a:off x="951017" y="4542036"/>
            <a:ext cx="3200400" cy="1194400"/>
          </a:xfrm>
          <a:prstGeom prst="rect">
            <a:avLst/>
          </a:prstGeom>
        </p:spPr>
        <p:txBody>
          <a:bodyPr spcFirstLastPara="1" wrap="square" lIns="91425" tIns="91425" rIns="91425" bIns="91425" anchor="t" anchorCtr="0">
            <a:noAutofit/>
          </a:bodyPr>
          <a:lstStyle>
            <a:lvl1pPr lvl="0" algn="ctr" rtl="0">
              <a:lnSpc>
                <a:spcPct val="115000"/>
              </a:lnSpc>
              <a:spcBef>
                <a:spcPts val="0"/>
              </a:spcBef>
              <a:spcAft>
                <a:spcPts val="0"/>
              </a:spcAft>
              <a:buSzPts val="1400"/>
              <a:buNone/>
              <a:defRPr>
                <a:latin typeface="LINE Seed JP App_TTF Regular" panose="02020500000000000000" pitchFamily="18" charset="-128"/>
                <a:ea typeface="LINE Seed JP App_TTF Regular" panose="02020500000000000000" pitchFamily="18" charset="-128"/>
              </a:defRPr>
            </a:lvl1pPr>
            <a:lvl2pPr lvl="1" algn="ctr" rtl="0">
              <a:lnSpc>
                <a:spcPct val="115000"/>
              </a:lnSpc>
              <a:spcBef>
                <a:spcPts val="0"/>
              </a:spcBef>
              <a:spcAft>
                <a:spcPts val="0"/>
              </a:spcAft>
              <a:buSzPts val="1400"/>
              <a:buNone/>
              <a:defRPr/>
            </a:lvl2pPr>
            <a:lvl3pPr lvl="2" algn="ctr" rtl="0">
              <a:lnSpc>
                <a:spcPct val="115000"/>
              </a:lnSpc>
              <a:spcBef>
                <a:spcPts val="0"/>
              </a:spcBef>
              <a:spcAft>
                <a:spcPts val="0"/>
              </a:spcAft>
              <a:buSzPts val="1400"/>
              <a:buNone/>
              <a:defRPr/>
            </a:lvl3pPr>
            <a:lvl4pPr lvl="3" algn="ctr" rtl="0">
              <a:lnSpc>
                <a:spcPct val="115000"/>
              </a:lnSpc>
              <a:spcBef>
                <a:spcPts val="0"/>
              </a:spcBef>
              <a:spcAft>
                <a:spcPts val="0"/>
              </a:spcAft>
              <a:buSzPts val="1400"/>
              <a:buNone/>
              <a:defRPr/>
            </a:lvl4pPr>
            <a:lvl5pPr lvl="4" algn="ctr" rtl="0">
              <a:lnSpc>
                <a:spcPct val="115000"/>
              </a:lnSpc>
              <a:spcBef>
                <a:spcPts val="0"/>
              </a:spcBef>
              <a:spcAft>
                <a:spcPts val="0"/>
              </a:spcAft>
              <a:buSzPts val="1400"/>
              <a:buNone/>
              <a:defRPr/>
            </a:lvl5pPr>
            <a:lvl6pPr lvl="5" algn="ctr" rtl="0">
              <a:lnSpc>
                <a:spcPct val="115000"/>
              </a:lnSpc>
              <a:spcBef>
                <a:spcPts val="0"/>
              </a:spcBef>
              <a:spcAft>
                <a:spcPts val="0"/>
              </a:spcAft>
              <a:buSzPts val="1400"/>
              <a:buNone/>
              <a:defRPr/>
            </a:lvl6pPr>
            <a:lvl7pPr lvl="6" algn="ctr" rtl="0">
              <a:lnSpc>
                <a:spcPct val="115000"/>
              </a:lnSpc>
              <a:spcBef>
                <a:spcPts val="0"/>
              </a:spcBef>
              <a:spcAft>
                <a:spcPts val="0"/>
              </a:spcAft>
              <a:buSzPts val="1400"/>
              <a:buNone/>
              <a:defRPr/>
            </a:lvl7pPr>
            <a:lvl8pPr lvl="7" algn="ctr" rtl="0">
              <a:lnSpc>
                <a:spcPct val="115000"/>
              </a:lnSpc>
              <a:spcBef>
                <a:spcPts val="0"/>
              </a:spcBef>
              <a:spcAft>
                <a:spcPts val="0"/>
              </a:spcAft>
              <a:buSzPts val="1400"/>
              <a:buNone/>
              <a:defRPr/>
            </a:lvl8pPr>
            <a:lvl9pPr lvl="8" algn="ctr" rtl="0">
              <a:lnSpc>
                <a:spcPct val="115000"/>
              </a:lnSpc>
              <a:spcBef>
                <a:spcPts val="0"/>
              </a:spcBef>
              <a:spcAft>
                <a:spcPts val="0"/>
              </a:spcAft>
              <a:buSzPts val="1400"/>
              <a:buNone/>
              <a:defRPr/>
            </a:lvl9pPr>
          </a:lstStyle>
          <a:p>
            <a:r>
              <a:rPr lang="ja-JP" altLang="en-US" dirty="0"/>
              <a:t>マスター サブタイトルの書式設定</a:t>
            </a:r>
            <a:endParaRPr dirty="0"/>
          </a:p>
        </p:txBody>
      </p:sp>
      <p:sp>
        <p:nvSpPr>
          <p:cNvPr id="194" name="Google Shape;194;p27"/>
          <p:cNvSpPr txBox="1">
            <a:spLocks noGrp="1"/>
          </p:cNvSpPr>
          <p:nvPr>
            <p:ph type="subTitle" idx="2"/>
          </p:nvPr>
        </p:nvSpPr>
        <p:spPr>
          <a:xfrm>
            <a:off x="951017" y="3713833"/>
            <a:ext cx="3200400" cy="738800"/>
          </a:xfrm>
          <a:prstGeom prst="rect">
            <a:avLst/>
          </a:prstGeom>
        </p:spPr>
        <p:txBody>
          <a:bodyPr spcFirstLastPara="1" wrap="square" lIns="91425" tIns="91425" rIns="91425" bIns="91425" anchor="b" anchorCtr="0">
            <a:noAutofit/>
          </a:bodyPr>
          <a:lstStyle>
            <a:lvl1pPr lvl="0" algn="ctr" rtl="0">
              <a:lnSpc>
                <a:spcPct val="100000"/>
              </a:lnSpc>
              <a:spcBef>
                <a:spcPts val="0"/>
              </a:spcBef>
              <a:spcAft>
                <a:spcPts val="0"/>
              </a:spcAft>
              <a:buSzPts val="2400"/>
              <a:buFont typeface="Golos Text SemiBold"/>
              <a:buNone/>
              <a:defRPr sz="2933">
                <a:latin typeface="LINE Seed JP App_OTF Bold" panose="02020700000000000000" pitchFamily="18" charset="-128"/>
                <a:ea typeface="LINE Seed JP App_OTF Bold" panose="02020700000000000000" pitchFamily="18" charset="-128"/>
                <a:cs typeface="LINE Seed JP App_OTF Bold" panose="02020700000000000000" pitchFamily="18" charset="-128"/>
                <a:sym typeface="Golos Text"/>
              </a:defRPr>
            </a:lvl1pPr>
            <a:lvl2pPr lvl="1" algn="ctr" rtl="0">
              <a:lnSpc>
                <a:spcPct val="115000"/>
              </a:lnSpc>
              <a:spcBef>
                <a:spcPts val="0"/>
              </a:spcBef>
              <a:spcAft>
                <a:spcPts val="0"/>
              </a:spcAft>
              <a:buSzPts val="2400"/>
              <a:buFont typeface="Golos Text SemiBold"/>
              <a:buNone/>
              <a:defRPr sz="3200">
                <a:latin typeface="Golos Text SemiBold"/>
                <a:ea typeface="Golos Text SemiBold"/>
                <a:cs typeface="Golos Text SemiBold"/>
                <a:sym typeface="Golos Text SemiBold"/>
              </a:defRPr>
            </a:lvl2pPr>
            <a:lvl3pPr lvl="2" algn="ctr" rtl="0">
              <a:lnSpc>
                <a:spcPct val="115000"/>
              </a:lnSpc>
              <a:spcBef>
                <a:spcPts val="0"/>
              </a:spcBef>
              <a:spcAft>
                <a:spcPts val="0"/>
              </a:spcAft>
              <a:buSzPts val="2400"/>
              <a:buFont typeface="Golos Text SemiBold"/>
              <a:buNone/>
              <a:defRPr sz="3200">
                <a:latin typeface="Golos Text SemiBold"/>
                <a:ea typeface="Golos Text SemiBold"/>
                <a:cs typeface="Golos Text SemiBold"/>
                <a:sym typeface="Golos Text SemiBold"/>
              </a:defRPr>
            </a:lvl3pPr>
            <a:lvl4pPr lvl="3" algn="ctr" rtl="0">
              <a:lnSpc>
                <a:spcPct val="115000"/>
              </a:lnSpc>
              <a:spcBef>
                <a:spcPts val="0"/>
              </a:spcBef>
              <a:spcAft>
                <a:spcPts val="0"/>
              </a:spcAft>
              <a:buSzPts val="2400"/>
              <a:buFont typeface="Golos Text SemiBold"/>
              <a:buNone/>
              <a:defRPr sz="3200">
                <a:latin typeface="Golos Text SemiBold"/>
                <a:ea typeface="Golos Text SemiBold"/>
                <a:cs typeface="Golos Text SemiBold"/>
                <a:sym typeface="Golos Text SemiBold"/>
              </a:defRPr>
            </a:lvl4pPr>
            <a:lvl5pPr lvl="4" algn="ctr" rtl="0">
              <a:lnSpc>
                <a:spcPct val="115000"/>
              </a:lnSpc>
              <a:spcBef>
                <a:spcPts val="0"/>
              </a:spcBef>
              <a:spcAft>
                <a:spcPts val="0"/>
              </a:spcAft>
              <a:buSzPts val="2400"/>
              <a:buFont typeface="Golos Text SemiBold"/>
              <a:buNone/>
              <a:defRPr sz="3200">
                <a:latin typeface="Golos Text SemiBold"/>
                <a:ea typeface="Golos Text SemiBold"/>
                <a:cs typeface="Golos Text SemiBold"/>
                <a:sym typeface="Golos Text SemiBold"/>
              </a:defRPr>
            </a:lvl5pPr>
            <a:lvl6pPr lvl="5" algn="ctr" rtl="0">
              <a:lnSpc>
                <a:spcPct val="115000"/>
              </a:lnSpc>
              <a:spcBef>
                <a:spcPts val="0"/>
              </a:spcBef>
              <a:spcAft>
                <a:spcPts val="0"/>
              </a:spcAft>
              <a:buSzPts val="2400"/>
              <a:buFont typeface="Golos Text SemiBold"/>
              <a:buNone/>
              <a:defRPr sz="3200">
                <a:latin typeface="Golos Text SemiBold"/>
                <a:ea typeface="Golos Text SemiBold"/>
                <a:cs typeface="Golos Text SemiBold"/>
                <a:sym typeface="Golos Text SemiBold"/>
              </a:defRPr>
            </a:lvl6pPr>
            <a:lvl7pPr lvl="6" algn="ctr" rtl="0">
              <a:lnSpc>
                <a:spcPct val="115000"/>
              </a:lnSpc>
              <a:spcBef>
                <a:spcPts val="0"/>
              </a:spcBef>
              <a:spcAft>
                <a:spcPts val="0"/>
              </a:spcAft>
              <a:buSzPts val="2400"/>
              <a:buFont typeface="Golos Text SemiBold"/>
              <a:buNone/>
              <a:defRPr sz="3200">
                <a:latin typeface="Golos Text SemiBold"/>
                <a:ea typeface="Golos Text SemiBold"/>
                <a:cs typeface="Golos Text SemiBold"/>
                <a:sym typeface="Golos Text SemiBold"/>
              </a:defRPr>
            </a:lvl7pPr>
            <a:lvl8pPr lvl="7" algn="ctr" rtl="0">
              <a:lnSpc>
                <a:spcPct val="115000"/>
              </a:lnSpc>
              <a:spcBef>
                <a:spcPts val="0"/>
              </a:spcBef>
              <a:spcAft>
                <a:spcPts val="0"/>
              </a:spcAft>
              <a:buSzPts val="2400"/>
              <a:buFont typeface="Golos Text SemiBold"/>
              <a:buNone/>
              <a:defRPr sz="3200">
                <a:latin typeface="Golos Text SemiBold"/>
                <a:ea typeface="Golos Text SemiBold"/>
                <a:cs typeface="Golos Text SemiBold"/>
                <a:sym typeface="Golos Text SemiBold"/>
              </a:defRPr>
            </a:lvl8pPr>
            <a:lvl9pPr lvl="8" algn="ctr" rtl="0">
              <a:lnSpc>
                <a:spcPct val="115000"/>
              </a:lnSpc>
              <a:spcBef>
                <a:spcPts val="0"/>
              </a:spcBef>
              <a:spcAft>
                <a:spcPts val="0"/>
              </a:spcAft>
              <a:buSzPts val="2400"/>
              <a:buFont typeface="Golos Text SemiBold"/>
              <a:buNone/>
              <a:defRPr sz="3200">
                <a:latin typeface="Golos Text SemiBold"/>
                <a:ea typeface="Golos Text SemiBold"/>
                <a:cs typeface="Golos Text SemiBold"/>
                <a:sym typeface="Golos Text SemiBold"/>
              </a:defRPr>
            </a:lvl9pPr>
          </a:lstStyle>
          <a:p>
            <a:r>
              <a:rPr lang="ja-JP" altLang="en-US" dirty="0"/>
              <a:t>マスター サブタイトルの書式設定</a:t>
            </a:r>
            <a:endParaRPr dirty="0"/>
          </a:p>
        </p:txBody>
      </p:sp>
      <p:sp>
        <p:nvSpPr>
          <p:cNvPr id="195" name="Google Shape;195;p27"/>
          <p:cNvSpPr txBox="1">
            <a:spLocks noGrp="1"/>
          </p:cNvSpPr>
          <p:nvPr>
            <p:ph type="subTitle" idx="3"/>
          </p:nvPr>
        </p:nvSpPr>
        <p:spPr>
          <a:xfrm>
            <a:off x="8040584" y="4542036"/>
            <a:ext cx="3200400" cy="1194400"/>
          </a:xfrm>
          <a:prstGeom prst="rect">
            <a:avLst/>
          </a:prstGeom>
        </p:spPr>
        <p:txBody>
          <a:bodyPr spcFirstLastPara="1" wrap="square" lIns="91425" tIns="91425" rIns="91425" bIns="91425" anchor="t" anchorCtr="0">
            <a:noAutofit/>
          </a:bodyPr>
          <a:lstStyle>
            <a:lvl1pPr lvl="0" algn="ctr" rtl="0">
              <a:lnSpc>
                <a:spcPct val="115000"/>
              </a:lnSpc>
              <a:spcBef>
                <a:spcPts val="0"/>
              </a:spcBef>
              <a:spcAft>
                <a:spcPts val="0"/>
              </a:spcAft>
              <a:buSzPts val="1400"/>
              <a:buNone/>
              <a:defRPr>
                <a:latin typeface="LINE Seed JP App_TTF Regular" panose="02020500000000000000" pitchFamily="18" charset="-128"/>
                <a:ea typeface="LINE Seed JP App_TTF Regular" panose="02020500000000000000" pitchFamily="18" charset="-128"/>
              </a:defRPr>
            </a:lvl1pPr>
            <a:lvl2pPr lvl="1" algn="ctr" rtl="0">
              <a:lnSpc>
                <a:spcPct val="115000"/>
              </a:lnSpc>
              <a:spcBef>
                <a:spcPts val="0"/>
              </a:spcBef>
              <a:spcAft>
                <a:spcPts val="0"/>
              </a:spcAft>
              <a:buSzPts val="1400"/>
              <a:buNone/>
              <a:defRPr/>
            </a:lvl2pPr>
            <a:lvl3pPr lvl="2" algn="ctr" rtl="0">
              <a:lnSpc>
                <a:spcPct val="115000"/>
              </a:lnSpc>
              <a:spcBef>
                <a:spcPts val="0"/>
              </a:spcBef>
              <a:spcAft>
                <a:spcPts val="0"/>
              </a:spcAft>
              <a:buSzPts val="1400"/>
              <a:buNone/>
              <a:defRPr/>
            </a:lvl3pPr>
            <a:lvl4pPr lvl="3" algn="ctr" rtl="0">
              <a:lnSpc>
                <a:spcPct val="115000"/>
              </a:lnSpc>
              <a:spcBef>
                <a:spcPts val="0"/>
              </a:spcBef>
              <a:spcAft>
                <a:spcPts val="0"/>
              </a:spcAft>
              <a:buSzPts val="1400"/>
              <a:buNone/>
              <a:defRPr/>
            </a:lvl4pPr>
            <a:lvl5pPr lvl="4" algn="ctr" rtl="0">
              <a:lnSpc>
                <a:spcPct val="115000"/>
              </a:lnSpc>
              <a:spcBef>
                <a:spcPts val="0"/>
              </a:spcBef>
              <a:spcAft>
                <a:spcPts val="0"/>
              </a:spcAft>
              <a:buSzPts val="1400"/>
              <a:buNone/>
              <a:defRPr/>
            </a:lvl5pPr>
            <a:lvl6pPr lvl="5" algn="ctr" rtl="0">
              <a:lnSpc>
                <a:spcPct val="115000"/>
              </a:lnSpc>
              <a:spcBef>
                <a:spcPts val="0"/>
              </a:spcBef>
              <a:spcAft>
                <a:spcPts val="0"/>
              </a:spcAft>
              <a:buSzPts val="1400"/>
              <a:buNone/>
              <a:defRPr/>
            </a:lvl6pPr>
            <a:lvl7pPr lvl="6" algn="ctr" rtl="0">
              <a:lnSpc>
                <a:spcPct val="115000"/>
              </a:lnSpc>
              <a:spcBef>
                <a:spcPts val="0"/>
              </a:spcBef>
              <a:spcAft>
                <a:spcPts val="0"/>
              </a:spcAft>
              <a:buSzPts val="1400"/>
              <a:buNone/>
              <a:defRPr/>
            </a:lvl7pPr>
            <a:lvl8pPr lvl="7" algn="ctr" rtl="0">
              <a:lnSpc>
                <a:spcPct val="115000"/>
              </a:lnSpc>
              <a:spcBef>
                <a:spcPts val="0"/>
              </a:spcBef>
              <a:spcAft>
                <a:spcPts val="0"/>
              </a:spcAft>
              <a:buSzPts val="1400"/>
              <a:buNone/>
              <a:defRPr/>
            </a:lvl8pPr>
            <a:lvl9pPr lvl="8" algn="ctr" rtl="0">
              <a:lnSpc>
                <a:spcPct val="115000"/>
              </a:lnSpc>
              <a:spcBef>
                <a:spcPts val="0"/>
              </a:spcBef>
              <a:spcAft>
                <a:spcPts val="0"/>
              </a:spcAft>
              <a:buSzPts val="1400"/>
              <a:buNone/>
              <a:defRPr/>
            </a:lvl9pPr>
          </a:lstStyle>
          <a:p>
            <a:r>
              <a:rPr lang="ja-JP" altLang="en-US" dirty="0"/>
              <a:t>マスター サブタイトルの書式設定</a:t>
            </a:r>
            <a:endParaRPr dirty="0"/>
          </a:p>
        </p:txBody>
      </p:sp>
      <p:sp>
        <p:nvSpPr>
          <p:cNvPr id="196" name="Google Shape;196;p27"/>
          <p:cNvSpPr txBox="1">
            <a:spLocks noGrp="1"/>
          </p:cNvSpPr>
          <p:nvPr>
            <p:ph type="subTitle" idx="4"/>
          </p:nvPr>
        </p:nvSpPr>
        <p:spPr>
          <a:xfrm>
            <a:off x="8040584" y="3709867"/>
            <a:ext cx="3200400" cy="738800"/>
          </a:xfrm>
          <a:prstGeom prst="rect">
            <a:avLst/>
          </a:prstGeom>
        </p:spPr>
        <p:txBody>
          <a:bodyPr spcFirstLastPara="1" wrap="square" lIns="91425" tIns="91425" rIns="91425" bIns="91425" anchor="b" anchorCtr="0">
            <a:noAutofit/>
          </a:bodyPr>
          <a:lstStyle>
            <a:lvl1pPr lvl="0" algn="ctr" rtl="0">
              <a:lnSpc>
                <a:spcPct val="100000"/>
              </a:lnSpc>
              <a:spcBef>
                <a:spcPts val="0"/>
              </a:spcBef>
              <a:spcAft>
                <a:spcPts val="0"/>
              </a:spcAft>
              <a:buSzPts val="2400"/>
              <a:buFont typeface="Golos Text SemiBold"/>
              <a:buNone/>
              <a:defRPr sz="2933">
                <a:latin typeface="LINE Seed JP App_OTF Bold" panose="02020700000000000000" pitchFamily="18" charset="-128"/>
                <a:ea typeface="LINE Seed JP App_OTF Bold" panose="02020700000000000000" pitchFamily="18" charset="-128"/>
                <a:cs typeface="LINE Seed JP App_OTF Bold" panose="02020700000000000000" pitchFamily="18" charset="-128"/>
                <a:sym typeface="Golos Text"/>
              </a:defRPr>
            </a:lvl1pPr>
            <a:lvl2pPr lvl="1" algn="ctr" rtl="0">
              <a:lnSpc>
                <a:spcPct val="115000"/>
              </a:lnSpc>
              <a:spcBef>
                <a:spcPts val="0"/>
              </a:spcBef>
              <a:spcAft>
                <a:spcPts val="0"/>
              </a:spcAft>
              <a:buSzPts val="2400"/>
              <a:buFont typeface="Golos Text SemiBold"/>
              <a:buNone/>
              <a:defRPr sz="3200">
                <a:latin typeface="Golos Text SemiBold"/>
                <a:ea typeface="Golos Text SemiBold"/>
                <a:cs typeface="Golos Text SemiBold"/>
                <a:sym typeface="Golos Text SemiBold"/>
              </a:defRPr>
            </a:lvl2pPr>
            <a:lvl3pPr lvl="2" algn="ctr" rtl="0">
              <a:lnSpc>
                <a:spcPct val="115000"/>
              </a:lnSpc>
              <a:spcBef>
                <a:spcPts val="0"/>
              </a:spcBef>
              <a:spcAft>
                <a:spcPts val="0"/>
              </a:spcAft>
              <a:buSzPts val="2400"/>
              <a:buFont typeface="Golos Text SemiBold"/>
              <a:buNone/>
              <a:defRPr sz="3200">
                <a:latin typeface="Golos Text SemiBold"/>
                <a:ea typeface="Golos Text SemiBold"/>
                <a:cs typeface="Golos Text SemiBold"/>
                <a:sym typeface="Golos Text SemiBold"/>
              </a:defRPr>
            </a:lvl3pPr>
            <a:lvl4pPr lvl="3" algn="ctr" rtl="0">
              <a:lnSpc>
                <a:spcPct val="115000"/>
              </a:lnSpc>
              <a:spcBef>
                <a:spcPts val="0"/>
              </a:spcBef>
              <a:spcAft>
                <a:spcPts val="0"/>
              </a:spcAft>
              <a:buSzPts val="2400"/>
              <a:buFont typeface="Golos Text SemiBold"/>
              <a:buNone/>
              <a:defRPr sz="3200">
                <a:latin typeface="Golos Text SemiBold"/>
                <a:ea typeface="Golos Text SemiBold"/>
                <a:cs typeface="Golos Text SemiBold"/>
                <a:sym typeface="Golos Text SemiBold"/>
              </a:defRPr>
            </a:lvl4pPr>
            <a:lvl5pPr lvl="4" algn="ctr" rtl="0">
              <a:lnSpc>
                <a:spcPct val="115000"/>
              </a:lnSpc>
              <a:spcBef>
                <a:spcPts val="0"/>
              </a:spcBef>
              <a:spcAft>
                <a:spcPts val="0"/>
              </a:spcAft>
              <a:buSzPts val="2400"/>
              <a:buFont typeface="Golos Text SemiBold"/>
              <a:buNone/>
              <a:defRPr sz="3200">
                <a:latin typeface="Golos Text SemiBold"/>
                <a:ea typeface="Golos Text SemiBold"/>
                <a:cs typeface="Golos Text SemiBold"/>
                <a:sym typeface="Golos Text SemiBold"/>
              </a:defRPr>
            </a:lvl5pPr>
            <a:lvl6pPr lvl="5" algn="ctr" rtl="0">
              <a:lnSpc>
                <a:spcPct val="115000"/>
              </a:lnSpc>
              <a:spcBef>
                <a:spcPts val="0"/>
              </a:spcBef>
              <a:spcAft>
                <a:spcPts val="0"/>
              </a:spcAft>
              <a:buSzPts val="2400"/>
              <a:buFont typeface="Golos Text SemiBold"/>
              <a:buNone/>
              <a:defRPr sz="3200">
                <a:latin typeface="Golos Text SemiBold"/>
                <a:ea typeface="Golos Text SemiBold"/>
                <a:cs typeface="Golos Text SemiBold"/>
                <a:sym typeface="Golos Text SemiBold"/>
              </a:defRPr>
            </a:lvl6pPr>
            <a:lvl7pPr lvl="6" algn="ctr" rtl="0">
              <a:lnSpc>
                <a:spcPct val="115000"/>
              </a:lnSpc>
              <a:spcBef>
                <a:spcPts val="0"/>
              </a:spcBef>
              <a:spcAft>
                <a:spcPts val="0"/>
              </a:spcAft>
              <a:buSzPts val="2400"/>
              <a:buFont typeface="Golos Text SemiBold"/>
              <a:buNone/>
              <a:defRPr sz="3200">
                <a:latin typeface="Golos Text SemiBold"/>
                <a:ea typeface="Golos Text SemiBold"/>
                <a:cs typeface="Golos Text SemiBold"/>
                <a:sym typeface="Golos Text SemiBold"/>
              </a:defRPr>
            </a:lvl7pPr>
            <a:lvl8pPr lvl="7" algn="ctr" rtl="0">
              <a:lnSpc>
                <a:spcPct val="115000"/>
              </a:lnSpc>
              <a:spcBef>
                <a:spcPts val="0"/>
              </a:spcBef>
              <a:spcAft>
                <a:spcPts val="0"/>
              </a:spcAft>
              <a:buSzPts val="2400"/>
              <a:buFont typeface="Golos Text SemiBold"/>
              <a:buNone/>
              <a:defRPr sz="3200">
                <a:latin typeface="Golos Text SemiBold"/>
                <a:ea typeface="Golos Text SemiBold"/>
                <a:cs typeface="Golos Text SemiBold"/>
                <a:sym typeface="Golos Text SemiBold"/>
              </a:defRPr>
            </a:lvl8pPr>
            <a:lvl9pPr lvl="8" algn="ctr" rtl="0">
              <a:lnSpc>
                <a:spcPct val="115000"/>
              </a:lnSpc>
              <a:spcBef>
                <a:spcPts val="0"/>
              </a:spcBef>
              <a:spcAft>
                <a:spcPts val="0"/>
              </a:spcAft>
              <a:buSzPts val="2400"/>
              <a:buFont typeface="Golos Text SemiBold"/>
              <a:buNone/>
              <a:defRPr sz="3200">
                <a:latin typeface="Golos Text SemiBold"/>
                <a:ea typeface="Golos Text SemiBold"/>
                <a:cs typeface="Golos Text SemiBold"/>
                <a:sym typeface="Golos Text SemiBold"/>
              </a:defRPr>
            </a:lvl9pPr>
          </a:lstStyle>
          <a:p>
            <a:r>
              <a:rPr lang="ja-JP" altLang="en-US" dirty="0"/>
              <a:t>マスター サブタイトルの書式設定</a:t>
            </a:r>
            <a:endParaRPr dirty="0"/>
          </a:p>
        </p:txBody>
      </p:sp>
      <p:sp>
        <p:nvSpPr>
          <p:cNvPr id="197" name="Google Shape;197;p27"/>
          <p:cNvSpPr txBox="1">
            <a:spLocks noGrp="1"/>
          </p:cNvSpPr>
          <p:nvPr>
            <p:ph type="subTitle" idx="5"/>
          </p:nvPr>
        </p:nvSpPr>
        <p:spPr>
          <a:xfrm>
            <a:off x="4495800" y="4542036"/>
            <a:ext cx="3200400" cy="1194400"/>
          </a:xfrm>
          <a:prstGeom prst="rect">
            <a:avLst/>
          </a:prstGeom>
        </p:spPr>
        <p:txBody>
          <a:bodyPr spcFirstLastPara="1" wrap="square" lIns="91425" tIns="91425" rIns="91425" bIns="91425" anchor="t" anchorCtr="0">
            <a:noAutofit/>
          </a:bodyPr>
          <a:lstStyle>
            <a:lvl1pPr lvl="0" algn="ctr" rtl="0">
              <a:lnSpc>
                <a:spcPct val="115000"/>
              </a:lnSpc>
              <a:spcBef>
                <a:spcPts val="0"/>
              </a:spcBef>
              <a:spcAft>
                <a:spcPts val="0"/>
              </a:spcAft>
              <a:buSzPts val="1400"/>
              <a:buNone/>
              <a:defRPr>
                <a:latin typeface="LINE Seed JP App_TTF Regular" panose="02020500000000000000" pitchFamily="18" charset="-128"/>
                <a:ea typeface="LINE Seed JP App_TTF Regular" panose="02020500000000000000" pitchFamily="18" charset="-128"/>
              </a:defRPr>
            </a:lvl1pPr>
            <a:lvl2pPr lvl="1" algn="ctr" rtl="0">
              <a:lnSpc>
                <a:spcPct val="115000"/>
              </a:lnSpc>
              <a:spcBef>
                <a:spcPts val="0"/>
              </a:spcBef>
              <a:spcAft>
                <a:spcPts val="0"/>
              </a:spcAft>
              <a:buSzPts val="1400"/>
              <a:buNone/>
              <a:defRPr/>
            </a:lvl2pPr>
            <a:lvl3pPr lvl="2" algn="ctr" rtl="0">
              <a:lnSpc>
                <a:spcPct val="115000"/>
              </a:lnSpc>
              <a:spcBef>
                <a:spcPts val="0"/>
              </a:spcBef>
              <a:spcAft>
                <a:spcPts val="0"/>
              </a:spcAft>
              <a:buSzPts val="1400"/>
              <a:buNone/>
              <a:defRPr/>
            </a:lvl3pPr>
            <a:lvl4pPr lvl="3" algn="ctr" rtl="0">
              <a:lnSpc>
                <a:spcPct val="115000"/>
              </a:lnSpc>
              <a:spcBef>
                <a:spcPts val="0"/>
              </a:spcBef>
              <a:spcAft>
                <a:spcPts val="0"/>
              </a:spcAft>
              <a:buSzPts val="1400"/>
              <a:buNone/>
              <a:defRPr/>
            </a:lvl4pPr>
            <a:lvl5pPr lvl="4" algn="ctr" rtl="0">
              <a:lnSpc>
                <a:spcPct val="115000"/>
              </a:lnSpc>
              <a:spcBef>
                <a:spcPts val="0"/>
              </a:spcBef>
              <a:spcAft>
                <a:spcPts val="0"/>
              </a:spcAft>
              <a:buSzPts val="1400"/>
              <a:buNone/>
              <a:defRPr/>
            </a:lvl5pPr>
            <a:lvl6pPr lvl="5" algn="ctr" rtl="0">
              <a:lnSpc>
                <a:spcPct val="115000"/>
              </a:lnSpc>
              <a:spcBef>
                <a:spcPts val="0"/>
              </a:spcBef>
              <a:spcAft>
                <a:spcPts val="0"/>
              </a:spcAft>
              <a:buSzPts val="1400"/>
              <a:buNone/>
              <a:defRPr/>
            </a:lvl6pPr>
            <a:lvl7pPr lvl="6" algn="ctr" rtl="0">
              <a:lnSpc>
                <a:spcPct val="115000"/>
              </a:lnSpc>
              <a:spcBef>
                <a:spcPts val="0"/>
              </a:spcBef>
              <a:spcAft>
                <a:spcPts val="0"/>
              </a:spcAft>
              <a:buSzPts val="1400"/>
              <a:buNone/>
              <a:defRPr/>
            </a:lvl7pPr>
            <a:lvl8pPr lvl="7" algn="ctr" rtl="0">
              <a:lnSpc>
                <a:spcPct val="115000"/>
              </a:lnSpc>
              <a:spcBef>
                <a:spcPts val="0"/>
              </a:spcBef>
              <a:spcAft>
                <a:spcPts val="0"/>
              </a:spcAft>
              <a:buSzPts val="1400"/>
              <a:buNone/>
              <a:defRPr/>
            </a:lvl8pPr>
            <a:lvl9pPr lvl="8" algn="ctr" rtl="0">
              <a:lnSpc>
                <a:spcPct val="115000"/>
              </a:lnSpc>
              <a:spcBef>
                <a:spcPts val="0"/>
              </a:spcBef>
              <a:spcAft>
                <a:spcPts val="0"/>
              </a:spcAft>
              <a:buSzPts val="1400"/>
              <a:buNone/>
              <a:defRPr/>
            </a:lvl9pPr>
          </a:lstStyle>
          <a:p>
            <a:r>
              <a:rPr lang="ja-JP" altLang="en-US" dirty="0"/>
              <a:t>マスター サブタイトルの書式設定</a:t>
            </a:r>
            <a:endParaRPr dirty="0"/>
          </a:p>
        </p:txBody>
      </p:sp>
      <p:sp>
        <p:nvSpPr>
          <p:cNvPr id="198" name="Google Shape;198;p27"/>
          <p:cNvSpPr txBox="1">
            <a:spLocks noGrp="1"/>
          </p:cNvSpPr>
          <p:nvPr>
            <p:ph type="subTitle" idx="6"/>
          </p:nvPr>
        </p:nvSpPr>
        <p:spPr>
          <a:xfrm>
            <a:off x="4495800" y="3709867"/>
            <a:ext cx="3200400" cy="738800"/>
          </a:xfrm>
          <a:prstGeom prst="rect">
            <a:avLst/>
          </a:prstGeom>
        </p:spPr>
        <p:txBody>
          <a:bodyPr spcFirstLastPara="1" wrap="square" lIns="91425" tIns="91425" rIns="91425" bIns="91425" anchor="b" anchorCtr="0">
            <a:noAutofit/>
          </a:bodyPr>
          <a:lstStyle>
            <a:lvl1pPr lvl="0" algn="ctr" rtl="0">
              <a:lnSpc>
                <a:spcPct val="100000"/>
              </a:lnSpc>
              <a:spcBef>
                <a:spcPts val="0"/>
              </a:spcBef>
              <a:spcAft>
                <a:spcPts val="0"/>
              </a:spcAft>
              <a:buSzPts val="2400"/>
              <a:buFont typeface="Golos Text SemiBold"/>
              <a:buNone/>
              <a:defRPr sz="2933">
                <a:latin typeface="LINE Seed JP App_OTF Bold" panose="02020700000000000000" pitchFamily="18" charset="-128"/>
                <a:ea typeface="LINE Seed JP App_OTF Bold" panose="02020700000000000000" pitchFamily="18" charset="-128"/>
                <a:cs typeface="LINE Seed JP App_OTF Bold" panose="02020700000000000000" pitchFamily="18" charset="-128"/>
                <a:sym typeface="Golos Text"/>
              </a:defRPr>
            </a:lvl1pPr>
            <a:lvl2pPr lvl="1" algn="ctr" rtl="0">
              <a:lnSpc>
                <a:spcPct val="115000"/>
              </a:lnSpc>
              <a:spcBef>
                <a:spcPts val="0"/>
              </a:spcBef>
              <a:spcAft>
                <a:spcPts val="0"/>
              </a:spcAft>
              <a:buSzPts val="2400"/>
              <a:buFont typeface="Golos Text SemiBold"/>
              <a:buNone/>
              <a:defRPr sz="3200">
                <a:latin typeface="Golos Text SemiBold"/>
                <a:ea typeface="Golos Text SemiBold"/>
                <a:cs typeface="Golos Text SemiBold"/>
                <a:sym typeface="Golos Text SemiBold"/>
              </a:defRPr>
            </a:lvl2pPr>
            <a:lvl3pPr lvl="2" algn="ctr" rtl="0">
              <a:lnSpc>
                <a:spcPct val="115000"/>
              </a:lnSpc>
              <a:spcBef>
                <a:spcPts val="0"/>
              </a:spcBef>
              <a:spcAft>
                <a:spcPts val="0"/>
              </a:spcAft>
              <a:buSzPts val="2400"/>
              <a:buFont typeface="Golos Text SemiBold"/>
              <a:buNone/>
              <a:defRPr sz="3200">
                <a:latin typeface="Golos Text SemiBold"/>
                <a:ea typeface="Golos Text SemiBold"/>
                <a:cs typeface="Golos Text SemiBold"/>
                <a:sym typeface="Golos Text SemiBold"/>
              </a:defRPr>
            </a:lvl3pPr>
            <a:lvl4pPr lvl="3" algn="ctr" rtl="0">
              <a:lnSpc>
                <a:spcPct val="115000"/>
              </a:lnSpc>
              <a:spcBef>
                <a:spcPts val="0"/>
              </a:spcBef>
              <a:spcAft>
                <a:spcPts val="0"/>
              </a:spcAft>
              <a:buSzPts val="2400"/>
              <a:buFont typeface="Golos Text SemiBold"/>
              <a:buNone/>
              <a:defRPr sz="3200">
                <a:latin typeface="Golos Text SemiBold"/>
                <a:ea typeface="Golos Text SemiBold"/>
                <a:cs typeface="Golos Text SemiBold"/>
                <a:sym typeface="Golos Text SemiBold"/>
              </a:defRPr>
            </a:lvl4pPr>
            <a:lvl5pPr lvl="4" algn="ctr" rtl="0">
              <a:lnSpc>
                <a:spcPct val="115000"/>
              </a:lnSpc>
              <a:spcBef>
                <a:spcPts val="0"/>
              </a:spcBef>
              <a:spcAft>
                <a:spcPts val="0"/>
              </a:spcAft>
              <a:buSzPts val="2400"/>
              <a:buFont typeface="Golos Text SemiBold"/>
              <a:buNone/>
              <a:defRPr sz="3200">
                <a:latin typeface="Golos Text SemiBold"/>
                <a:ea typeface="Golos Text SemiBold"/>
                <a:cs typeface="Golos Text SemiBold"/>
                <a:sym typeface="Golos Text SemiBold"/>
              </a:defRPr>
            </a:lvl5pPr>
            <a:lvl6pPr lvl="5" algn="ctr" rtl="0">
              <a:lnSpc>
                <a:spcPct val="115000"/>
              </a:lnSpc>
              <a:spcBef>
                <a:spcPts val="0"/>
              </a:spcBef>
              <a:spcAft>
                <a:spcPts val="0"/>
              </a:spcAft>
              <a:buSzPts val="2400"/>
              <a:buFont typeface="Golos Text SemiBold"/>
              <a:buNone/>
              <a:defRPr sz="3200">
                <a:latin typeface="Golos Text SemiBold"/>
                <a:ea typeface="Golos Text SemiBold"/>
                <a:cs typeface="Golos Text SemiBold"/>
                <a:sym typeface="Golos Text SemiBold"/>
              </a:defRPr>
            </a:lvl6pPr>
            <a:lvl7pPr lvl="6" algn="ctr" rtl="0">
              <a:lnSpc>
                <a:spcPct val="115000"/>
              </a:lnSpc>
              <a:spcBef>
                <a:spcPts val="0"/>
              </a:spcBef>
              <a:spcAft>
                <a:spcPts val="0"/>
              </a:spcAft>
              <a:buSzPts val="2400"/>
              <a:buFont typeface="Golos Text SemiBold"/>
              <a:buNone/>
              <a:defRPr sz="3200">
                <a:latin typeface="Golos Text SemiBold"/>
                <a:ea typeface="Golos Text SemiBold"/>
                <a:cs typeface="Golos Text SemiBold"/>
                <a:sym typeface="Golos Text SemiBold"/>
              </a:defRPr>
            </a:lvl7pPr>
            <a:lvl8pPr lvl="7" algn="ctr" rtl="0">
              <a:lnSpc>
                <a:spcPct val="115000"/>
              </a:lnSpc>
              <a:spcBef>
                <a:spcPts val="0"/>
              </a:spcBef>
              <a:spcAft>
                <a:spcPts val="0"/>
              </a:spcAft>
              <a:buSzPts val="2400"/>
              <a:buFont typeface="Golos Text SemiBold"/>
              <a:buNone/>
              <a:defRPr sz="3200">
                <a:latin typeface="Golos Text SemiBold"/>
                <a:ea typeface="Golos Text SemiBold"/>
                <a:cs typeface="Golos Text SemiBold"/>
                <a:sym typeface="Golos Text SemiBold"/>
              </a:defRPr>
            </a:lvl8pPr>
            <a:lvl9pPr lvl="8" algn="ctr" rtl="0">
              <a:lnSpc>
                <a:spcPct val="115000"/>
              </a:lnSpc>
              <a:spcBef>
                <a:spcPts val="0"/>
              </a:spcBef>
              <a:spcAft>
                <a:spcPts val="0"/>
              </a:spcAft>
              <a:buSzPts val="2400"/>
              <a:buFont typeface="Golos Text SemiBold"/>
              <a:buNone/>
              <a:defRPr sz="3200">
                <a:latin typeface="Golos Text SemiBold"/>
                <a:ea typeface="Golos Text SemiBold"/>
                <a:cs typeface="Golos Text SemiBold"/>
                <a:sym typeface="Golos Text SemiBold"/>
              </a:defRPr>
            </a:lvl9pPr>
          </a:lstStyle>
          <a:p>
            <a:r>
              <a:rPr lang="ja-JP" altLang="en-US" dirty="0"/>
              <a:t>マスター サブタイトルの書式設定</a:t>
            </a:r>
            <a:endParaRPr dirty="0"/>
          </a:p>
        </p:txBody>
      </p:sp>
    </p:spTree>
    <p:extLst>
      <p:ext uri="{BB962C8B-B14F-4D97-AF65-F5344CB8AC3E}">
        <p14:creationId xmlns:p14="http://schemas.microsoft.com/office/powerpoint/2010/main" val="2068397024"/>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matchingName="Title and three columns 1">
  <p:cSld name="Title and three columns 1">
    <p:spTree>
      <p:nvGrpSpPr>
        <p:cNvPr id="1" name="Shape 199"/>
        <p:cNvGrpSpPr/>
        <p:nvPr/>
      </p:nvGrpSpPr>
      <p:grpSpPr>
        <a:xfrm>
          <a:off x="0" y="0"/>
          <a:ext cx="0" cy="0"/>
          <a:chOff x="0" y="0"/>
          <a:chExt cx="0" cy="0"/>
        </a:xfrm>
      </p:grpSpPr>
      <p:sp>
        <p:nvSpPr>
          <p:cNvPr id="200" name="Google Shape;200;p28"/>
          <p:cNvSpPr txBox="1">
            <a:spLocks noGrp="1"/>
          </p:cNvSpPr>
          <p:nvPr>
            <p:ph type="title"/>
          </p:nvPr>
        </p:nvSpPr>
        <p:spPr>
          <a:xfrm>
            <a:off x="950967" y="627533"/>
            <a:ext cx="10290000" cy="733200"/>
          </a:xfrm>
          <a:prstGeom prst="rect">
            <a:avLst/>
          </a:prstGeom>
        </p:spPr>
        <p:txBody>
          <a:bodyPr spcFirstLastPara="1" wrap="square" lIns="91425" tIns="91425" rIns="91425" bIns="91425" anchor="t" anchorCtr="0">
            <a:noAutofit/>
          </a:bodyPr>
          <a:lstStyle>
            <a:lvl1pPr lvl="0">
              <a:spcBef>
                <a:spcPts val="0"/>
              </a:spcBef>
              <a:spcAft>
                <a:spcPts val="0"/>
              </a:spcAft>
              <a:buSzPts val="3100"/>
              <a:buNone/>
              <a:defRPr>
                <a:latin typeface="LINE Seed JP App_OTF Bold" panose="02020700000000000000" pitchFamily="18" charset="-128"/>
                <a:ea typeface="LINE Seed JP App_OTF Bold" panose="02020700000000000000" pitchFamily="18" charset="-128"/>
              </a:defRPr>
            </a:lvl1pPr>
            <a:lvl2pPr lvl="1">
              <a:spcBef>
                <a:spcPts val="0"/>
              </a:spcBef>
              <a:spcAft>
                <a:spcPts val="0"/>
              </a:spcAft>
              <a:buSzPts val="3100"/>
              <a:buNone/>
              <a:defRPr/>
            </a:lvl2pPr>
            <a:lvl3pPr lvl="2">
              <a:spcBef>
                <a:spcPts val="0"/>
              </a:spcBef>
              <a:spcAft>
                <a:spcPts val="0"/>
              </a:spcAft>
              <a:buSzPts val="3100"/>
              <a:buNone/>
              <a:defRPr/>
            </a:lvl3pPr>
            <a:lvl4pPr lvl="3">
              <a:spcBef>
                <a:spcPts val="0"/>
              </a:spcBef>
              <a:spcAft>
                <a:spcPts val="0"/>
              </a:spcAft>
              <a:buSzPts val="3100"/>
              <a:buNone/>
              <a:defRPr/>
            </a:lvl4pPr>
            <a:lvl5pPr lvl="4">
              <a:spcBef>
                <a:spcPts val="0"/>
              </a:spcBef>
              <a:spcAft>
                <a:spcPts val="0"/>
              </a:spcAft>
              <a:buSzPts val="3100"/>
              <a:buNone/>
              <a:defRPr/>
            </a:lvl5pPr>
            <a:lvl6pPr lvl="5">
              <a:spcBef>
                <a:spcPts val="0"/>
              </a:spcBef>
              <a:spcAft>
                <a:spcPts val="0"/>
              </a:spcAft>
              <a:buSzPts val="3100"/>
              <a:buNone/>
              <a:defRPr/>
            </a:lvl6pPr>
            <a:lvl7pPr lvl="6">
              <a:spcBef>
                <a:spcPts val="0"/>
              </a:spcBef>
              <a:spcAft>
                <a:spcPts val="0"/>
              </a:spcAft>
              <a:buSzPts val="3100"/>
              <a:buNone/>
              <a:defRPr/>
            </a:lvl7pPr>
            <a:lvl8pPr lvl="7">
              <a:spcBef>
                <a:spcPts val="0"/>
              </a:spcBef>
              <a:spcAft>
                <a:spcPts val="0"/>
              </a:spcAft>
              <a:buSzPts val="3100"/>
              <a:buNone/>
              <a:defRPr/>
            </a:lvl8pPr>
            <a:lvl9pPr lvl="8">
              <a:spcBef>
                <a:spcPts val="0"/>
              </a:spcBef>
              <a:spcAft>
                <a:spcPts val="0"/>
              </a:spcAft>
              <a:buSzPts val="3100"/>
              <a:buNone/>
              <a:defRPr/>
            </a:lvl9pPr>
          </a:lstStyle>
          <a:p>
            <a:r>
              <a:rPr lang="ja-JP" altLang="en-US" dirty="0"/>
              <a:t>マスター タイトルの書式設定</a:t>
            </a:r>
            <a:endParaRPr dirty="0"/>
          </a:p>
        </p:txBody>
      </p:sp>
      <p:sp>
        <p:nvSpPr>
          <p:cNvPr id="201" name="Google Shape;201;p28"/>
          <p:cNvSpPr txBox="1">
            <a:spLocks noGrp="1"/>
          </p:cNvSpPr>
          <p:nvPr>
            <p:ph type="subTitle" idx="1"/>
          </p:nvPr>
        </p:nvSpPr>
        <p:spPr>
          <a:xfrm>
            <a:off x="1154167" y="4925636"/>
            <a:ext cx="3016800" cy="864000"/>
          </a:xfrm>
          <a:prstGeom prst="rect">
            <a:avLst/>
          </a:prstGeom>
        </p:spPr>
        <p:txBody>
          <a:bodyPr spcFirstLastPara="1" wrap="square" lIns="91425" tIns="91425" rIns="91425" bIns="91425" anchor="t" anchorCtr="0">
            <a:noAutofit/>
          </a:bodyPr>
          <a:lstStyle>
            <a:lvl1pPr lvl="0" algn="ctr" rtl="0">
              <a:lnSpc>
                <a:spcPct val="115000"/>
              </a:lnSpc>
              <a:spcBef>
                <a:spcPts val="0"/>
              </a:spcBef>
              <a:spcAft>
                <a:spcPts val="0"/>
              </a:spcAft>
              <a:buSzPts val="1400"/>
              <a:buNone/>
              <a:defRPr>
                <a:latin typeface="LINE Seed JP App_TTF Regular" panose="02020500000000000000" pitchFamily="18" charset="-128"/>
                <a:ea typeface="LINE Seed JP App_TTF Regular" panose="02020500000000000000" pitchFamily="18" charset="-128"/>
              </a:defRPr>
            </a:lvl1pPr>
            <a:lvl2pPr lvl="1" algn="ctr" rtl="0">
              <a:lnSpc>
                <a:spcPct val="115000"/>
              </a:lnSpc>
              <a:spcBef>
                <a:spcPts val="0"/>
              </a:spcBef>
              <a:spcAft>
                <a:spcPts val="0"/>
              </a:spcAft>
              <a:buSzPts val="1400"/>
              <a:buNone/>
              <a:defRPr/>
            </a:lvl2pPr>
            <a:lvl3pPr lvl="2" algn="ctr" rtl="0">
              <a:lnSpc>
                <a:spcPct val="115000"/>
              </a:lnSpc>
              <a:spcBef>
                <a:spcPts val="0"/>
              </a:spcBef>
              <a:spcAft>
                <a:spcPts val="0"/>
              </a:spcAft>
              <a:buSzPts val="1400"/>
              <a:buNone/>
              <a:defRPr/>
            </a:lvl3pPr>
            <a:lvl4pPr lvl="3" algn="ctr" rtl="0">
              <a:lnSpc>
                <a:spcPct val="115000"/>
              </a:lnSpc>
              <a:spcBef>
                <a:spcPts val="0"/>
              </a:spcBef>
              <a:spcAft>
                <a:spcPts val="0"/>
              </a:spcAft>
              <a:buSzPts val="1400"/>
              <a:buNone/>
              <a:defRPr/>
            </a:lvl4pPr>
            <a:lvl5pPr lvl="4" algn="ctr" rtl="0">
              <a:lnSpc>
                <a:spcPct val="115000"/>
              </a:lnSpc>
              <a:spcBef>
                <a:spcPts val="0"/>
              </a:spcBef>
              <a:spcAft>
                <a:spcPts val="0"/>
              </a:spcAft>
              <a:buSzPts val="1400"/>
              <a:buNone/>
              <a:defRPr/>
            </a:lvl5pPr>
            <a:lvl6pPr lvl="5" algn="ctr" rtl="0">
              <a:lnSpc>
                <a:spcPct val="115000"/>
              </a:lnSpc>
              <a:spcBef>
                <a:spcPts val="0"/>
              </a:spcBef>
              <a:spcAft>
                <a:spcPts val="0"/>
              </a:spcAft>
              <a:buSzPts val="1400"/>
              <a:buNone/>
              <a:defRPr/>
            </a:lvl6pPr>
            <a:lvl7pPr lvl="6" algn="ctr" rtl="0">
              <a:lnSpc>
                <a:spcPct val="115000"/>
              </a:lnSpc>
              <a:spcBef>
                <a:spcPts val="0"/>
              </a:spcBef>
              <a:spcAft>
                <a:spcPts val="0"/>
              </a:spcAft>
              <a:buSzPts val="1400"/>
              <a:buNone/>
              <a:defRPr/>
            </a:lvl7pPr>
            <a:lvl8pPr lvl="7" algn="ctr" rtl="0">
              <a:lnSpc>
                <a:spcPct val="115000"/>
              </a:lnSpc>
              <a:spcBef>
                <a:spcPts val="0"/>
              </a:spcBef>
              <a:spcAft>
                <a:spcPts val="0"/>
              </a:spcAft>
              <a:buSzPts val="1400"/>
              <a:buNone/>
              <a:defRPr/>
            </a:lvl8pPr>
            <a:lvl9pPr lvl="8" algn="ctr" rtl="0">
              <a:lnSpc>
                <a:spcPct val="115000"/>
              </a:lnSpc>
              <a:spcBef>
                <a:spcPts val="0"/>
              </a:spcBef>
              <a:spcAft>
                <a:spcPts val="0"/>
              </a:spcAft>
              <a:buSzPts val="1400"/>
              <a:buNone/>
              <a:defRPr/>
            </a:lvl9pPr>
          </a:lstStyle>
          <a:p>
            <a:r>
              <a:rPr lang="ja-JP" altLang="en-US" dirty="0"/>
              <a:t>マスター サブタイトルの書式設定</a:t>
            </a:r>
            <a:endParaRPr dirty="0"/>
          </a:p>
        </p:txBody>
      </p:sp>
      <p:sp>
        <p:nvSpPr>
          <p:cNvPr id="202" name="Google Shape;202;p28"/>
          <p:cNvSpPr txBox="1">
            <a:spLocks noGrp="1"/>
          </p:cNvSpPr>
          <p:nvPr>
            <p:ph type="subTitle" idx="2"/>
          </p:nvPr>
        </p:nvSpPr>
        <p:spPr>
          <a:xfrm>
            <a:off x="1154167" y="4138633"/>
            <a:ext cx="3016800" cy="697600"/>
          </a:xfrm>
          <a:prstGeom prst="rect">
            <a:avLst/>
          </a:prstGeom>
        </p:spPr>
        <p:txBody>
          <a:bodyPr spcFirstLastPara="1" wrap="square" lIns="91425" tIns="91425" rIns="91425" bIns="91425" anchor="b" anchorCtr="0">
            <a:noAutofit/>
          </a:bodyPr>
          <a:lstStyle>
            <a:lvl1pPr lvl="0" algn="ctr" rtl="0">
              <a:lnSpc>
                <a:spcPct val="100000"/>
              </a:lnSpc>
              <a:spcBef>
                <a:spcPts val="0"/>
              </a:spcBef>
              <a:spcAft>
                <a:spcPts val="0"/>
              </a:spcAft>
              <a:buSzPts val="2400"/>
              <a:buFont typeface="Golos Text SemiBold"/>
              <a:buNone/>
              <a:defRPr sz="2933">
                <a:latin typeface="LINE Seed JP App_OTF Bold" panose="02020700000000000000" pitchFamily="18" charset="-128"/>
                <a:ea typeface="LINE Seed JP App_OTF Bold" panose="02020700000000000000" pitchFamily="18" charset="-128"/>
                <a:cs typeface="LINE Seed JP App_OTF Bold" panose="02020700000000000000" pitchFamily="18" charset="-128"/>
                <a:sym typeface="Golos Text"/>
              </a:defRPr>
            </a:lvl1pPr>
            <a:lvl2pPr lvl="1" algn="ctr" rtl="0">
              <a:lnSpc>
                <a:spcPct val="115000"/>
              </a:lnSpc>
              <a:spcBef>
                <a:spcPts val="0"/>
              </a:spcBef>
              <a:spcAft>
                <a:spcPts val="0"/>
              </a:spcAft>
              <a:buSzPts val="2400"/>
              <a:buFont typeface="Golos Text SemiBold"/>
              <a:buNone/>
              <a:defRPr sz="3200">
                <a:latin typeface="Golos Text SemiBold"/>
                <a:ea typeface="Golos Text SemiBold"/>
                <a:cs typeface="Golos Text SemiBold"/>
                <a:sym typeface="Golos Text SemiBold"/>
              </a:defRPr>
            </a:lvl2pPr>
            <a:lvl3pPr lvl="2" algn="ctr" rtl="0">
              <a:lnSpc>
                <a:spcPct val="115000"/>
              </a:lnSpc>
              <a:spcBef>
                <a:spcPts val="0"/>
              </a:spcBef>
              <a:spcAft>
                <a:spcPts val="0"/>
              </a:spcAft>
              <a:buSzPts val="2400"/>
              <a:buFont typeface="Golos Text SemiBold"/>
              <a:buNone/>
              <a:defRPr sz="3200">
                <a:latin typeface="Golos Text SemiBold"/>
                <a:ea typeface="Golos Text SemiBold"/>
                <a:cs typeface="Golos Text SemiBold"/>
                <a:sym typeface="Golos Text SemiBold"/>
              </a:defRPr>
            </a:lvl3pPr>
            <a:lvl4pPr lvl="3" algn="ctr" rtl="0">
              <a:lnSpc>
                <a:spcPct val="115000"/>
              </a:lnSpc>
              <a:spcBef>
                <a:spcPts val="0"/>
              </a:spcBef>
              <a:spcAft>
                <a:spcPts val="0"/>
              </a:spcAft>
              <a:buSzPts val="2400"/>
              <a:buFont typeface="Golos Text SemiBold"/>
              <a:buNone/>
              <a:defRPr sz="3200">
                <a:latin typeface="Golos Text SemiBold"/>
                <a:ea typeface="Golos Text SemiBold"/>
                <a:cs typeface="Golos Text SemiBold"/>
                <a:sym typeface="Golos Text SemiBold"/>
              </a:defRPr>
            </a:lvl4pPr>
            <a:lvl5pPr lvl="4" algn="ctr" rtl="0">
              <a:lnSpc>
                <a:spcPct val="115000"/>
              </a:lnSpc>
              <a:spcBef>
                <a:spcPts val="0"/>
              </a:spcBef>
              <a:spcAft>
                <a:spcPts val="0"/>
              </a:spcAft>
              <a:buSzPts val="2400"/>
              <a:buFont typeface="Golos Text SemiBold"/>
              <a:buNone/>
              <a:defRPr sz="3200">
                <a:latin typeface="Golos Text SemiBold"/>
                <a:ea typeface="Golos Text SemiBold"/>
                <a:cs typeface="Golos Text SemiBold"/>
                <a:sym typeface="Golos Text SemiBold"/>
              </a:defRPr>
            </a:lvl5pPr>
            <a:lvl6pPr lvl="5" algn="ctr" rtl="0">
              <a:lnSpc>
                <a:spcPct val="115000"/>
              </a:lnSpc>
              <a:spcBef>
                <a:spcPts val="0"/>
              </a:spcBef>
              <a:spcAft>
                <a:spcPts val="0"/>
              </a:spcAft>
              <a:buSzPts val="2400"/>
              <a:buFont typeface="Golos Text SemiBold"/>
              <a:buNone/>
              <a:defRPr sz="3200">
                <a:latin typeface="Golos Text SemiBold"/>
                <a:ea typeface="Golos Text SemiBold"/>
                <a:cs typeface="Golos Text SemiBold"/>
                <a:sym typeface="Golos Text SemiBold"/>
              </a:defRPr>
            </a:lvl6pPr>
            <a:lvl7pPr lvl="6" algn="ctr" rtl="0">
              <a:lnSpc>
                <a:spcPct val="115000"/>
              </a:lnSpc>
              <a:spcBef>
                <a:spcPts val="0"/>
              </a:spcBef>
              <a:spcAft>
                <a:spcPts val="0"/>
              </a:spcAft>
              <a:buSzPts val="2400"/>
              <a:buFont typeface="Golos Text SemiBold"/>
              <a:buNone/>
              <a:defRPr sz="3200">
                <a:latin typeface="Golos Text SemiBold"/>
                <a:ea typeface="Golos Text SemiBold"/>
                <a:cs typeface="Golos Text SemiBold"/>
                <a:sym typeface="Golos Text SemiBold"/>
              </a:defRPr>
            </a:lvl7pPr>
            <a:lvl8pPr lvl="7" algn="ctr" rtl="0">
              <a:lnSpc>
                <a:spcPct val="115000"/>
              </a:lnSpc>
              <a:spcBef>
                <a:spcPts val="0"/>
              </a:spcBef>
              <a:spcAft>
                <a:spcPts val="0"/>
              </a:spcAft>
              <a:buSzPts val="2400"/>
              <a:buFont typeface="Golos Text SemiBold"/>
              <a:buNone/>
              <a:defRPr sz="3200">
                <a:latin typeface="Golos Text SemiBold"/>
                <a:ea typeface="Golos Text SemiBold"/>
                <a:cs typeface="Golos Text SemiBold"/>
                <a:sym typeface="Golos Text SemiBold"/>
              </a:defRPr>
            </a:lvl8pPr>
            <a:lvl9pPr lvl="8" algn="ctr" rtl="0">
              <a:lnSpc>
                <a:spcPct val="115000"/>
              </a:lnSpc>
              <a:spcBef>
                <a:spcPts val="0"/>
              </a:spcBef>
              <a:spcAft>
                <a:spcPts val="0"/>
              </a:spcAft>
              <a:buSzPts val="2400"/>
              <a:buFont typeface="Golos Text SemiBold"/>
              <a:buNone/>
              <a:defRPr sz="3200">
                <a:latin typeface="Golos Text SemiBold"/>
                <a:ea typeface="Golos Text SemiBold"/>
                <a:cs typeface="Golos Text SemiBold"/>
                <a:sym typeface="Golos Text SemiBold"/>
              </a:defRPr>
            </a:lvl9pPr>
          </a:lstStyle>
          <a:p>
            <a:r>
              <a:rPr lang="ja-JP" altLang="en-US" dirty="0"/>
              <a:t>マスター サブタイトルの書式設定</a:t>
            </a:r>
            <a:endParaRPr dirty="0"/>
          </a:p>
        </p:txBody>
      </p:sp>
      <p:sp>
        <p:nvSpPr>
          <p:cNvPr id="203" name="Google Shape;203;p28"/>
          <p:cNvSpPr txBox="1">
            <a:spLocks noGrp="1"/>
          </p:cNvSpPr>
          <p:nvPr>
            <p:ph type="subTitle" idx="3"/>
          </p:nvPr>
        </p:nvSpPr>
        <p:spPr>
          <a:xfrm>
            <a:off x="8021033" y="4925636"/>
            <a:ext cx="3016800" cy="864000"/>
          </a:xfrm>
          <a:prstGeom prst="rect">
            <a:avLst/>
          </a:prstGeom>
        </p:spPr>
        <p:txBody>
          <a:bodyPr spcFirstLastPara="1" wrap="square" lIns="91425" tIns="91425" rIns="91425" bIns="91425" anchor="t" anchorCtr="0">
            <a:noAutofit/>
          </a:bodyPr>
          <a:lstStyle>
            <a:lvl1pPr lvl="0" algn="ctr" rtl="0">
              <a:lnSpc>
                <a:spcPct val="115000"/>
              </a:lnSpc>
              <a:spcBef>
                <a:spcPts val="0"/>
              </a:spcBef>
              <a:spcAft>
                <a:spcPts val="0"/>
              </a:spcAft>
              <a:buSzPts val="1400"/>
              <a:buNone/>
              <a:defRPr>
                <a:latin typeface="LINE Seed JP App_TTF Regular" panose="02020500000000000000" pitchFamily="18" charset="-128"/>
                <a:ea typeface="LINE Seed JP App_TTF Regular" panose="02020500000000000000" pitchFamily="18" charset="-128"/>
              </a:defRPr>
            </a:lvl1pPr>
            <a:lvl2pPr lvl="1" algn="ctr" rtl="0">
              <a:lnSpc>
                <a:spcPct val="115000"/>
              </a:lnSpc>
              <a:spcBef>
                <a:spcPts val="0"/>
              </a:spcBef>
              <a:spcAft>
                <a:spcPts val="0"/>
              </a:spcAft>
              <a:buSzPts val="1400"/>
              <a:buNone/>
              <a:defRPr/>
            </a:lvl2pPr>
            <a:lvl3pPr lvl="2" algn="ctr" rtl="0">
              <a:lnSpc>
                <a:spcPct val="115000"/>
              </a:lnSpc>
              <a:spcBef>
                <a:spcPts val="0"/>
              </a:spcBef>
              <a:spcAft>
                <a:spcPts val="0"/>
              </a:spcAft>
              <a:buSzPts val="1400"/>
              <a:buNone/>
              <a:defRPr/>
            </a:lvl3pPr>
            <a:lvl4pPr lvl="3" algn="ctr" rtl="0">
              <a:lnSpc>
                <a:spcPct val="115000"/>
              </a:lnSpc>
              <a:spcBef>
                <a:spcPts val="0"/>
              </a:spcBef>
              <a:spcAft>
                <a:spcPts val="0"/>
              </a:spcAft>
              <a:buSzPts val="1400"/>
              <a:buNone/>
              <a:defRPr/>
            </a:lvl4pPr>
            <a:lvl5pPr lvl="4" algn="ctr" rtl="0">
              <a:lnSpc>
                <a:spcPct val="115000"/>
              </a:lnSpc>
              <a:spcBef>
                <a:spcPts val="0"/>
              </a:spcBef>
              <a:spcAft>
                <a:spcPts val="0"/>
              </a:spcAft>
              <a:buSzPts val="1400"/>
              <a:buNone/>
              <a:defRPr/>
            </a:lvl5pPr>
            <a:lvl6pPr lvl="5" algn="ctr" rtl="0">
              <a:lnSpc>
                <a:spcPct val="115000"/>
              </a:lnSpc>
              <a:spcBef>
                <a:spcPts val="0"/>
              </a:spcBef>
              <a:spcAft>
                <a:spcPts val="0"/>
              </a:spcAft>
              <a:buSzPts val="1400"/>
              <a:buNone/>
              <a:defRPr/>
            </a:lvl6pPr>
            <a:lvl7pPr lvl="6" algn="ctr" rtl="0">
              <a:lnSpc>
                <a:spcPct val="115000"/>
              </a:lnSpc>
              <a:spcBef>
                <a:spcPts val="0"/>
              </a:spcBef>
              <a:spcAft>
                <a:spcPts val="0"/>
              </a:spcAft>
              <a:buSzPts val="1400"/>
              <a:buNone/>
              <a:defRPr/>
            </a:lvl7pPr>
            <a:lvl8pPr lvl="7" algn="ctr" rtl="0">
              <a:lnSpc>
                <a:spcPct val="115000"/>
              </a:lnSpc>
              <a:spcBef>
                <a:spcPts val="0"/>
              </a:spcBef>
              <a:spcAft>
                <a:spcPts val="0"/>
              </a:spcAft>
              <a:buSzPts val="1400"/>
              <a:buNone/>
              <a:defRPr/>
            </a:lvl8pPr>
            <a:lvl9pPr lvl="8" algn="ctr" rtl="0">
              <a:lnSpc>
                <a:spcPct val="115000"/>
              </a:lnSpc>
              <a:spcBef>
                <a:spcPts val="0"/>
              </a:spcBef>
              <a:spcAft>
                <a:spcPts val="0"/>
              </a:spcAft>
              <a:buSzPts val="1400"/>
              <a:buNone/>
              <a:defRPr/>
            </a:lvl9pPr>
          </a:lstStyle>
          <a:p>
            <a:r>
              <a:rPr lang="ja-JP" altLang="en-US" dirty="0"/>
              <a:t>マスター サブタイトルの書式設定</a:t>
            </a:r>
            <a:endParaRPr dirty="0"/>
          </a:p>
        </p:txBody>
      </p:sp>
      <p:sp>
        <p:nvSpPr>
          <p:cNvPr id="204" name="Google Shape;204;p28"/>
          <p:cNvSpPr txBox="1">
            <a:spLocks noGrp="1"/>
          </p:cNvSpPr>
          <p:nvPr>
            <p:ph type="subTitle" idx="4"/>
          </p:nvPr>
        </p:nvSpPr>
        <p:spPr>
          <a:xfrm>
            <a:off x="8021033" y="4138633"/>
            <a:ext cx="3016800" cy="697600"/>
          </a:xfrm>
          <a:prstGeom prst="rect">
            <a:avLst/>
          </a:prstGeom>
        </p:spPr>
        <p:txBody>
          <a:bodyPr spcFirstLastPara="1" wrap="square" lIns="91425" tIns="91425" rIns="91425" bIns="91425" anchor="b" anchorCtr="0">
            <a:noAutofit/>
          </a:bodyPr>
          <a:lstStyle>
            <a:lvl1pPr lvl="0" algn="ctr" rtl="0">
              <a:lnSpc>
                <a:spcPct val="100000"/>
              </a:lnSpc>
              <a:spcBef>
                <a:spcPts val="0"/>
              </a:spcBef>
              <a:spcAft>
                <a:spcPts val="0"/>
              </a:spcAft>
              <a:buSzPts val="2400"/>
              <a:buFont typeface="Golos Text SemiBold"/>
              <a:buNone/>
              <a:defRPr sz="2933">
                <a:latin typeface="LINE Seed JP App_OTF Bold" panose="02020700000000000000" pitchFamily="18" charset="-128"/>
                <a:ea typeface="LINE Seed JP App_OTF Bold" panose="02020700000000000000" pitchFamily="18" charset="-128"/>
                <a:cs typeface="LINE Seed JP App_OTF Bold" panose="02020700000000000000" pitchFamily="18" charset="-128"/>
                <a:sym typeface="Golos Text"/>
              </a:defRPr>
            </a:lvl1pPr>
            <a:lvl2pPr lvl="1" algn="ctr" rtl="0">
              <a:lnSpc>
                <a:spcPct val="115000"/>
              </a:lnSpc>
              <a:spcBef>
                <a:spcPts val="0"/>
              </a:spcBef>
              <a:spcAft>
                <a:spcPts val="0"/>
              </a:spcAft>
              <a:buSzPts val="2400"/>
              <a:buFont typeface="Golos Text SemiBold"/>
              <a:buNone/>
              <a:defRPr sz="3200">
                <a:latin typeface="Golos Text SemiBold"/>
                <a:ea typeface="Golos Text SemiBold"/>
                <a:cs typeface="Golos Text SemiBold"/>
                <a:sym typeface="Golos Text SemiBold"/>
              </a:defRPr>
            </a:lvl2pPr>
            <a:lvl3pPr lvl="2" algn="ctr" rtl="0">
              <a:lnSpc>
                <a:spcPct val="115000"/>
              </a:lnSpc>
              <a:spcBef>
                <a:spcPts val="0"/>
              </a:spcBef>
              <a:spcAft>
                <a:spcPts val="0"/>
              </a:spcAft>
              <a:buSzPts val="2400"/>
              <a:buFont typeface="Golos Text SemiBold"/>
              <a:buNone/>
              <a:defRPr sz="3200">
                <a:latin typeface="Golos Text SemiBold"/>
                <a:ea typeface="Golos Text SemiBold"/>
                <a:cs typeface="Golos Text SemiBold"/>
                <a:sym typeface="Golos Text SemiBold"/>
              </a:defRPr>
            </a:lvl3pPr>
            <a:lvl4pPr lvl="3" algn="ctr" rtl="0">
              <a:lnSpc>
                <a:spcPct val="115000"/>
              </a:lnSpc>
              <a:spcBef>
                <a:spcPts val="0"/>
              </a:spcBef>
              <a:spcAft>
                <a:spcPts val="0"/>
              </a:spcAft>
              <a:buSzPts val="2400"/>
              <a:buFont typeface="Golos Text SemiBold"/>
              <a:buNone/>
              <a:defRPr sz="3200">
                <a:latin typeface="Golos Text SemiBold"/>
                <a:ea typeface="Golos Text SemiBold"/>
                <a:cs typeface="Golos Text SemiBold"/>
                <a:sym typeface="Golos Text SemiBold"/>
              </a:defRPr>
            </a:lvl4pPr>
            <a:lvl5pPr lvl="4" algn="ctr" rtl="0">
              <a:lnSpc>
                <a:spcPct val="115000"/>
              </a:lnSpc>
              <a:spcBef>
                <a:spcPts val="0"/>
              </a:spcBef>
              <a:spcAft>
                <a:spcPts val="0"/>
              </a:spcAft>
              <a:buSzPts val="2400"/>
              <a:buFont typeface="Golos Text SemiBold"/>
              <a:buNone/>
              <a:defRPr sz="3200">
                <a:latin typeface="Golos Text SemiBold"/>
                <a:ea typeface="Golos Text SemiBold"/>
                <a:cs typeface="Golos Text SemiBold"/>
                <a:sym typeface="Golos Text SemiBold"/>
              </a:defRPr>
            </a:lvl5pPr>
            <a:lvl6pPr lvl="5" algn="ctr" rtl="0">
              <a:lnSpc>
                <a:spcPct val="115000"/>
              </a:lnSpc>
              <a:spcBef>
                <a:spcPts val="0"/>
              </a:spcBef>
              <a:spcAft>
                <a:spcPts val="0"/>
              </a:spcAft>
              <a:buSzPts val="2400"/>
              <a:buFont typeface="Golos Text SemiBold"/>
              <a:buNone/>
              <a:defRPr sz="3200">
                <a:latin typeface="Golos Text SemiBold"/>
                <a:ea typeface="Golos Text SemiBold"/>
                <a:cs typeface="Golos Text SemiBold"/>
                <a:sym typeface="Golos Text SemiBold"/>
              </a:defRPr>
            </a:lvl6pPr>
            <a:lvl7pPr lvl="6" algn="ctr" rtl="0">
              <a:lnSpc>
                <a:spcPct val="115000"/>
              </a:lnSpc>
              <a:spcBef>
                <a:spcPts val="0"/>
              </a:spcBef>
              <a:spcAft>
                <a:spcPts val="0"/>
              </a:spcAft>
              <a:buSzPts val="2400"/>
              <a:buFont typeface="Golos Text SemiBold"/>
              <a:buNone/>
              <a:defRPr sz="3200">
                <a:latin typeface="Golos Text SemiBold"/>
                <a:ea typeface="Golos Text SemiBold"/>
                <a:cs typeface="Golos Text SemiBold"/>
                <a:sym typeface="Golos Text SemiBold"/>
              </a:defRPr>
            </a:lvl7pPr>
            <a:lvl8pPr lvl="7" algn="ctr" rtl="0">
              <a:lnSpc>
                <a:spcPct val="115000"/>
              </a:lnSpc>
              <a:spcBef>
                <a:spcPts val="0"/>
              </a:spcBef>
              <a:spcAft>
                <a:spcPts val="0"/>
              </a:spcAft>
              <a:buSzPts val="2400"/>
              <a:buFont typeface="Golos Text SemiBold"/>
              <a:buNone/>
              <a:defRPr sz="3200">
                <a:latin typeface="Golos Text SemiBold"/>
                <a:ea typeface="Golos Text SemiBold"/>
                <a:cs typeface="Golos Text SemiBold"/>
                <a:sym typeface="Golos Text SemiBold"/>
              </a:defRPr>
            </a:lvl8pPr>
            <a:lvl9pPr lvl="8" algn="ctr" rtl="0">
              <a:lnSpc>
                <a:spcPct val="115000"/>
              </a:lnSpc>
              <a:spcBef>
                <a:spcPts val="0"/>
              </a:spcBef>
              <a:spcAft>
                <a:spcPts val="0"/>
              </a:spcAft>
              <a:buSzPts val="2400"/>
              <a:buFont typeface="Golos Text SemiBold"/>
              <a:buNone/>
              <a:defRPr sz="3200">
                <a:latin typeface="Golos Text SemiBold"/>
                <a:ea typeface="Golos Text SemiBold"/>
                <a:cs typeface="Golos Text SemiBold"/>
                <a:sym typeface="Golos Text SemiBold"/>
              </a:defRPr>
            </a:lvl9pPr>
          </a:lstStyle>
          <a:p>
            <a:r>
              <a:rPr lang="ja-JP" altLang="en-US" dirty="0"/>
              <a:t>マスター サブタイトルの書式設定</a:t>
            </a:r>
            <a:endParaRPr dirty="0"/>
          </a:p>
        </p:txBody>
      </p:sp>
      <p:sp>
        <p:nvSpPr>
          <p:cNvPr id="205" name="Google Shape;205;p28"/>
          <p:cNvSpPr txBox="1">
            <a:spLocks noGrp="1"/>
          </p:cNvSpPr>
          <p:nvPr>
            <p:ph type="subTitle" idx="5"/>
          </p:nvPr>
        </p:nvSpPr>
        <p:spPr>
          <a:xfrm>
            <a:off x="4587600" y="4925636"/>
            <a:ext cx="3016800" cy="864000"/>
          </a:xfrm>
          <a:prstGeom prst="rect">
            <a:avLst/>
          </a:prstGeom>
        </p:spPr>
        <p:txBody>
          <a:bodyPr spcFirstLastPara="1" wrap="square" lIns="91425" tIns="91425" rIns="91425" bIns="91425" anchor="t" anchorCtr="0">
            <a:noAutofit/>
          </a:bodyPr>
          <a:lstStyle>
            <a:lvl1pPr lvl="0" algn="ctr" rtl="0">
              <a:lnSpc>
                <a:spcPct val="115000"/>
              </a:lnSpc>
              <a:spcBef>
                <a:spcPts val="0"/>
              </a:spcBef>
              <a:spcAft>
                <a:spcPts val="0"/>
              </a:spcAft>
              <a:buSzPts val="1400"/>
              <a:buNone/>
              <a:defRPr>
                <a:latin typeface="LINE Seed JP App_TTF Regular" panose="02020500000000000000" pitchFamily="18" charset="-128"/>
                <a:ea typeface="LINE Seed JP App_TTF Regular" panose="02020500000000000000" pitchFamily="18" charset="-128"/>
              </a:defRPr>
            </a:lvl1pPr>
            <a:lvl2pPr lvl="1" algn="ctr" rtl="0">
              <a:lnSpc>
                <a:spcPct val="115000"/>
              </a:lnSpc>
              <a:spcBef>
                <a:spcPts val="0"/>
              </a:spcBef>
              <a:spcAft>
                <a:spcPts val="0"/>
              </a:spcAft>
              <a:buSzPts val="1400"/>
              <a:buNone/>
              <a:defRPr/>
            </a:lvl2pPr>
            <a:lvl3pPr lvl="2" algn="ctr" rtl="0">
              <a:lnSpc>
                <a:spcPct val="115000"/>
              </a:lnSpc>
              <a:spcBef>
                <a:spcPts val="0"/>
              </a:spcBef>
              <a:spcAft>
                <a:spcPts val="0"/>
              </a:spcAft>
              <a:buSzPts val="1400"/>
              <a:buNone/>
              <a:defRPr/>
            </a:lvl3pPr>
            <a:lvl4pPr lvl="3" algn="ctr" rtl="0">
              <a:lnSpc>
                <a:spcPct val="115000"/>
              </a:lnSpc>
              <a:spcBef>
                <a:spcPts val="0"/>
              </a:spcBef>
              <a:spcAft>
                <a:spcPts val="0"/>
              </a:spcAft>
              <a:buSzPts val="1400"/>
              <a:buNone/>
              <a:defRPr/>
            </a:lvl4pPr>
            <a:lvl5pPr lvl="4" algn="ctr" rtl="0">
              <a:lnSpc>
                <a:spcPct val="115000"/>
              </a:lnSpc>
              <a:spcBef>
                <a:spcPts val="0"/>
              </a:spcBef>
              <a:spcAft>
                <a:spcPts val="0"/>
              </a:spcAft>
              <a:buSzPts val="1400"/>
              <a:buNone/>
              <a:defRPr/>
            </a:lvl5pPr>
            <a:lvl6pPr lvl="5" algn="ctr" rtl="0">
              <a:lnSpc>
                <a:spcPct val="115000"/>
              </a:lnSpc>
              <a:spcBef>
                <a:spcPts val="0"/>
              </a:spcBef>
              <a:spcAft>
                <a:spcPts val="0"/>
              </a:spcAft>
              <a:buSzPts val="1400"/>
              <a:buNone/>
              <a:defRPr/>
            </a:lvl6pPr>
            <a:lvl7pPr lvl="6" algn="ctr" rtl="0">
              <a:lnSpc>
                <a:spcPct val="115000"/>
              </a:lnSpc>
              <a:spcBef>
                <a:spcPts val="0"/>
              </a:spcBef>
              <a:spcAft>
                <a:spcPts val="0"/>
              </a:spcAft>
              <a:buSzPts val="1400"/>
              <a:buNone/>
              <a:defRPr/>
            </a:lvl7pPr>
            <a:lvl8pPr lvl="7" algn="ctr" rtl="0">
              <a:lnSpc>
                <a:spcPct val="115000"/>
              </a:lnSpc>
              <a:spcBef>
                <a:spcPts val="0"/>
              </a:spcBef>
              <a:spcAft>
                <a:spcPts val="0"/>
              </a:spcAft>
              <a:buSzPts val="1400"/>
              <a:buNone/>
              <a:defRPr/>
            </a:lvl8pPr>
            <a:lvl9pPr lvl="8" algn="ctr" rtl="0">
              <a:lnSpc>
                <a:spcPct val="115000"/>
              </a:lnSpc>
              <a:spcBef>
                <a:spcPts val="0"/>
              </a:spcBef>
              <a:spcAft>
                <a:spcPts val="0"/>
              </a:spcAft>
              <a:buSzPts val="1400"/>
              <a:buNone/>
              <a:defRPr/>
            </a:lvl9pPr>
          </a:lstStyle>
          <a:p>
            <a:r>
              <a:rPr lang="ja-JP" altLang="en-US" dirty="0"/>
              <a:t>マスター サブタイトルの書式設定</a:t>
            </a:r>
            <a:endParaRPr dirty="0"/>
          </a:p>
        </p:txBody>
      </p:sp>
      <p:sp>
        <p:nvSpPr>
          <p:cNvPr id="206" name="Google Shape;206;p28"/>
          <p:cNvSpPr txBox="1">
            <a:spLocks noGrp="1"/>
          </p:cNvSpPr>
          <p:nvPr>
            <p:ph type="subTitle" idx="6"/>
          </p:nvPr>
        </p:nvSpPr>
        <p:spPr>
          <a:xfrm>
            <a:off x="4587600" y="4138633"/>
            <a:ext cx="3016800" cy="697600"/>
          </a:xfrm>
          <a:prstGeom prst="rect">
            <a:avLst/>
          </a:prstGeom>
        </p:spPr>
        <p:txBody>
          <a:bodyPr spcFirstLastPara="1" wrap="square" lIns="91425" tIns="91425" rIns="91425" bIns="91425" anchor="b" anchorCtr="0">
            <a:noAutofit/>
          </a:bodyPr>
          <a:lstStyle>
            <a:lvl1pPr lvl="0" algn="ctr" rtl="0">
              <a:lnSpc>
                <a:spcPct val="100000"/>
              </a:lnSpc>
              <a:spcBef>
                <a:spcPts val="0"/>
              </a:spcBef>
              <a:spcAft>
                <a:spcPts val="0"/>
              </a:spcAft>
              <a:buSzPts val="2400"/>
              <a:buFont typeface="Golos Text SemiBold"/>
              <a:buNone/>
              <a:defRPr sz="2933">
                <a:latin typeface="LINE Seed JP App_OTF Bold" panose="02020700000000000000" pitchFamily="18" charset="-128"/>
                <a:ea typeface="LINE Seed JP App_OTF Bold" panose="02020700000000000000" pitchFamily="18" charset="-128"/>
                <a:cs typeface="LINE Seed JP App_OTF Bold" panose="02020700000000000000" pitchFamily="18" charset="-128"/>
                <a:sym typeface="Golos Text"/>
              </a:defRPr>
            </a:lvl1pPr>
            <a:lvl2pPr lvl="1" algn="ctr" rtl="0">
              <a:lnSpc>
                <a:spcPct val="115000"/>
              </a:lnSpc>
              <a:spcBef>
                <a:spcPts val="0"/>
              </a:spcBef>
              <a:spcAft>
                <a:spcPts val="0"/>
              </a:spcAft>
              <a:buSzPts val="2400"/>
              <a:buFont typeface="Golos Text SemiBold"/>
              <a:buNone/>
              <a:defRPr sz="3200">
                <a:latin typeface="Golos Text SemiBold"/>
                <a:ea typeface="Golos Text SemiBold"/>
                <a:cs typeface="Golos Text SemiBold"/>
                <a:sym typeface="Golos Text SemiBold"/>
              </a:defRPr>
            </a:lvl2pPr>
            <a:lvl3pPr lvl="2" algn="ctr" rtl="0">
              <a:lnSpc>
                <a:spcPct val="115000"/>
              </a:lnSpc>
              <a:spcBef>
                <a:spcPts val="0"/>
              </a:spcBef>
              <a:spcAft>
                <a:spcPts val="0"/>
              </a:spcAft>
              <a:buSzPts val="2400"/>
              <a:buFont typeface="Golos Text SemiBold"/>
              <a:buNone/>
              <a:defRPr sz="3200">
                <a:latin typeface="Golos Text SemiBold"/>
                <a:ea typeface="Golos Text SemiBold"/>
                <a:cs typeface="Golos Text SemiBold"/>
                <a:sym typeface="Golos Text SemiBold"/>
              </a:defRPr>
            </a:lvl3pPr>
            <a:lvl4pPr lvl="3" algn="ctr" rtl="0">
              <a:lnSpc>
                <a:spcPct val="115000"/>
              </a:lnSpc>
              <a:spcBef>
                <a:spcPts val="0"/>
              </a:spcBef>
              <a:spcAft>
                <a:spcPts val="0"/>
              </a:spcAft>
              <a:buSzPts val="2400"/>
              <a:buFont typeface="Golos Text SemiBold"/>
              <a:buNone/>
              <a:defRPr sz="3200">
                <a:latin typeface="Golos Text SemiBold"/>
                <a:ea typeface="Golos Text SemiBold"/>
                <a:cs typeface="Golos Text SemiBold"/>
                <a:sym typeface="Golos Text SemiBold"/>
              </a:defRPr>
            </a:lvl4pPr>
            <a:lvl5pPr lvl="4" algn="ctr" rtl="0">
              <a:lnSpc>
                <a:spcPct val="115000"/>
              </a:lnSpc>
              <a:spcBef>
                <a:spcPts val="0"/>
              </a:spcBef>
              <a:spcAft>
                <a:spcPts val="0"/>
              </a:spcAft>
              <a:buSzPts val="2400"/>
              <a:buFont typeface="Golos Text SemiBold"/>
              <a:buNone/>
              <a:defRPr sz="3200">
                <a:latin typeface="Golos Text SemiBold"/>
                <a:ea typeface="Golos Text SemiBold"/>
                <a:cs typeface="Golos Text SemiBold"/>
                <a:sym typeface="Golos Text SemiBold"/>
              </a:defRPr>
            </a:lvl5pPr>
            <a:lvl6pPr lvl="5" algn="ctr" rtl="0">
              <a:lnSpc>
                <a:spcPct val="115000"/>
              </a:lnSpc>
              <a:spcBef>
                <a:spcPts val="0"/>
              </a:spcBef>
              <a:spcAft>
                <a:spcPts val="0"/>
              </a:spcAft>
              <a:buSzPts val="2400"/>
              <a:buFont typeface="Golos Text SemiBold"/>
              <a:buNone/>
              <a:defRPr sz="3200">
                <a:latin typeface="Golos Text SemiBold"/>
                <a:ea typeface="Golos Text SemiBold"/>
                <a:cs typeface="Golos Text SemiBold"/>
                <a:sym typeface="Golos Text SemiBold"/>
              </a:defRPr>
            </a:lvl6pPr>
            <a:lvl7pPr lvl="6" algn="ctr" rtl="0">
              <a:lnSpc>
                <a:spcPct val="115000"/>
              </a:lnSpc>
              <a:spcBef>
                <a:spcPts val="0"/>
              </a:spcBef>
              <a:spcAft>
                <a:spcPts val="0"/>
              </a:spcAft>
              <a:buSzPts val="2400"/>
              <a:buFont typeface="Golos Text SemiBold"/>
              <a:buNone/>
              <a:defRPr sz="3200">
                <a:latin typeface="Golos Text SemiBold"/>
                <a:ea typeface="Golos Text SemiBold"/>
                <a:cs typeface="Golos Text SemiBold"/>
                <a:sym typeface="Golos Text SemiBold"/>
              </a:defRPr>
            </a:lvl7pPr>
            <a:lvl8pPr lvl="7" algn="ctr" rtl="0">
              <a:lnSpc>
                <a:spcPct val="115000"/>
              </a:lnSpc>
              <a:spcBef>
                <a:spcPts val="0"/>
              </a:spcBef>
              <a:spcAft>
                <a:spcPts val="0"/>
              </a:spcAft>
              <a:buSzPts val="2400"/>
              <a:buFont typeface="Golos Text SemiBold"/>
              <a:buNone/>
              <a:defRPr sz="3200">
                <a:latin typeface="Golos Text SemiBold"/>
                <a:ea typeface="Golos Text SemiBold"/>
                <a:cs typeface="Golos Text SemiBold"/>
                <a:sym typeface="Golos Text SemiBold"/>
              </a:defRPr>
            </a:lvl8pPr>
            <a:lvl9pPr lvl="8" algn="ctr" rtl="0">
              <a:lnSpc>
                <a:spcPct val="115000"/>
              </a:lnSpc>
              <a:spcBef>
                <a:spcPts val="0"/>
              </a:spcBef>
              <a:spcAft>
                <a:spcPts val="0"/>
              </a:spcAft>
              <a:buSzPts val="2400"/>
              <a:buFont typeface="Golos Text SemiBold"/>
              <a:buNone/>
              <a:defRPr sz="3200">
                <a:latin typeface="Golos Text SemiBold"/>
                <a:ea typeface="Golos Text SemiBold"/>
                <a:cs typeface="Golos Text SemiBold"/>
                <a:sym typeface="Golos Text SemiBold"/>
              </a:defRPr>
            </a:lvl9pPr>
          </a:lstStyle>
          <a:p>
            <a:r>
              <a:rPr lang="ja-JP" altLang="en-US" dirty="0"/>
              <a:t>マスター サブタイトルの書式設定</a:t>
            </a:r>
            <a:endParaRPr dirty="0"/>
          </a:p>
        </p:txBody>
      </p:sp>
      <p:sp>
        <p:nvSpPr>
          <p:cNvPr id="207" name="Google Shape;207;p28"/>
          <p:cNvSpPr/>
          <p:nvPr/>
        </p:nvSpPr>
        <p:spPr>
          <a:xfrm>
            <a:off x="0" y="6501367"/>
            <a:ext cx="12192000" cy="356800"/>
          </a:xfrm>
          <a:prstGeom prst="rect">
            <a:avLst/>
          </a:prstGeom>
          <a:solidFill>
            <a:schemeClr val="dk2"/>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grpSp>
        <p:nvGrpSpPr>
          <p:cNvPr id="208" name="Google Shape;208;p28"/>
          <p:cNvGrpSpPr/>
          <p:nvPr/>
        </p:nvGrpSpPr>
        <p:grpSpPr>
          <a:xfrm>
            <a:off x="378400" y="-64"/>
            <a:ext cx="11813600" cy="6679831"/>
            <a:chOff x="283800" y="-48"/>
            <a:chExt cx="8860200" cy="5009873"/>
          </a:xfrm>
        </p:grpSpPr>
        <p:cxnSp>
          <p:nvCxnSpPr>
            <p:cNvPr id="209" name="Google Shape;209;p28"/>
            <p:cNvCxnSpPr/>
            <p:nvPr/>
          </p:nvCxnSpPr>
          <p:spPr>
            <a:xfrm>
              <a:off x="4572000" y="5009825"/>
              <a:ext cx="4572000" cy="0"/>
            </a:xfrm>
            <a:prstGeom prst="straightConnector1">
              <a:avLst/>
            </a:prstGeom>
            <a:noFill/>
            <a:ln w="9525" cap="flat" cmpd="sng">
              <a:solidFill>
                <a:schemeClr val="dk1"/>
              </a:solidFill>
              <a:prstDash val="solid"/>
              <a:round/>
              <a:headEnd type="none" w="med" len="med"/>
              <a:tailEnd type="none" w="med" len="med"/>
            </a:ln>
          </p:spPr>
        </p:cxnSp>
        <p:cxnSp>
          <p:nvCxnSpPr>
            <p:cNvPr id="210" name="Google Shape;210;p28"/>
            <p:cNvCxnSpPr/>
            <p:nvPr/>
          </p:nvCxnSpPr>
          <p:spPr>
            <a:xfrm rot="10800000">
              <a:off x="283800" y="-48"/>
              <a:ext cx="0" cy="2919300"/>
            </a:xfrm>
            <a:prstGeom prst="straightConnector1">
              <a:avLst/>
            </a:prstGeom>
            <a:noFill/>
            <a:ln w="9525" cap="flat" cmpd="sng">
              <a:solidFill>
                <a:schemeClr val="dk1"/>
              </a:solidFill>
              <a:prstDash val="solid"/>
              <a:round/>
              <a:headEnd type="none" w="med" len="med"/>
              <a:tailEnd type="none" w="med" len="med"/>
            </a:ln>
          </p:spPr>
        </p:cxnSp>
      </p:grpSp>
    </p:spTree>
    <p:extLst>
      <p:ext uri="{BB962C8B-B14F-4D97-AF65-F5344CB8AC3E}">
        <p14:creationId xmlns:p14="http://schemas.microsoft.com/office/powerpoint/2010/main" val="2469831963"/>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matchingName="Title and four columns">
  <p:cSld name="Title and four columns">
    <p:spTree>
      <p:nvGrpSpPr>
        <p:cNvPr id="1" name="Shape 211"/>
        <p:cNvGrpSpPr/>
        <p:nvPr/>
      </p:nvGrpSpPr>
      <p:grpSpPr>
        <a:xfrm>
          <a:off x="0" y="0"/>
          <a:ext cx="0" cy="0"/>
          <a:chOff x="0" y="0"/>
          <a:chExt cx="0" cy="0"/>
        </a:xfrm>
      </p:grpSpPr>
      <p:sp>
        <p:nvSpPr>
          <p:cNvPr id="212" name="Google Shape;212;p29"/>
          <p:cNvSpPr txBox="1">
            <a:spLocks noGrp="1"/>
          </p:cNvSpPr>
          <p:nvPr>
            <p:ph type="title"/>
          </p:nvPr>
        </p:nvSpPr>
        <p:spPr>
          <a:xfrm>
            <a:off x="950967" y="627533"/>
            <a:ext cx="10290000" cy="733200"/>
          </a:xfrm>
          <a:prstGeom prst="rect">
            <a:avLst/>
          </a:prstGeom>
        </p:spPr>
        <p:txBody>
          <a:bodyPr spcFirstLastPara="1" wrap="square" lIns="91425" tIns="91425" rIns="91425" bIns="91425" anchor="t" anchorCtr="0">
            <a:noAutofit/>
          </a:bodyPr>
          <a:lstStyle>
            <a:lvl1pPr lvl="0">
              <a:spcBef>
                <a:spcPts val="0"/>
              </a:spcBef>
              <a:spcAft>
                <a:spcPts val="0"/>
              </a:spcAft>
              <a:buSzPts val="3100"/>
              <a:buNone/>
              <a:defRPr>
                <a:latin typeface="LINE Seed JP App_OTF Bold" panose="02020700000000000000" pitchFamily="18" charset="-128"/>
                <a:ea typeface="LINE Seed JP App_OTF Bold" panose="02020700000000000000" pitchFamily="18" charset="-128"/>
              </a:defRPr>
            </a:lvl1pPr>
            <a:lvl2pPr lvl="1">
              <a:spcBef>
                <a:spcPts val="0"/>
              </a:spcBef>
              <a:spcAft>
                <a:spcPts val="0"/>
              </a:spcAft>
              <a:buSzPts val="3100"/>
              <a:buNone/>
              <a:defRPr/>
            </a:lvl2pPr>
            <a:lvl3pPr lvl="2">
              <a:spcBef>
                <a:spcPts val="0"/>
              </a:spcBef>
              <a:spcAft>
                <a:spcPts val="0"/>
              </a:spcAft>
              <a:buSzPts val="3100"/>
              <a:buNone/>
              <a:defRPr/>
            </a:lvl3pPr>
            <a:lvl4pPr lvl="3">
              <a:spcBef>
                <a:spcPts val="0"/>
              </a:spcBef>
              <a:spcAft>
                <a:spcPts val="0"/>
              </a:spcAft>
              <a:buSzPts val="3100"/>
              <a:buNone/>
              <a:defRPr/>
            </a:lvl4pPr>
            <a:lvl5pPr lvl="4">
              <a:spcBef>
                <a:spcPts val="0"/>
              </a:spcBef>
              <a:spcAft>
                <a:spcPts val="0"/>
              </a:spcAft>
              <a:buSzPts val="3100"/>
              <a:buNone/>
              <a:defRPr/>
            </a:lvl5pPr>
            <a:lvl6pPr lvl="5">
              <a:spcBef>
                <a:spcPts val="0"/>
              </a:spcBef>
              <a:spcAft>
                <a:spcPts val="0"/>
              </a:spcAft>
              <a:buSzPts val="3100"/>
              <a:buNone/>
              <a:defRPr/>
            </a:lvl6pPr>
            <a:lvl7pPr lvl="6">
              <a:spcBef>
                <a:spcPts val="0"/>
              </a:spcBef>
              <a:spcAft>
                <a:spcPts val="0"/>
              </a:spcAft>
              <a:buSzPts val="3100"/>
              <a:buNone/>
              <a:defRPr/>
            </a:lvl7pPr>
            <a:lvl8pPr lvl="7">
              <a:spcBef>
                <a:spcPts val="0"/>
              </a:spcBef>
              <a:spcAft>
                <a:spcPts val="0"/>
              </a:spcAft>
              <a:buSzPts val="3100"/>
              <a:buNone/>
              <a:defRPr/>
            </a:lvl8pPr>
            <a:lvl9pPr lvl="8">
              <a:spcBef>
                <a:spcPts val="0"/>
              </a:spcBef>
              <a:spcAft>
                <a:spcPts val="0"/>
              </a:spcAft>
              <a:buSzPts val="3100"/>
              <a:buNone/>
              <a:defRPr/>
            </a:lvl9pPr>
          </a:lstStyle>
          <a:p>
            <a:r>
              <a:rPr lang="ja-JP" altLang="en-US" dirty="0"/>
              <a:t>マスター タイトルの書式設定</a:t>
            </a:r>
            <a:endParaRPr dirty="0"/>
          </a:p>
        </p:txBody>
      </p:sp>
      <p:sp>
        <p:nvSpPr>
          <p:cNvPr id="213" name="Google Shape;213;p29"/>
          <p:cNvSpPr txBox="1">
            <a:spLocks noGrp="1"/>
          </p:cNvSpPr>
          <p:nvPr>
            <p:ph type="subTitle" idx="1"/>
          </p:nvPr>
        </p:nvSpPr>
        <p:spPr>
          <a:xfrm>
            <a:off x="2503000" y="2466669"/>
            <a:ext cx="3091600" cy="1194400"/>
          </a:xfrm>
          <a:prstGeom prst="rect">
            <a:avLst/>
          </a:prstGeom>
        </p:spPr>
        <p:txBody>
          <a:bodyPr spcFirstLastPara="1" wrap="square" lIns="91425" tIns="91425" rIns="91425" bIns="91425" anchor="t" anchorCtr="0">
            <a:noAutofit/>
          </a:bodyPr>
          <a:lstStyle>
            <a:lvl1pPr lvl="0" rtl="0">
              <a:lnSpc>
                <a:spcPct val="115000"/>
              </a:lnSpc>
              <a:spcBef>
                <a:spcPts val="0"/>
              </a:spcBef>
              <a:spcAft>
                <a:spcPts val="0"/>
              </a:spcAft>
              <a:buSzPts val="1400"/>
              <a:buNone/>
              <a:defRPr>
                <a:latin typeface="LINE Seed JP App_TTF Regular" panose="02020500000000000000" pitchFamily="18" charset="-128"/>
                <a:ea typeface="LINE Seed JP App_TTF Regular" panose="02020500000000000000" pitchFamily="18" charset="-128"/>
              </a:defRPr>
            </a:lvl1pPr>
            <a:lvl2pPr lvl="1" rtl="0">
              <a:lnSpc>
                <a:spcPct val="115000"/>
              </a:lnSpc>
              <a:spcBef>
                <a:spcPts val="0"/>
              </a:spcBef>
              <a:spcAft>
                <a:spcPts val="0"/>
              </a:spcAft>
              <a:buSzPts val="1400"/>
              <a:buNone/>
              <a:defRPr/>
            </a:lvl2pPr>
            <a:lvl3pPr lvl="2" rtl="0">
              <a:lnSpc>
                <a:spcPct val="115000"/>
              </a:lnSpc>
              <a:spcBef>
                <a:spcPts val="0"/>
              </a:spcBef>
              <a:spcAft>
                <a:spcPts val="0"/>
              </a:spcAft>
              <a:buSzPts val="1400"/>
              <a:buNone/>
              <a:defRPr/>
            </a:lvl3pPr>
            <a:lvl4pPr lvl="3" rtl="0">
              <a:lnSpc>
                <a:spcPct val="115000"/>
              </a:lnSpc>
              <a:spcBef>
                <a:spcPts val="0"/>
              </a:spcBef>
              <a:spcAft>
                <a:spcPts val="0"/>
              </a:spcAft>
              <a:buSzPts val="1400"/>
              <a:buNone/>
              <a:defRPr/>
            </a:lvl4pPr>
            <a:lvl5pPr lvl="4" rtl="0">
              <a:lnSpc>
                <a:spcPct val="115000"/>
              </a:lnSpc>
              <a:spcBef>
                <a:spcPts val="0"/>
              </a:spcBef>
              <a:spcAft>
                <a:spcPts val="0"/>
              </a:spcAft>
              <a:buSzPts val="1400"/>
              <a:buNone/>
              <a:defRPr/>
            </a:lvl5pPr>
            <a:lvl6pPr lvl="5" rtl="0">
              <a:lnSpc>
                <a:spcPct val="115000"/>
              </a:lnSpc>
              <a:spcBef>
                <a:spcPts val="0"/>
              </a:spcBef>
              <a:spcAft>
                <a:spcPts val="0"/>
              </a:spcAft>
              <a:buSzPts val="1400"/>
              <a:buNone/>
              <a:defRPr/>
            </a:lvl6pPr>
            <a:lvl7pPr lvl="6" rtl="0">
              <a:lnSpc>
                <a:spcPct val="115000"/>
              </a:lnSpc>
              <a:spcBef>
                <a:spcPts val="0"/>
              </a:spcBef>
              <a:spcAft>
                <a:spcPts val="0"/>
              </a:spcAft>
              <a:buSzPts val="1400"/>
              <a:buNone/>
              <a:defRPr/>
            </a:lvl7pPr>
            <a:lvl8pPr lvl="7" rtl="0">
              <a:lnSpc>
                <a:spcPct val="115000"/>
              </a:lnSpc>
              <a:spcBef>
                <a:spcPts val="0"/>
              </a:spcBef>
              <a:spcAft>
                <a:spcPts val="0"/>
              </a:spcAft>
              <a:buSzPts val="1400"/>
              <a:buNone/>
              <a:defRPr/>
            </a:lvl8pPr>
            <a:lvl9pPr lvl="8" rtl="0">
              <a:lnSpc>
                <a:spcPct val="115000"/>
              </a:lnSpc>
              <a:spcBef>
                <a:spcPts val="0"/>
              </a:spcBef>
              <a:spcAft>
                <a:spcPts val="0"/>
              </a:spcAft>
              <a:buSzPts val="1400"/>
              <a:buNone/>
              <a:defRPr/>
            </a:lvl9pPr>
          </a:lstStyle>
          <a:p>
            <a:r>
              <a:rPr lang="ja-JP" altLang="en-US" dirty="0"/>
              <a:t>マスター サブタイトルの書式設定</a:t>
            </a:r>
            <a:endParaRPr dirty="0"/>
          </a:p>
        </p:txBody>
      </p:sp>
      <p:sp>
        <p:nvSpPr>
          <p:cNvPr id="214" name="Google Shape;214;p29"/>
          <p:cNvSpPr txBox="1">
            <a:spLocks noGrp="1"/>
          </p:cNvSpPr>
          <p:nvPr>
            <p:ph type="subTitle" idx="2"/>
          </p:nvPr>
        </p:nvSpPr>
        <p:spPr>
          <a:xfrm>
            <a:off x="2503000" y="1833600"/>
            <a:ext cx="3091600" cy="6976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400"/>
              <a:buFont typeface="Golos Text SemiBold"/>
              <a:buNone/>
              <a:defRPr sz="2933">
                <a:latin typeface="LINE Seed JP App_OTF Bold" panose="02020700000000000000" pitchFamily="18" charset="-128"/>
                <a:ea typeface="LINE Seed JP App_OTF Bold" panose="02020700000000000000" pitchFamily="18" charset="-128"/>
                <a:cs typeface="LINE Seed JP App_OTF Bold" panose="02020700000000000000" pitchFamily="18" charset="-128"/>
                <a:sym typeface="Golos Text"/>
              </a:defRPr>
            </a:lvl1pPr>
            <a:lvl2pPr lvl="1" rtl="0">
              <a:lnSpc>
                <a:spcPct val="115000"/>
              </a:lnSpc>
              <a:spcBef>
                <a:spcPts val="0"/>
              </a:spcBef>
              <a:spcAft>
                <a:spcPts val="0"/>
              </a:spcAft>
              <a:buSzPts val="2400"/>
              <a:buFont typeface="Golos Text SemiBold"/>
              <a:buNone/>
              <a:defRPr sz="3200">
                <a:latin typeface="Golos Text SemiBold"/>
                <a:ea typeface="Golos Text SemiBold"/>
                <a:cs typeface="Golos Text SemiBold"/>
                <a:sym typeface="Golos Text SemiBold"/>
              </a:defRPr>
            </a:lvl2pPr>
            <a:lvl3pPr lvl="2" rtl="0">
              <a:lnSpc>
                <a:spcPct val="115000"/>
              </a:lnSpc>
              <a:spcBef>
                <a:spcPts val="0"/>
              </a:spcBef>
              <a:spcAft>
                <a:spcPts val="0"/>
              </a:spcAft>
              <a:buSzPts val="2400"/>
              <a:buFont typeface="Golos Text SemiBold"/>
              <a:buNone/>
              <a:defRPr sz="3200">
                <a:latin typeface="Golos Text SemiBold"/>
                <a:ea typeface="Golos Text SemiBold"/>
                <a:cs typeface="Golos Text SemiBold"/>
                <a:sym typeface="Golos Text SemiBold"/>
              </a:defRPr>
            </a:lvl3pPr>
            <a:lvl4pPr lvl="3" rtl="0">
              <a:lnSpc>
                <a:spcPct val="115000"/>
              </a:lnSpc>
              <a:spcBef>
                <a:spcPts val="0"/>
              </a:spcBef>
              <a:spcAft>
                <a:spcPts val="0"/>
              </a:spcAft>
              <a:buSzPts val="2400"/>
              <a:buFont typeface="Golos Text SemiBold"/>
              <a:buNone/>
              <a:defRPr sz="3200">
                <a:latin typeface="Golos Text SemiBold"/>
                <a:ea typeface="Golos Text SemiBold"/>
                <a:cs typeface="Golos Text SemiBold"/>
                <a:sym typeface="Golos Text SemiBold"/>
              </a:defRPr>
            </a:lvl4pPr>
            <a:lvl5pPr lvl="4" rtl="0">
              <a:lnSpc>
                <a:spcPct val="115000"/>
              </a:lnSpc>
              <a:spcBef>
                <a:spcPts val="0"/>
              </a:spcBef>
              <a:spcAft>
                <a:spcPts val="0"/>
              </a:spcAft>
              <a:buSzPts val="2400"/>
              <a:buFont typeface="Golos Text SemiBold"/>
              <a:buNone/>
              <a:defRPr sz="3200">
                <a:latin typeface="Golos Text SemiBold"/>
                <a:ea typeface="Golos Text SemiBold"/>
                <a:cs typeface="Golos Text SemiBold"/>
                <a:sym typeface="Golos Text SemiBold"/>
              </a:defRPr>
            </a:lvl5pPr>
            <a:lvl6pPr lvl="5" rtl="0">
              <a:lnSpc>
                <a:spcPct val="115000"/>
              </a:lnSpc>
              <a:spcBef>
                <a:spcPts val="0"/>
              </a:spcBef>
              <a:spcAft>
                <a:spcPts val="0"/>
              </a:spcAft>
              <a:buSzPts val="2400"/>
              <a:buFont typeface="Golos Text SemiBold"/>
              <a:buNone/>
              <a:defRPr sz="3200">
                <a:latin typeface="Golos Text SemiBold"/>
                <a:ea typeface="Golos Text SemiBold"/>
                <a:cs typeface="Golos Text SemiBold"/>
                <a:sym typeface="Golos Text SemiBold"/>
              </a:defRPr>
            </a:lvl6pPr>
            <a:lvl7pPr lvl="6" rtl="0">
              <a:lnSpc>
                <a:spcPct val="115000"/>
              </a:lnSpc>
              <a:spcBef>
                <a:spcPts val="0"/>
              </a:spcBef>
              <a:spcAft>
                <a:spcPts val="0"/>
              </a:spcAft>
              <a:buSzPts val="2400"/>
              <a:buFont typeface="Golos Text SemiBold"/>
              <a:buNone/>
              <a:defRPr sz="3200">
                <a:latin typeface="Golos Text SemiBold"/>
                <a:ea typeface="Golos Text SemiBold"/>
                <a:cs typeface="Golos Text SemiBold"/>
                <a:sym typeface="Golos Text SemiBold"/>
              </a:defRPr>
            </a:lvl7pPr>
            <a:lvl8pPr lvl="7" rtl="0">
              <a:lnSpc>
                <a:spcPct val="115000"/>
              </a:lnSpc>
              <a:spcBef>
                <a:spcPts val="0"/>
              </a:spcBef>
              <a:spcAft>
                <a:spcPts val="0"/>
              </a:spcAft>
              <a:buSzPts val="2400"/>
              <a:buFont typeface="Golos Text SemiBold"/>
              <a:buNone/>
              <a:defRPr sz="3200">
                <a:latin typeface="Golos Text SemiBold"/>
                <a:ea typeface="Golos Text SemiBold"/>
                <a:cs typeface="Golos Text SemiBold"/>
                <a:sym typeface="Golos Text SemiBold"/>
              </a:defRPr>
            </a:lvl8pPr>
            <a:lvl9pPr lvl="8" rtl="0">
              <a:lnSpc>
                <a:spcPct val="115000"/>
              </a:lnSpc>
              <a:spcBef>
                <a:spcPts val="0"/>
              </a:spcBef>
              <a:spcAft>
                <a:spcPts val="0"/>
              </a:spcAft>
              <a:buSzPts val="2400"/>
              <a:buFont typeface="Golos Text SemiBold"/>
              <a:buNone/>
              <a:defRPr sz="3200">
                <a:latin typeface="Golos Text SemiBold"/>
                <a:ea typeface="Golos Text SemiBold"/>
                <a:cs typeface="Golos Text SemiBold"/>
                <a:sym typeface="Golos Text SemiBold"/>
              </a:defRPr>
            </a:lvl9pPr>
          </a:lstStyle>
          <a:p>
            <a:r>
              <a:rPr lang="ja-JP" altLang="en-US" dirty="0"/>
              <a:t>マスター サブタイトルの書式設定</a:t>
            </a:r>
            <a:endParaRPr dirty="0"/>
          </a:p>
        </p:txBody>
      </p:sp>
      <p:sp>
        <p:nvSpPr>
          <p:cNvPr id="215" name="Google Shape;215;p29"/>
          <p:cNvSpPr txBox="1">
            <a:spLocks noGrp="1"/>
          </p:cNvSpPr>
          <p:nvPr>
            <p:ph type="subTitle" idx="3"/>
          </p:nvPr>
        </p:nvSpPr>
        <p:spPr>
          <a:xfrm>
            <a:off x="2503000" y="4687468"/>
            <a:ext cx="3091600" cy="1194400"/>
          </a:xfrm>
          <a:prstGeom prst="rect">
            <a:avLst/>
          </a:prstGeom>
        </p:spPr>
        <p:txBody>
          <a:bodyPr spcFirstLastPara="1" wrap="square" lIns="91425" tIns="91425" rIns="91425" bIns="91425" anchor="t" anchorCtr="0">
            <a:noAutofit/>
          </a:bodyPr>
          <a:lstStyle>
            <a:lvl1pPr lvl="0" rtl="0">
              <a:lnSpc>
                <a:spcPct val="115000"/>
              </a:lnSpc>
              <a:spcBef>
                <a:spcPts val="0"/>
              </a:spcBef>
              <a:spcAft>
                <a:spcPts val="0"/>
              </a:spcAft>
              <a:buSzPts val="1400"/>
              <a:buNone/>
              <a:defRPr>
                <a:latin typeface="LINE Seed JP App_TTF Regular" panose="02020500000000000000" pitchFamily="18" charset="-128"/>
                <a:ea typeface="LINE Seed JP App_TTF Regular" panose="02020500000000000000" pitchFamily="18" charset="-128"/>
              </a:defRPr>
            </a:lvl1pPr>
            <a:lvl2pPr lvl="1" rtl="0">
              <a:lnSpc>
                <a:spcPct val="115000"/>
              </a:lnSpc>
              <a:spcBef>
                <a:spcPts val="0"/>
              </a:spcBef>
              <a:spcAft>
                <a:spcPts val="0"/>
              </a:spcAft>
              <a:buSzPts val="1400"/>
              <a:buNone/>
              <a:defRPr/>
            </a:lvl2pPr>
            <a:lvl3pPr lvl="2" rtl="0">
              <a:lnSpc>
                <a:spcPct val="115000"/>
              </a:lnSpc>
              <a:spcBef>
                <a:spcPts val="0"/>
              </a:spcBef>
              <a:spcAft>
                <a:spcPts val="0"/>
              </a:spcAft>
              <a:buSzPts val="1400"/>
              <a:buNone/>
              <a:defRPr/>
            </a:lvl3pPr>
            <a:lvl4pPr lvl="3" rtl="0">
              <a:lnSpc>
                <a:spcPct val="115000"/>
              </a:lnSpc>
              <a:spcBef>
                <a:spcPts val="0"/>
              </a:spcBef>
              <a:spcAft>
                <a:spcPts val="0"/>
              </a:spcAft>
              <a:buSzPts val="1400"/>
              <a:buNone/>
              <a:defRPr/>
            </a:lvl4pPr>
            <a:lvl5pPr lvl="4" rtl="0">
              <a:lnSpc>
                <a:spcPct val="115000"/>
              </a:lnSpc>
              <a:spcBef>
                <a:spcPts val="0"/>
              </a:spcBef>
              <a:spcAft>
                <a:spcPts val="0"/>
              </a:spcAft>
              <a:buSzPts val="1400"/>
              <a:buNone/>
              <a:defRPr/>
            </a:lvl5pPr>
            <a:lvl6pPr lvl="5" rtl="0">
              <a:lnSpc>
                <a:spcPct val="115000"/>
              </a:lnSpc>
              <a:spcBef>
                <a:spcPts val="0"/>
              </a:spcBef>
              <a:spcAft>
                <a:spcPts val="0"/>
              </a:spcAft>
              <a:buSzPts val="1400"/>
              <a:buNone/>
              <a:defRPr/>
            </a:lvl6pPr>
            <a:lvl7pPr lvl="6" rtl="0">
              <a:lnSpc>
                <a:spcPct val="115000"/>
              </a:lnSpc>
              <a:spcBef>
                <a:spcPts val="0"/>
              </a:spcBef>
              <a:spcAft>
                <a:spcPts val="0"/>
              </a:spcAft>
              <a:buSzPts val="1400"/>
              <a:buNone/>
              <a:defRPr/>
            </a:lvl7pPr>
            <a:lvl8pPr lvl="7" rtl="0">
              <a:lnSpc>
                <a:spcPct val="115000"/>
              </a:lnSpc>
              <a:spcBef>
                <a:spcPts val="0"/>
              </a:spcBef>
              <a:spcAft>
                <a:spcPts val="0"/>
              </a:spcAft>
              <a:buSzPts val="1400"/>
              <a:buNone/>
              <a:defRPr/>
            </a:lvl8pPr>
            <a:lvl9pPr lvl="8" rtl="0">
              <a:lnSpc>
                <a:spcPct val="115000"/>
              </a:lnSpc>
              <a:spcBef>
                <a:spcPts val="0"/>
              </a:spcBef>
              <a:spcAft>
                <a:spcPts val="0"/>
              </a:spcAft>
              <a:buSzPts val="1400"/>
              <a:buNone/>
              <a:defRPr/>
            </a:lvl9pPr>
          </a:lstStyle>
          <a:p>
            <a:r>
              <a:rPr lang="ja-JP" altLang="en-US" dirty="0"/>
              <a:t>マスター サブタイトルの書式設定</a:t>
            </a:r>
            <a:endParaRPr dirty="0"/>
          </a:p>
        </p:txBody>
      </p:sp>
      <p:sp>
        <p:nvSpPr>
          <p:cNvPr id="216" name="Google Shape;216;p29"/>
          <p:cNvSpPr txBox="1">
            <a:spLocks noGrp="1"/>
          </p:cNvSpPr>
          <p:nvPr>
            <p:ph type="subTitle" idx="4"/>
          </p:nvPr>
        </p:nvSpPr>
        <p:spPr>
          <a:xfrm>
            <a:off x="2503000" y="4054399"/>
            <a:ext cx="3091600" cy="6976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400"/>
              <a:buFont typeface="Golos Text SemiBold"/>
              <a:buNone/>
              <a:defRPr sz="2933">
                <a:latin typeface="LINE Seed JP App_OTF Bold" panose="02020700000000000000" pitchFamily="18" charset="-128"/>
                <a:ea typeface="LINE Seed JP App_OTF Bold" panose="02020700000000000000" pitchFamily="18" charset="-128"/>
                <a:cs typeface="LINE Seed JP App_OTF Bold" panose="02020700000000000000" pitchFamily="18" charset="-128"/>
                <a:sym typeface="Golos Text"/>
              </a:defRPr>
            </a:lvl1pPr>
            <a:lvl2pPr lvl="1" rtl="0">
              <a:lnSpc>
                <a:spcPct val="115000"/>
              </a:lnSpc>
              <a:spcBef>
                <a:spcPts val="0"/>
              </a:spcBef>
              <a:spcAft>
                <a:spcPts val="0"/>
              </a:spcAft>
              <a:buSzPts val="2400"/>
              <a:buFont typeface="Golos Text SemiBold"/>
              <a:buNone/>
              <a:defRPr sz="3200">
                <a:latin typeface="Golos Text SemiBold"/>
                <a:ea typeface="Golos Text SemiBold"/>
                <a:cs typeface="Golos Text SemiBold"/>
                <a:sym typeface="Golos Text SemiBold"/>
              </a:defRPr>
            </a:lvl2pPr>
            <a:lvl3pPr lvl="2" rtl="0">
              <a:lnSpc>
                <a:spcPct val="115000"/>
              </a:lnSpc>
              <a:spcBef>
                <a:spcPts val="0"/>
              </a:spcBef>
              <a:spcAft>
                <a:spcPts val="0"/>
              </a:spcAft>
              <a:buSzPts val="2400"/>
              <a:buFont typeface="Golos Text SemiBold"/>
              <a:buNone/>
              <a:defRPr sz="3200">
                <a:latin typeface="Golos Text SemiBold"/>
                <a:ea typeface="Golos Text SemiBold"/>
                <a:cs typeface="Golos Text SemiBold"/>
                <a:sym typeface="Golos Text SemiBold"/>
              </a:defRPr>
            </a:lvl3pPr>
            <a:lvl4pPr lvl="3" rtl="0">
              <a:lnSpc>
                <a:spcPct val="115000"/>
              </a:lnSpc>
              <a:spcBef>
                <a:spcPts val="0"/>
              </a:spcBef>
              <a:spcAft>
                <a:spcPts val="0"/>
              </a:spcAft>
              <a:buSzPts val="2400"/>
              <a:buFont typeface="Golos Text SemiBold"/>
              <a:buNone/>
              <a:defRPr sz="3200">
                <a:latin typeface="Golos Text SemiBold"/>
                <a:ea typeface="Golos Text SemiBold"/>
                <a:cs typeface="Golos Text SemiBold"/>
                <a:sym typeface="Golos Text SemiBold"/>
              </a:defRPr>
            </a:lvl4pPr>
            <a:lvl5pPr lvl="4" rtl="0">
              <a:lnSpc>
                <a:spcPct val="115000"/>
              </a:lnSpc>
              <a:spcBef>
                <a:spcPts val="0"/>
              </a:spcBef>
              <a:spcAft>
                <a:spcPts val="0"/>
              </a:spcAft>
              <a:buSzPts val="2400"/>
              <a:buFont typeface="Golos Text SemiBold"/>
              <a:buNone/>
              <a:defRPr sz="3200">
                <a:latin typeface="Golos Text SemiBold"/>
                <a:ea typeface="Golos Text SemiBold"/>
                <a:cs typeface="Golos Text SemiBold"/>
                <a:sym typeface="Golos Text SemiBold"/>
              </a:defRPr>
            </a:lvl5pPr>
            <a:lvl6pPr lvl="5" rtl="0">
              <a:lnSpc>
                <a:spcPct val="115000"/>
              </a:lnSpc>
              <a:spcBef>
                <a:spcPts val="0"/>
              </a:spcBef>
              <a:spcAft>
                <a:spcPts val="0"/>
              </a:spcAft>
              <a:buSzPts val="2400"/>
              <a:buFont typeface="Golos Text SemiBold"/>
              <a:buNone/>
              <a:defRPr sz="3200">
                <a:latin typeface="Golos Text SemiBold"/>
                <a:ea typeface="Golos Text SemiBold"/>
                <a:cs typeface="Golos Text SemiBold"/>
                <a:sym typeface="Golos Text SemiBold"/>
              </a:defRPr>
            </a:lvl6pPr>
            <a:lvl7pPr lvl="6" rtl="0">
              <a:lnSpc>
                <a:spcPct val="115000"/>
              </a:lnSpc>
              <a:spcBef>
                <a:spcPts val="0"/>
              </a:spcBef>
              <a:spcAft>
                <a:spcPts val="0"/>
              </a:spcAft>
              <a:buSzPts val="2400"/>
              <a:buFont typeface="Golos Text SemiBold"/>
              <a:buNone/>
              <a:defRPr sz="3200">
                <a:latin typeface="Golos Text SemiBold"/>
                <a:ea typeface="Golos Text SemiBold"/>
                <a:cs typeface="Golos Text SemiBold"/>
                <a:sym typeface="Golos Text SemiBold"/>
              </a:defRPr>
            </a:lvl7pPr>
            <a:lvl8pPr lvl="7" rtl="0">
              <a:lnSpc>
                <a:spcPct val="115000"/>
              </a:lnSpc>
              <a:spcBef>
                <a:spcPts val="0"/>
              </a:spcBef>
              <a:spcAft>
                <a:spcPts val="0"/>
              </a:spcAft>
              <a:buSzPts val="2400"/>
              <a:buFont typeface="Golos Text SemiBold"/>
              <a:buNone/>
              <a:defRPr sz="3200">
                <a:latin typeface="Golos Text SemiBold"/>
                <a:ea typeface="Golos Text SemiBold"/>
                <a:cs typeface="Golos Text SemiBold"/>
                <a:sym typeface="Golos Text SemiBold"/>
              </a:defRPr>
            </a:lvl8pPr>
            <a:lvl9pPr lvl="8" rtl="0">
              <a:lnSpc>
                <a:spcPct val="115000"/>
              </a:lnSpc>
              <a:spcBef>
                <a:spcPts val="0"/>
              </a:spcBef>
              <a:spcAft>
                <a:spcPts val="0"/>
              </a:spcAft>
              <a:buSzPts val="2400"/>
              <a:buFont typeface="Golos Text SemiBold"/>
              <a:buNone/>
              <a:defRPr sz="3200">
                <a:latin typeface="Golos Text SemiBold"/>
                <a:ea typeface="Golos Text SemiBold"/>
                <a:cs typeface="Golos Text SemiBold"/>
                <a:sym typeface="Golos Text SemiBold"/>
              </a:defRPr>
            </a:lvl9pPr>
          </a:lstStyle>
          <a:p>
            <a:r>
              <a:rPr lang="ja-JP" altLang="en-US" dirty="0"/>
              <a:t>マスター サブタイトルの書式設定</a:t>
            </a:r>
            <a:endParaRPr dirty="0"/>
          </a:p>
        </p:txBody>
      </p:sp>
      <p:sp>
        <p:nvSpPr>
          <p:cNvPr id="217" name="Google Shape;217;p29"/>
          <p:cNvSpPr txBox="1">
            <a:spLocks noGrp="1"/>
          </p:cNvSpPr>
          <p:nvPr>
            <p:ph type="subTitle" idx="5"/>
          </p:nvPr>
        </p:nvSpPr>
        <p:spPr>
          <a:xfrm>
            <a:off x="8149433" y="2466669"/>
            <a:ext cx="3091600" cy="1194400"/>
          </a:xfrm>
          <a:prstGeom prst="rect">
            <a:avLst/>
          </a:prstGeom>
        </p:spPr>
        <p:txBody>
          <a:bodyPr spcFirstLastPara="1" wrap="square" lIns="91425" tIns="91425" rIns="91425" bIns="91425" anchor="t" anchorCtr="0">
            <a:noAutofit/>
          </a:bodyPr>
          <a:lstStyle>
            <a:lvl1pPr lvl="0" rtl="0">
              <a:lnSpc>
                <a:spcPct val="115000"/>
              </a:lnSpc>
              <a:spcBef>
                <a:spcPts val="0"/>
              </a:spcBef>
              <a:spcAft>
                <a:spcPts val="0"/>
              </a:spcAft>
              <a:buSzPts val="1400"/>
              <a:buNone/>
              <a:defRPr>
                <a:latin typeface="LINE Seed JP App_TTF Regular" panose="02020500000000000000" pitchFamily="18" charset="-128"/>
                <a:ea typeface="LINE Seed JP App_TTF Regular" panose="02020500000000000000" pitchFamily="18" charset="-128"/>
              </a:defRPr>
            </a:lvl1pPr>
            <a:lvl2pPr lvl="1" rtl="0">
              <a:lnSpc>
                <a:spcPct val="115000"/>
              </a:lnSpc>
              <a:spcBef>
                <a:spcPts val="0"/>
              </a:spcBef>
              <a:spcAft>
                <a:spcPts val="0"/>
              </a:spcAft>
              <a:buSzPts val="1400"/>
              <a:buNone/>
              <a:defRPr/>
            </a:lvl2pPr>
            <a:lvl3pPr lvl="2" rtl="0">
              <a:lnSpc>
                <a:spcPct val="115000"/>
              </a:lnSpc>
              <a:spcBef>
                <a:spcPts val="0"/>
              </a:spcBef>
              <a:spcAft>
                <a:spcPts val="0"/>
              </a:spcAft>
              <a:buSzPts val="1400"/>
              <a:buNone/>
              <a:defRPr/>
            </a:lvl3pPr>
            <a:lvl4pPr lvl="3" rtl="0">
              <a:lnSpc>
                <a:spcPct val="115000"/>
              </a:lnSpc>
              <a:spcBef>
                <a:spcPts val="0"/>
              </a:spcBef>
              <a:spcAft>
                <a:spcPts val="0"/>
              </a:spcAft>
              <a:buSzPts val="1400"/>
              <a:buNone/>
              <a:defRPr/>
            </a:lvl4pPr>
            <a:lvl5pPr lvl="4" rtl="0">
              <a:lnSpc>
                <a:spcPct val="115000"/>
              </a:lnSpc>
              <a:spcBef>
                <a:spcPts val="0"/>
              </a:spcBef>
              <a:spcAft>
                <a:spcPts val="0"/>
              </a:spcAft>
              <a:buSzPts val="1400"/>
              <a:buNone/>
              <a:defRPr/>
            </a:lvl5pPr>
            <a:lvl6pPr lvl="5" rtl="0">
              <a:lnSpc>
                <a:spcPct val="115000"/>
              </a:lnSpc>
              <a:spcBef>
                <a:spcPts val="0"/>
              </a:spcBef>
              <a:spcAft>
                <a:spcPts val="0"/>
              </a:spcAft>
              <a:buSzPts val="1400"/>
              <a:buNone/>
              <a:defRPr/>
            </a:lvl6pPr>
            <a:lvl7pPr lvl="6" rtl="0">
              <a:lnSpc>
                <a:spcPct val="115000"/>
              </a:lnSpc>
              <a:spcBef>
                <a:spcPts val="0"/>
              </a:spcBef>
              <a:spcAft>
                <a:spcPts val="0"/>
              </a:spcAft>
              <a:buSzPts val="1400"/>
              <a:buNone/>
              <a:defRPr/>
            </a:lvl7pPr>
            <a:lvl8pPr lvl="7" rtl="0">
              <a:lnSpc>
                <a:spcPct val="115000"/>
              </a:lnSpc>
              <a:spcBef>
                <a:spcPts val="0"/>
              </a:spcBef>
              <a:spcAft>
                <a:spcPts val="0"/>
              </a:spcAft>
              <a:buSzPts val="1400"/>
              <a:buNone/>
              <a:defRPr/>
            </a:lvl8pPr>
            <a:lvl9pPr lvl="8" rtl="0">
              <a:lnSpc>
                <a:spcPct val="115000"/>
              </a:lnSpc>
              <a:spcBef>
                <a:spcPts val="0"/>
              </a:spcBef>
              <a:spcAft>
                <a:spcPts val="0"/>
              </a:spcAft>
              <a:buSzPts val="1400"/>
              <a:buNone/>
              <a:defRPr/>
            </a:lvl9pPr>
          </a:lstStyle>
          <a:p>
            <a:r>
              <a:rPr lang="ja-JP" altLang="en-US" dirty="0"/>
              <a:t>マスター サブタイトルの書式設定</a:t>
            </a:r>
            <a:endParaRPr dirty="0"/>
          </a:p>
        </p:txBody>
      </p:sp>
      <p:sp>
        <p:nvSpPr>
          <p:cNvPr id="218" name="Google Shape;218;p29"/>
          <p:cNvSpPr txBox="1">
            <a:spLocks noGrp="1"/>
          </p:cNvSpPr>
          <p:nvPr>
            <p:ph type="subTitle" idx="6"/>
          </p:nvPr>
        </p:nvSpPr>
        <p:spPr>
          <a:xfrm>
            <a:off x="8149433" y="1833600"/>
            <a:ext cx="3091600" cy="6976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400"/>
              <a:buFont typeface="Golos Text SemiBold"/>
              <a:buNone/>
              <a:defRPr sz="2933">
                <a:latin typeface="LINE Seed JP App_OTF Bold" panose="02020700000000000000" pitchFamily="18" charset="-128"/>
                <a:ea typeface="LINE Seed JP App_OTF Bold" panose="02020700000000000000" pitchFamily="18" charset="-128"/>
                <a:cs typeface="LINE Seed JP App_OTF Bold" panose="02020700000000000000" pitchFamily="18" charset="-128"/>
                <a:sym typeface="Golos Text"/>
              </a:defRPr>
            </a:lvl1pPr>
            <a:lvl2pPr lvl="1" rtl="0">
              <a:lnSpc>
                <a:spcPct val="115000"/>
              </a:lnSpc>
              <a:spcBef>
                <a:spcPts val="0"/>
              </a:spcBef>
              <a:spcAft>
                <a:spcPts val="0"/>
              </a:spcAft>
              <a:buSzPts val="2400"/>
              <a:buFont typeface="Golos Text SemiBold"/>
              <a:buNone/>
              <a:defRPr sz="3200">
                <a:latin typeface="Golos Text SemiBold"/>
                <a:ea typeface="Golos Text SemiBold"/>
                <a:cs typeface="Golos Text SemiBold"/>
                <a:sym typeface="Golos Text SemiBold"/>
              </a:defRPr>
            </a:lvl2pPr>
            <a:lvl3pPr lvl="2" rtl="0">
              <a:lnSpc>
                <a:spcPct val="115000"/>
              </a:lnSpc>
              <a:spcBef>
                <a:spcPts val="0"/>
              </a:spcBef>
              <a:spcAft>
                <a:spcPts val="0"/>
              </a:spcAft>
              <a:buSzPts val="2400"/>
              <a:buFont typeface="Golos Text SemiBold"/>
              <a:buNone/>
              <a:defRPr sz="3200">
                <a:latin typeface="Golos Text SemiBold"/>
                <a:ea typeface="Golos Text SemiBold"/>
                <a:cs typeface="Golos Text SemiBold"/>
                <a:sym typeface="Golos Text SemiBold"/>
              </a:defRPr>
            </a:lvl3pPr>
            <a:lvl4pPr lvl="3" rtl="0">
              <a:lnSpc>
                <a:spcPct val="115000"/>
              </a:lnSpc>
              <a:spcBef>
                <a:spcPts val="0"/>
              </a:spcBef>
              <a:spcAft>
                <a:spcPts val="0"/>
              </a:spcAft>
              <a:buSzPts val="2400"/>
              <a:buFont typeface="Golos Text SemiBold"/>
              <a:buNone/>
              <a:defRPr sz="3200">
                <a:latin typeface="Golos Text SemiBold"/>
                <a:ea typeface="Golos Text SemiBold"/>
                <a:cs typeface="Golos Text SemiBold"/>
                <a:sym typeface="Golos Text SemiBold"/>
              </a:defRPr>
            </a:lvl4pPr>
            <a:lvl5pPr lvl="4" rtl="0">
              <a:lnSpc>
                <a:spcPct val="115000"/>
              </a:lnSpc>
              <a:spcBef>
                <a:spcPts val="0"/>
              </a:spcBef>
              <a:spcAft>
                <a:spcPts val="0"/>
              </a:spcAft>
              <a:buSzPts val="2400"/>
              <a:buFont typeface="Golos Text SemiBold"/>
              <a:buNone/>
              <a:defRPr sz="3200">
                <a:latin typeface="Golos Text SemiBold"/>
                <a:ea typeface="Golos Text SemiBold"/>
                <a:cs typeface="Golos Text SemiBold"/>
                <a:sym typeface="Golos Text SemiBold"/>
              </a:defRPr>
            </a:lvl5pPr>
            <a:lvl6pPr lvl="5" rtl="0">
              <a:lnSpc>
                <a:spcPct val="115000"/>
              </a:lnSpc>
              <a:spcBef>
                <a:spcPts val="0"/>
              </a:spcBef>
              <a:spcAft>
                <a:spcPts val="0"/>
              </a:spcAft>
              <a:buSzPts val="2400"/>
              <a:buFont typeface="Golos Text SemiBold"/>
              <a:buNone/>
              <a:defRPr sz="3200">
                <a:latin typeface="Golos Text SemiBold"/>
                <a:ea typeface="Golos Text SemiBold"/>
                <a:cs typeface="Golos Text SemiBold"/>
                <a:sym typeface="Golos Text SemiBold"/>
              </a:defRPr>
            </a:lvl6pPr>
            <a:lvl7pPr lvl="6" rtl="0">
              <a:lnSpc>
                <a:spcPct val="115000"/>
              </a:lnSpc>
              <a:spcBef>
                <a:spcPts val="0"/>
              </a:spcBef>
              <a:spcAft>
                <a:spcPts val="0"/>
              </a:spcAft>
              <a:buSzPts val="2400"/>
              <a:buFont typeface="Golos Text SemiBold"/>
              <a:buNone/>
              <a:defRPr sz="3200">
                <a:latin typeface="Golos Text SemiBold"/>
                <a:ea typeface="Golos Text SemiBold"/>
                <a:cs typeface="Golos Text SemiBold"/>
                <a:sym typeface="Golos Text SemiBold"/>
              </a:defRPr>
            </a:lvl7pPr>
            <a:lvl8pPr lvl="7" rtl="0">
              <a:lnSpc>
                <a:spcPct val="115000"/>
              </a:lnSpc>
              <a:spcBef>
                <a:spcPts val="0"/>
              </a:spcBef>
              <a:spcAft>
                <a:spcPts val="0"/>
              </a:spcAft>
              <a:buSzPts val="2400"/>
              <a:buFont typeface="Golos Text SemiBold"/>
              <a:buNone/>
              <a:defRPr sz="3200">
                <a:latin typeface="Golos Text SemiBold"/>
                <a:ea typeface="Golos Text SemiBold"/>
                <a:cs typeface="Golos Text SemiBold"/>
                <a:sym typeface="Golos Text SemiBold"/>
              </a:defRPr>
            </a:lvl8pPr>
            <a:lvl9pPr lvl="8" rtl="0">
              <a:lnSpc>
                <a:spcPct val="115000"/>
              </a:lnSpc>
              <a:spcBef>
                <a:spcPts val="0"/>
              </a:spcBef>
              <a:spcAft>
                <a:spcPts val="0"/>
              </a:spcAft>
              <a:buSzPts val="2400"/>
              <a:buFont typeface="Golos Text SemiBold"/>
              <a:buNone/>
              <a:defRPr sz="3200">
                <a:latin typeface="Golos Text SemiBold"/>
                <a:ea typeface="Golos Text SemiBold"/>
                <a:cs typeface="Golos Text SemiBold"/>
                <a:sym typeface="Golos Text SemiBold"/>
              </a:defRPr>
            </a:lvl9pPr>
          </a:lstStyle>
          <a:p>
            <a:r>
              <a:rPr lang="ja-JP" altLang="en-US" dirty="0"/>
              <a:t>マスター サブタイトルの書式設定</a:t>
            </a:r>
            <a:endParaRPr dirty="0"/>
          </a:p>
        </p:txBody>
      </p:sp>
      <p:sp>
        <p:nvSpPr>
          <p:cNvPr id="219" name="Google Shape;219;p29"/>
          <p:cNvSpPr txBox="1">
            <a:spLocks noGrp="1"/>
          </p:cNvSpPr>
          <p:nvPr>
            <p:ph type="subTitle" idx="7"/>
          </p:nvPr>
        </p:nvSpPr>
        <p:spPr>
          <a:xfrm>
            <a:off x="8149433" y="4687468"/>
            <a:ext cx="3091600" cy="1194400"/>
          </a:xfrm>
          <a:prstGeom prst="rect">
            <a:avLst/>
          </a:prstGeom>
        </p:spPr>
        <p:txBody>
          <a:bodyPr spcFirstLastPara="1" wrap="square" lIns="91425" tIns="91425" rIns="91425" bIns="91425" anchor="t" anchorCtr="0">
            <a:noAutofit/>
          </a:bodyPr>
          <a:lstStyle>
            <a:lvl1pPr lvl="0" rtl="0">
              <a:lnSpc>
                <a:spcPct val="115000"/>
              </a:lnSpc>
              <a:spcBef>
                <a:spcPts val="0"/>
              </a:spcBef>
              <a:spcAft>
                <a:spcPts val="0"/>
              </a:spcAft>
              <a:buSzPts val="1400"/>
              <a:buNone/>
              <a:defRPr>
                <a:latin typeface="LINE Seed JP App_TTF Regular" panose="02020500000000000000" pitchFamily="18" charset="-128"/>
                <a:ea typeface="LINE Seed JP App_TTF Regular" panose="02020500000000000000" pitchFamily="18" charset="-128"/>
              </a:defRPr>
            </a:lvl1pPr>
            <a:lvl2pPr lvl="1" rtl="0">
              <a:lnSpc>
                <a:spcPct val="115000"/>
              </a:lnSpc>
              <a:spcBef>
                <a:spcPts val="0"/>
              </a:spcBef>
              <a:spcAft>
                <a:spcPts val="0"/>
              </a:spcAft>
              <a:buSzPts val="1400"/>
              <a:buNone/>
              <a:defRPr/>
            </a:lvl2pPr>
            <a:lvl3pPr lvl="2" rtl="0">
              <a:lnSpc>
                <a:spcPct val="115000"/>
              </a:lnSpc>
              <a:spcBef>
                <a:spcPts val="0"/>
              </a:spcBef>
              <a:spcAft>
                <a:spcPts val="0"/>
              </a:spcAft>
              <a:buSzPts val="1400"/>
              <a:buNone/>
              <a:defRPr/>
            </a:lvl3pPr>
            <a:lvl4pPr lvl="3" rtl="0">
              <a:lnSpc>
                <a:spcPct val="115000"/>
              </a:lnSpc>
              <a:spcBef>
                <a:spcPts val="0"/>
              </a:spcBef>
              <a:spcAft>
                <a:spcPts val="0"/>
              </a:spcAft>
              <a:buSzPts val="1400"/>
              <a:buNone/>
              <a:defRPr/>
            </a:lvl4pPr>
            <a:lvl5pPr lvl="4" rtl="0">
              <a:lnSpc>
                <a:spcPct val="115000"/>
              </a:lnSpc>
              <a:spcBef>
                <a:spcPts val="0"/>
              </a:spcBef>
              <a:spcAft>
                <a:spcPts val="0"/>
              </a:spcAft>
              <a:buSzPts val="1400"/>
              <a:buNone/>
              <a:defRPr/>
            </a:lvl5pPr>
            <a:lvl6pPr lvl="5" rtl="0">
              <a:lnSpc>
                <a:spcPct val="115000"/>
              </a:lnSpc>
              <a:spcBef>
                <a:spcPts val="0"/>
              </a:spcBef>
              <a:spcAft>
                <a:spcPts val="0"/>
              </a:spcAft>
              <a:buSzPts val="1400"/>
              <a:buNone/>
              <a:defRPr/>
            </a:lvl6pPr>
            <a:lvl7pPr lvl="6" rtl="0">
              <a:lnSpc>
                <a:spcPct val="115000"/>
              </a:lnSpc>
              <a:spcBef>
                <a:spcPts val="0"/>
              </a:spcBef>
              <a:spcAft>
                <a:spcPts val="0"/>
              </a:spcAft>
              <a:buSzPts val="1400"/>
              <a:buNone/>
              <a:defRPr/>
            </a:lvl7pPr>
            <a:lvl8pPr lvl="7" rtl="0">
              <a:lnSpc>
                <a:spcPct val="115000"/>
              </a:lnSpc>
              <a:spcBef>
                <a:spcPts val="0"/>
              </a:spcBef>
              <a:spcAft>
                <a:spcPts val="0"/>
              </a:spcAft>
              <a:buSzPts val="1400"/>
              <a:buNone/>
              <a:defRPr/>
            </a:lvl8pPr>
            <a:lvl9pPr lvl="8" rtl="0">
              <a:lnSpc>
                <a:spcPct val="115000"/>
              </a:lnSpc>
              <a:spcBef>
                <a:spcPts val="0"/>
              </a:spcBef>
              <a:spcAft>
                <a:spcPts val="0"/>
              </a:spcAft>
              <a:buSzPts val="1400"/>
              <a:buNone/>
              <a:defRPr/>
            </a:lvl9pPr>
          </a:lstStyle>
          <a:p>
            <a:r>
              <a:rPr lang="ja-JP" altLang="en-US" dirty="0"/>
              <a:t>マスター サブタイトルの書式設定</a:t>
            </a:r>
            <a:endParaRPr dirty="0"/>
          </a:p>
        </p:txBody>
      </p:sp>
      <p:sp>
        <p:nvSpPr>
          <p:cNvPr id="220" name="Google Shape;220;p29"/>
          <p:cNvSpPr txBox="1">
            <a:spLocks noGrp="1"/>
          </p:cNvSpPr>
          <p:nvPr>
            <p:ph type="subTitle" idx="8"/>
          </p:nvPr>
        </p:nvSpPr>
        <p:spPr>
          <a:xfrm>
            <a:off x="8149433" y="4054399"/>
            <a:ext cx="3091600" cy="6976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400"/>
              <a:buFont typeface="Golos Text SemiBold"/>
              <a:buNone/>
              <a:defRPr sz="2933">
                <a:latin typeface="LINE Seed JP App_OTF Bold" panose="02020700000000000000" pitchFamily="18" charset="-128"/>
                <a:ea typeface="LINE Seed JP App_OTF Bold" panose="02020700000000000000" pitchFamily="18" charset="-128"/>
                <a:cs typeface="LINE Seed JP App_OTF Bold" panose="02020700000000000000" pitchFamily="18" charset="-128"/>
                <a:sym typeface="Golos Text"/>
              </a:defRPr>
            </a:lvl1pPr>
            <a:lvl2pPr lvl="1" rtl="0">
              <a:lnSpc>
                <a:spcPct val="115000"/>
              </a:lnSpc>
              <a:spcBef>
                <a:spcPts val="0"/>
              </a:spcBef>
              <a:spcAft>
                <a:spcPts val="0"/>
              </a:spcAft>
              <a:buSzPts val="2400"/>
              <a:buFont typeface="Golos Text SemiBold"/>
              <a:buNone/>
              <a:defRPr sz="3200">
                <a:latin typeface="Golos Text SemiBold"/>
                <a:ea typeface="Golos Text SemiBold"/>
                <a:cs typeface="Golos Text SemiBold"/>
                <a:sym typeface="Golos Text SemiBold"/>
              </a:defRPr>
            </a:lvl2pPr>
            <a:lvl3pPr lvl="2" rtl="0">
              <a:lnSpc>
                <a:spcPct val="115000"/>
              </a:lnSpc>
              <a:spcBef>
                <a:spcPts val="0"/>
              </a:spcBef>
              <a:spcAft>
                <a:spcPts val="0"/>
              </a:spcAft>
              <a:buSzPts val="2400"/>
              <a:buFont typeface="Golos Text SemiBold"/>
              <a:buNone/>
              <a:defRPr sz="3200">
                <a:latin typeface="Golos Text SemiBold"/>
                <a:ea typeface="Golos Text SemiBold"/>
                <a:cs typeface="Golos Text SemiBold"/>
                <a:sym typeface="Golos Text SemiBold"/>
              </a:defRPr>
            </a:lvl3pPr>
            <a:lvl4pPr lvl="3" rtl="0">
              <a:lnSpc>
                <a:spcPct val="115000"/>
              </a:lnSpc>
              <a:spcBef>
                <a:spcPts val="0"/>
              </a:spcBef>
              <a:spcAft>
                <a:spcPts val="0"/>
              </a:spcAft>
              <a:buSzPts val="2400"/>
              <a:buFont typeface="Golos Text SemiBold"/>
              <a:buNone/>
              <a:defRPr sz="3200">
                <a:latin typeface="Golos Text SemiBold"/>
                <a:ea typeface="Golos Text SemiBold"/>
                <a:cs typeface="Golos Text SemiBold"/>
                <a:sym typeface="Golos Text SemiBold"/>
              </a:defRPr>
            </a:lvl4pPr>
            <a:lvl5pPr lvl="4" rtl="0">
              <a:lnSpc>
                <a:spcPct val="115000"/>
              </a:lnSpc>
              <a:spcBef>
                <a:spcPts val="0"/>
              </a:spcBef>
              <a:spcAft>
                <a:spcPts val="0"/>
              </a:spcAft>
              <a:buSzPts val="2400"/>
              <a:buFont typeface="Golos Text SemiBold"/>
              <a:buNone/>
              <a:defRPr sz="3200">
                <a:latin typeface="Golos Text SemiBold"/>
                <a:ea typeface="Golos Text SemiBold"/>
                <a:cs typeface="Golos Text SemiBold"/>
                <a:sym typeface="Golos Text SemiBold"/>
              </a:defRPr>
            </a:lvl5pPr>
            <a:lvl6pPr lvl="5" rtl="0">
              <a:lnSpc>
                <a:spcPct val="115000"/>
              </a:lnSpc>
              <a:spcBef>
                <a:spcPts val="0"/>
              </a:spcBef>
              <a:spcAft>
                <a:spcPts val="0"/>
              </a:spcAft>
              <a:buSzPts val="2400"/>
              <a:buFont typeface="Golos Text SemiBold"/>
              <a:buNone/>
              <a:defRPr sz="3200">
                <a:latin typeface="Golos Text SemiBold"/>
                <a:ea typeface="Golos Text SemiBold"/>
                <a:cs typeface="Golos Text SemiBold"/>
                <a:sym typeface="Golos Text SemiBold"/>
              </a:defRPr>
            </a:lvl6pPr>
            <a:lvl7pPr lvl="6" rtl="0">
              <a:lnSpc>
                <a:spcPct val="115000"/>
              </a:lnSpc>
              <a:spcBef>
                <a:spcPts val="0"/>
              </a:spcBef>
              <a:spcAft>
                <a:spcPts val="0"/>
              </a:spcAft>
              <a:buSzPts val="2400"/>
              <a:buFont typeface="Golos Text SemiBold"/>
              <a:buNone/>
              <a:defRPr sz="3200">
                <a:latin typeface="Golos Text SemiBold"/>
                <a:ea typeface="Golos Text SemiBold"/>
                <a:cs typeface="Golos Text SemiBold"/>
                <a:sym typeface="Golos Text SemiBold"/>
              </a:defRPr>
            </a:lvl7pPr>
            <a:lvl8pPr lvl="7" rtl="0">
              <a:lnSpc>
                <a:spcPct val="115000"/>
              </a:lnSpc>
              <a:spcBef>
                <a:spcPts val="0"/>
              </a:spcBef>
              <a:spcAft>
                <a:spcPts val="0"/>
              </a:spcAft>
              <a:buSzPts val="2400"/>
              <a:buFont typeface="Golos Text SemiBold"/>
              <a:buNone/>
              <a:defRPr sz="3200">
                <a:latin typeface="Golos Text SemiBold"/>
                <a:ea typeface="Golos Text SemiBold"/>
                <a:cs typeface="Golos Text SemiBold"/>
                <a:sym typeface="Golos Text SemiBold"/>
              </a:defRPr>
            </a:lvl8pPr>
            <a:lvl9pPr lvl="8" rtl="0">
              <a:lnSpc>
                <a:spcPct val="115000"/>
              </a:lnSpc>
              <a:spcBef>
                <a:spcPts val="0"/>
              </a:spcBef>
              <a:spcAft>
                <a:spcPts val="0"/>
              </a:spcAft>
              <a:buSzPts val="2400"/>
              <a:buFont typeface="Golos Text SemiBold"/>
              <a:buNone/>
              <a:defRPr sz="3200">
                <a:latin typeface="Golos Text SemiBold"/>
                <a:ea typeface="Golos Text SemiBold"/>
                <a:cs typeface="Golos Text SemiBold"/>
                <a:sym typeface="Golos Text SemiBold"/>
              </a:defRPr>
            </a:lvl9pPr>
          </a:lstStyle>
          <a:p>
            <a:r>
              <a:rPr lang="ja-JP" altLang="en-US" dirty="0"/>
              <a:t>マスター サブタイトルの書式設定</a:t>
            </a:r>
            <a:endParaRPr dirty="0"/>
          </a:p>
        </p:txBody>
      </p:sp>
      <p:sp>
        <p:nvSpPr>
          <p:cNvPr id="221" name="Google Shape;221;p29"/>
          <p:cNvSpPr/>
          <p:nvPr/>
        </p:nvSpPr>
        <p:spPr>
          <a:xfrm flipH="1">
            <a:off x="11813600" y="0"/>
            <a:ext cx="378400" cy="6858000"/>
          </a:xfrm>
          <a:prstGeom prst="rect">
            <a:avLst/>
          </a:prstGeom>
          <a:solidFill>
            <a:schemeClr val="dk2"/>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cxnSp>
        <p:nvCxnSpPr>
          <p:cNvPr id="222" name="Google Shape;222;p29"/>
          <p:cNvCxnSpPr/>
          <p:nvPr/>
        </p:nvCxnSpPr>
        <p:spPr>
          <a:xfrm rot="10800000">
            <a:off x="12002800" y="-35"/>
            <a:ext cx="0" cy="5278000"/>
          </a:xfrm>
          <a:prstGeom prst="straightConnector1">
            <a:avLst/>
          </a:prstGeom>
          <a:noFill/>
          <a:ln w="9525" cap="flat" cmpd="sng">
            <a:solidFill>
              <a:schemeClr val="dk1"/>
            </a:solidFill>
            <a:prstDash val="solid"/>
            <a:round/>
            <a:headEnd type="none" w="med" len="med"/>
            <a:tailEnd type="none" w="med" len="med"/>
          </a:ln>
        </p:spPr>
      </p:cxnSp>
    </p:spTree>
    <p:extLst>
      <p:ext uri="{BB962C8B-B14F-4D97-AF65-F5344CB8AC3E}">
        <p14:creationId xmlns:p14="http://schemas.microsoft.com/office/powerpoint/2010/main" val="4147391508"/>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matchingName="Title and five columns">
  <p:cSld name="Title and five columns">
    <p:spTree>
      <p:nvGrpSpPr>
        <p:cNvPr id="1" name="Shape 223"/>
        <p:cNvGrpSpPr/>
        <p:nvPr/>
      </p:nvGrpSpPr>
      <p:grpSpPr>
        <a:xfrm>
          <a:off x="0" y="0"/>
          <a:ext cx="0" cy="0"/>
          <a:chOff x="0" y="0"/>
          <a:chExt cx="0" cy="0"/>
        </a:xfrm>
      </p:grpSpPr>
      <p:sp>
        <p:nvSpPr>
          <p:cNvPr id="224" name="Google Shape;224;p30"/>
          <p:cNvSpPr txBox="1">
            <a:spLocks noGrp="1"/>
          </p:cNvSpPr>
          <p:nvPr>
            <p:ph type="title"/>
          </p:nvPr>
        </p:nvSpPr>
        <p:spPr>
          <a:xfrm>
            <a:off x="950967" y="627533"/>
            <a:ext cx="10290000" cy="733200"/>
          </a:xfrm>
          <a:prstGeom prst="rect">
            <a:avLst/>
          </a:prstGeom>
        </p:spPr>
        <p:txBody>
          <a:bodyPr spcFirstLastPara="1" wrap="square" lIns="91425" tIns="91425" rIns="91425" bIns="91425" anchor="t" anchorCtr="0">
            <a:noAutofit/>
          </a:bodyPr>
          <a:lstStyle>
            <a:lvl1pPr lvl="0" rtl="0">
              <a:spcBef>
                <a:spcPts val="0"/>
              </a:spcBef>
              <a:spcAft>
                <a:spcPts val="0"/>
              </a:spcAft>
              <a:buSzPts val="3100"/>
              <a:buNone/>
              <a:defRPr>
                <a:latin typeface="LINE Seed JP App_OTF Bold" panose="02020700000000000000" pitchFamily="18" charset="-128"/>
                <a:ea typeface="LINE Seed JP App_OTF Bold" panose="02020700000000000000" pitchFamily="18" charset="-128"/>
              </a:defRPr>
            </a:lvl1pPr>
            <a:lvl2pPr lvl="1" rtl="0">
              <a:spcBef>
                <a:spcPts val="0"/>
              </a:spcBef>
              <a:spcAft>
                <a:spcPts val="0"/>
              </a:spcAft>
              <a:buSzPts val="3100"/>
              <a:buNone/>
              <a:defRPr/>
            </a:lvl2pPr>
            <a:lvl3pPr lvl="2" rtl="0">
              <a:spcBef>
                <a:spcPts val="0"/>
              </a:spcBef>
              <a:spcAft>
                <a:spcPts val="0"/>
              </a:spcAft>
              <a:buSzPts val="3100"/>
              <a:buNone/>
              <a:defRPr/>
            </a:lvl3pPr>
            <a:lvl4pPr lvl="3" rtl="0">
              <a:spcBef>
                <a:spcPts val="0"/>
              </a:spcBef>
              <a:spcAft>
                <a:spcPts val="0"/>
              </a:spcAft>
              <a:buSzPts val="3100"/>
              <a:buNone/>
              <a:defRPr/>
            </a:lvl4pPr>
            <a:lvl5pPr lvl="4" rtl="0">
              <a:spcBef>
                <a:spcPts val="0"/>
              </a:spcBef>
              <a:spcAft>
                <a:spcPts val="0"/>
              </a:spcAft>
              <a:buSzPts val="3100"/>
              <a:buNone/>
              <a:defRPr/>
            </a:lvl5pPr>
            <a:lvl6pPr lvl="5" rtl="0">
              <a:spcBef>
                <a:spcPts val="0"/>
              </a:spcBef>
              <a:spcAft>
                <a:spcPts val="0"/>
              </a:spcAft>
              <a:buSzPts val="3100"/>
              <a:buNone/>
              <a:defRPr/>
            </a:lvl6pPr>
            <a:lvl7pPr lvl="6" rtl="0">
              <a:spcBef>
                <a:spcPts val="0"/>
              </a:spcBef>
              <a:spcAft>
                <a:spcPts val="0"/>
              </a:spcAft>
              <a:buSzPts val="3100"/>
              <a:buNone/>
              <a:defRPr/>
            </a:lvl7pPr>
            <a:lvl8pPr lvl="7" rtl="0">
              <a:spcBef>
                <a:spcPts val="0"/>
              </a:spcBef>
              <a:spcAft>
                <a:spcPts val="0"/>
              </a:spcAft>
              <a:buSzPts val="3100"/>
              <a:buNone/>
              <a:defRPr/>
            </a:lvl8pPr>
            <a:lvl9pPr lvl="8" rtl="0">
              <a:spcBef>
                <a:spcPts val="0"/>
              </a:spcBef>
              <a:spcAft>
                <a:spcPts val="0"/>
              </a:spcAft>
              <a:buSzPts val="3100"/>
              <a:buNone/>
              <a:defRPr/>
            </a:lvl9pPr>
          </a:lstStyle>
          <a:p>
            <a:r>
              <a:rPr lang="ja-JP" altLang="en-US" dirty="0"/>
              <a:t>マスター タイトルの書式設定</a:t>
            </a:r>
            <a:endParaRPr dirty="0"/>
          </a:p>
        </p:txBody>
      </p:sp>
      <p:sp>
        <p:nvSpPr>
          <p:cNvPr id="225" name="Google Shape;225;p30"/>
          <p:cNvSpPr txBox="1">
            <a:spLocks noGrp="1"/>
          </p:cNvSpPr>
          <p:nvPr>
            <p:ph type="subTitle" idx="1"/>
          </p:nvPr>
        </p:nvSpPr>
        <p:spPr>
          <a:xfrm>
            <a:off x="951000" y="4687468"/>
            <a:ext cx="3200400" cy="1194400"/>
          </a:xfrm>
          <a:prstGeom prst="rect">
            <a:avLst/>
          </a:prstGeom>
        </p:spPr>
        <p:txBody>
          <a:bodyPr spcFirstLastPara="1" wrap="square" lIns="91425" tIns="91425" rIns="91425" bIns="91425" anchor="t" anchorCtr="0">
            <a:noAutofit/>
          </a:bodyPr>
          <a:lstStyle>
            <a:lvl1pPr lvl="0" algn="ctr" rtl="0">
              <a:lnSpc>
                <a:spcPct val="115000"/>
              </a:lnSpc>
              <a:spcBef>
                <a:spcPts val="0"/>
              </a:spcBef>
              <a:spcAft>
                <a:spcPts val="0"/>
              </a:spcAft>
              <a:buSzPts val="1400"/>
              <a:buNone/>
              <a:defRPr>
                <a:latin typeface="LINE Seed JP App_TTF Regular" panose="02020500000000000000" pitchFamily="18" charset="-128"/>
                <a:ea typeface="LINE Seed JP App_TTF Regular" panose="02020500000000000000" pitchFamily="18" charset="-128"/>
              </a:defRPr>
            </a:lvl1pPr>
            <a:lvl2pPr lvl="1" algn="ctr" rtl="0">
              <a:lnSpc>
                <a:spcPct val="115000"/>
              </a:lnSpc>
              <a:spcBef>
                <a:spcPts val="0"/>
              </a:spcBef>
              <a:spcAft>
                <a:spcPts val="0"/>
              </a:spcAft>
              <a:buSzPts val="1400"/>
              <a:buNone/>
              <a:defRPr/>
            </a:lvl2pPr>
            <a:lvl3pPr lvl="2" algn="ctr" rtl="0">
              <a:lnSpc>
                <a:spcPct val="115000"/>
              </a:lnSpc>
              <a:spcBef>
                <a:spcPts val="0"/>
              </a:spcBef>
              <a:spcAft>
                <a:spcPts val="0"/>
              </a:spcAft>
              <a:buSzPts val="1400"/>
              <a:buNone/>
              <a:defRPr/>
            </a:lvl3pPr>
            <a:lvl4pPr lvl="3" algn="ctr" rtl="0">
              <a:lnSpc>
                <a:spcPct val="115000"/>
              </a:lnSpc>
              <a:spcBef>
                <a:spcPts val="0"/>
              </a:spcBef>
              <a:spcAft>
                <a:spcPts val="0"/>
              </a:spcAft>
              <a:buSzPts val="1400"/>
              <a:buNone/>
              <a:defRPr/>
            </a:lvl4pPr>
            <a:lvl5pPr lvl="4" algn="ctr" rtl="0">
              <a:lnSpc>
                <a:spcPct val="115000"/>
              </a:lnSpc>
              <a:spcBef>
                <a:spcPts val="0"/>
              </a:spcBef>
              <a:spcAft>
                <a:spcPts val="0"/>
              </a:spcAft>
              <a:buSzPts val="1400"/>
              <a:buNone/>
              <a:defRPr/>
            </a:lvl5pPr>
            <a:lvl6pPr lvl="5" algn="ctr" rtl="0">
              <a:lnSpc>
                <a:spcPct val="115000"/>
              </a:lnSpc>
              <a:spcBef>
                <a:spcPts val="0"/>
              </a:spcBef>
              <a:spcAft>
                <a:spcPts val="0"/>
              </a:spcAft>
              <a:buSzPts val="1400"/>
              <a:buNone/>
              <a:defRPr/>
            </a:lvl6pPr>
            <a:lvl7pPr lvl="6" algn="ctr" rtl="0">
              <a:lnSpc>
                <a:spcPct val="115000"/>
              </a:lnSpc>
              <a:spcBef>
                <a:spcPts val="0"/>
              </a:spcBef>
              <a:spcAft>
                <a:spcPts val="0"/>
              </a:spcAft>
              <a:buSzPts val="1400"/>
              <a:buNone/>
              <a:defRPr/>
            </a:lvl7pPr>
            <a:lvl8pPr lvl="7" algn="ctr" rtl="0">
              <a:lnSpc>
                <a:spcPct val="115000"/>
              </a:lnSpc>
              <a:spcBef>
                <a:spcPts val="0"/>
              </a:spcBef>
              <a:spcAft>
                <a:spcPts val="0"/>
              </a:spcAft>
              <a:buSzPts val="1400"/>
              <a:buNone/>
              <a:defRPr/>
            </a:lvl8pPr>
            <a:lvl9pPr lvl="8" algn="ctr" rtl="0">
              <a:lnSpc>
                <a:spcPct val="115000"/>
              </a:lnSpc>
              <a:spcBef>
                <a:spcPts val="0"/>
              </a:spcBef>
              <a:spcAft>
                <a:spcPts val="0"/>
              </a:spcAft>
              <a:buSzPts val="1400"/>
              <a:buNone/>
              <a:defRPr/>
            </a:lvl9pPr>
          </a:lstStyle>
          <a:p>
            <a:r>
              <a:rPr lang="ja-JP" altLang="en-US" dirty="0"/>
              <a:t>マスター サブタイトルの書式設定</a:t>
            </a:r>
            <a:endParaRPr dirty="0"/>
          </a:p>
        </p:txBody>
      </p:sp>
      <p:sp>
        <p:nvSpPr>
          <p:cNvPr id="226" name="Google Shape;226;p30"/>
          <p:cNvSpPr txBox="1">
            <a:spLocks noGrp="1"/>
          </p:cNvSpPr>
          <p:nvPr>
            <p:ph type="subTitle" idx="2"/>
          </p:nvPr>
        </p:nvSpPr>
        <p:spPr>
          <a:xfrm>
            <a:off x="951000" y="4054399"/>
            <a:ext cx="3200400" cy="697600"/>
          </a:xfrm>
          <a:prstGeom prst="rect">
            <a:avLst/>
          </a:prstGeom>
        </p:spPr>
        <p:txBody>
          <a:bodyPr spcFirstLastPara="1" wrap="square" lIns="91425" tIns="91425" rIns="91425" bIns="91425" anchor="b" anchorCtr="0">
            <a:noAutofit/>
          </a:bodyPr>
          <a:lstStyle>
            <a:lvl1pPr lvl="0" algn="ctr" rtl="0">
              <a:lnSpc>
                <a:spcPct val="100000"/>
              </a:lnSpc>
              <a:spcBef>
                <a:spcPts val="0"/>
              </a:spcBef>
              <a:spcAft>
                <a:spcPts val="0"/>
              </a:spcAft>
              <a:buSzPts val="2400"/>
              <a:buFont typeface="Golos Text SemiBold"/>
              <a:buNone/>
              <a:defRPr sz="2933">
                <a:latin typeface="LINE Seed JP App_OTF Bold" panose="02020700000000000000" pitchFamily="18" charset="-128"/>
                <a:ea typeface="LINE Seed JP App_OTF Bold" panose="02020700000000000000" pitchFamily="18" charset="-128"/>
                <a:cs typeface="LINE Seed JP App_OTF Bold" panose="02020700000000000000" pitchFamily="18" charset="-128"/>
                <a:sym typeface="Golos Text"/>
              </a:defRPr>
            </a:lvl1pPr>
            <a:lvl2pPr lvl="1" algn="ctr" rtl="0">
              <a:lnSpc>
                <a:spcPct val="115000"/>
              </a:lnSpc>
              <a:spcBef>
                <a:spcPts val="0"/>
              </a:spcBef>
              <a:spcAft>
                <a:spcPts val="0"/>
              </a:spcAft>
              <a:buSzPts val="2400"/>
              <a:buFont typeface="Golos Text SemiBold"/>
              <a:buNone/>
              <a:defRPr sz="3200">
                <a:latin typeface="Golos Text SemiBold"/>
                <a:ea typeface="Golos Text SemiBold"/>
                <a:cs typeface="Golos Text SemiBold"/>
                <a:sym typeface="Golos Text SemiBold"/>
              </a:defRPr>
            </a:lvl2pPr>
            <a:lvl3pPr lvl="2" algn="ctr" rtl="0">
              <a:lnSpc>
                <a:spcPct val="115000"/>
              </a:lnSpc>
              <a:spcBef>
                <a:spcPts val="0"/>
              </a:spcBef>
              <a:spcAft>
                <a:spcPts val="0"/>
              </a:spcAft>
              <a:buSzPts val="2400"/>
              <a:buFont typeface="Golos Text SemiBold"/>
              <a:buNone/>
              <a:defRPr sz="3200">
                <a:latin typeface="Golos Text SemiBold"/>
                <a:ea typeface="Golos Text SemiBold"/>
                <a:cs typeface="Golos Text SemiBold"/>
                <a:sym typeface="Golos Text SemiBold"/>
              </a:defRPr>
            </a:lvl3pPr>
            <a:lvl4pPr lvl="3" algn="ctr" rtl="0">
              <a:lnSpc>
                <a:spcPct val="115000"/>
              </a:lnSpc>
              <a:spcBef>
                <a:spcPts val="0"/>
              </a:spcBef>
              <a:spcAft>
                <a:spcPts val="0"/>
              </a:spcAft>
              <a:buSzPts val="2400"/>
              <a:buFont typeface="Golos Text SemiBold"/>
              <a:buNone/>
              <a:defRPr sz="3200">
                <a:latin typeface="Golos Text SemiBold"/>
                <a:ea typeface="Golos Text SemiBold"/>
                <a:cs typeface="Golos Text SemiBold"/>
                <a:sym typeface="Golos Text SemiBold"/>
              </a:defRPr>
            </a:lvl4pPr>
            <a:lvl5pPr lvl="4" algn="ctr" rtl="0">
              <a:lnSpc>
                <a:spcPct val="115000"/>
              </a:lnSpc>
              <a:spcBef>
                <a:spcPts val="0"/>
              </a:spcBef>
              <a:spcAft>
                <a:spcPts val="0"/>
              </a:spcAft>
              <a:buSzPts val="2400"/>
              <a:buFont typeface="Golos Text SemiBold"/>
              <a:buNone/>
              <a:defRPr sz="3200">
                <a:latin typeface="Golos Text SemiBold"/>
                <a:ea typeface="Golos Text SemiBold"/>
                <a:cs typeface="Golos Text SemiBold"/>
                <a:sym typeface="Golos Text SemiBold"/>
              </a:defRPr>
            </a:lvl5pPr>
            <a:lvl6pPr lvl="5" algn="ctr" rtl="0">
              <a:lnSpc>
                <a:spcPct val="115000"/>
              </a:lnSpc>
              <a:spcBef>
                <a:spcPts val="0"/>
              </a:spcBef>
              <a:spcAft>
                <a:spcPts val="0"/>
              </a:spcAft>
              <a:buSzPts val="2400"/>
              <a:buFont typeface="Golos Text SemiBold"/>
              <a:buNone/>
              <a:defRPr sz="3200">
                <a:latin typeface="Golos Text SemiBold"/>
                <a:ea typeface="Golos Text SemiBold"/>
                <a:cs typeface="Golos Text SemiBold"/>
                <a:sym typeface="Golos Text SemiBold"/>
              </a:defRPr>
            </a:lvl6pPr>
            <a:lvl7pPr lvl="6" algn="ctr" rtl="0">
              <a:lnSpc>
                <a:spcPct val="115000"/>
              </a:lnSpc>
              <a:spcBef>
                <a:spcPts val="0"/>
              </a:spcBef>
              <a:spcAft>
                <a:spcPts val="0"/>
              </a:spcAft>
              <a:buSzPts val="2400"/>
              <a:buFont typeface="Golos Text SemiBold"/>
              <a:buNone/>
              <a:defRPr sz="3200">
                <a:latin typeface="Golos Text SemiBold"/>
                <a:ea typeface="Golos Text SemiBold"/>
                <a:cs typeface="Golos Text SemiBold"/>
                <a:sym typeface="Golos Text SemiBold"/>
              </a:defRPr>
            </a:lvl7pPr>
            <a:lvl8pPr lvl="7" algn="ctr" rtl="0">
              <a:lnSpc>
                <a:spcPct val="115000"/>
              </a:lnSpc>
              <a:spcBef>
                <a:spcPts val="0"/>
              </a:spcBef>
              <a:spcAft>
                <a:spcPts val="0"/>
              </a:spcAft>
              <a:buSzPts val="2400"/>
              <a:buFont typeface="Golos Text SemiBold"/>
              <a:buNone/>
              <a:defRPr sz="3200">
                <a:latin typeface="Golos Text SemiBold"/>
                <a:ea typeface="Golos Text SemiBold"/>
                <a:cs typeface="Golos Text SemiBold"/>
                <a:sym typeface="Golos Text SemiBold"/>
              </a:defRPr>
            </a:lvl8pPr>
            <a:lvl9pPr lvl="8" algn="ctr" rtl="0">
              <a:lnSpc>
                <a:spcPct val="115000"/>
              </a:lnSpc>
              <a:spcBef>
                <a:spcPts val="0"/>
              </a:spcBef>
              <a:spcAft>
                <a:spcPts val="0"/>
              </a:spcAft>
              <a:buSzPts val="2400"/>
              <a:buFont typeface="Golos Text SemiBold"/>
              <a:buNone/>
              <a:defRPr sz="3200">
                <a:latin typeface="Golos Text SemiBold"/>
                <a:ea typeface="Golos Text SemiBold"/>
                <a:cs typeface="Golos Text SemiBold"/>
                <a:sym typeface="Golos Text SemiBold"/>
              </a:defRPr>
            </a:lvl9pPr>
          </a:lstStyle>
          <a:p>
            <a:r>
              <a:rPr lang="ja-JP" altLang="en-US" dirty="0"/>
              <a:t>マスター サブタイトルの書式設定</a:t>
            </a:r>
            <a:endParaRPr dirty="0"/>
          </a:p>
        </p:txBody>
      </p:sp>
      <p:sp>
        <p:nvSpPr>
          <p:cNvPr id="227" name="Google Shape;227;p30"/>
          <p:cNvSpPr txBox="1">
            <a:spLocks noGrp="1"/>
          </p:cNvSpPr>
          <p:nvPr>
            <p:ph type="subTitle" idx="3"/>
          </p:nvPr>
        </p:nvSpPr>
        <p:spPr>
          <a:xfrm>
            <a:off x="8040600" y="4687468"/>
            <a:ext cx="3200400" cy="1194400"/>
          </a:xfrm>
          <a:prstGeom prst="rect">
            <a:avLst/>
          </a:prstGeom>
        </p:spPr>
        <p:txBody>
          <a:bodyPr spcFirstLastPara="1" wrap="square" lIns="91425" tIns="91425" rIns="91425" bIns="91425" anchor="t" anchorCtr="0">
            <a:noAutofit/>
          </a:bodyPr>
          <a:lstStyle>
            <a:lvl1pPr lvl="0" algn="ctr" rtl="0">
              <a:lnSpc>
                <a:spcPct val="115000"/>
              </a:lnSpc>
              <a:spcBef>
                <a:spcPts val="0"/>
              </a:spcBef>
              <a:spcAft>
                <a:spcPts val="0"/>
              </a:spcAft>
              <a:buSzPts val="1400"/>
              <a:buNone/>
              <a:defRPr>
                <a:latin typeface="LINE Seed JP App_TTF Regular" panose="02020500000000000000" pitchFamily="18" charset="-128"/>
                <a:ea typeface="LINE Seed JP App_TTF Regular" panose="02020500000000000000" pitchFamily="18" charset="-128"/>
              </a:defRPr>
            </a:lvl1pPr>
            <a:lvl2pPr lvl="1" algn="ctr" rtl="0">
              <a:lnSpc>
                <a:spcPct val="115000"/>
              </a:lnSpc>
              <a:spcBef>
                <a:spcPts val="0"/>
              </a:spcBef>
              <a:spcAft>
                <a:spcPts val="0"/>
              </a:spcAft>
              <a:buSzPts val="1400"/>
              <a:buNone/>
              <a:defRPr/>
            </a:lvl2pPr>
            <a:lvl3pPr lvl="2" algn="ctr" rtl="0">
              <a:lnSpc>
                <a:spcPct val="115000"/>
              </a:lnSpc>
              <a:spcBef>
                <a:spcPts val="0"/>
              </a:spcBef>
              <a:spcAft>
                <a:spcPts val="0"/>
              </a:spcAft>
              <a:buSzPts val="1400"/>
              <a:buNone/>
              <a:defRPr/>
            </a:lvl3pPr>
            <a:lvl4pPr lvl="3" algn="ctr" rtl="0">
              <a:lnSpc>
                <a:spcPct val="115000"/>
              </a:lnSpc>
              <a:spcBef>
                <a:spcPts val="0"/>
              </a:spcBef>
              <a:spcAft>
                <a:spcPts val="0"/>
              </a:spcAft>
              <a:buSzPts val="1400"/>
              <a:buNone/>
              <a:defRPr/>
            </a:lvl4pPr>
            <a:lvl5pPr lvl="4" algn="ctr" rtl="0">
              <a:lnSpc>
                <a:spcPct val="115000"/>
              </a:lnSpc>
              <a:spcBef>
                <a:spcPts val="0"/>
              </a:spcBef>
              <a:spcAft>
                <a:spcPts val="0"/>
              </a:spcAft>
              <a:buSzPts val="1400"/>
              <a:buNone/>
              <a:defRPr/>
            </a:lvl5pPr>
            <a:lvl6pPr lvl="5" algn="ctr" rtl="0">
              <a:lnSpc>
                <a:spcPct val="115000"/>
              </a:lnSpc>
              <a:spcBef>
                <a:spcPts val="0"/>
              </a:spcBef>
              <a:spcAft>
                <a:spcPts val="0"/>
              </a:spcAft>
              <a:buSzPts val="1400"/>
              <a:buNone/>
              <a:defRPr/>
            </a:lvl6pPr>
            <a:lvl7pPr lvl="6" algn="ctr" rtl="0">
              <a:lnSpc>
                <a:spcPct val="115000"/>
              </a:lnSpc>
              <a:spcBef>
                <a:spcPts val="0"/>
              </a:spcBef>
              <a:spcAft>
                <a:spcPts val="0"/>
              </a:spcAft>
              <a:buSzPts val="1400"/>
              <a:buNone/>
              <a:defRPr/>
            </a:lvl7pPr>
            <a:lvl8pPr lvl="7" algn="ctr" rtl="0">
              <a:lnSpc>
                <a:spcPct val="115000"/>
              </a:lnSpc>
              <a:spcBef>
                <a:spcPts val="0"/>
              </a:spcBef>
              <a:spcAft>
                <a:spcPts val="0"/>
              </a:spcAft>
              <a:buSzPts val="1400"/>
              <a:buNone/>
              <a:defRPr/>
            </a:lvl8pPr>
            <a:lvl9pPr lvl="8" algn="ctr" rtl="0">
              <a:lnSpc>
                <a:spcPct val="115000"/>
              </a:lnSpc>
              <a:spcBef>
                <a:spcPts val="0"/>
              </a:spcBef>
              <a:spcAft>
                <a:spcPts val="0"/>
              </a:spcAft>
              <a:buSzPts val="1400"/>
              <a:buNone/>
              <a:defRPr/>
            </a:lvl9pPr>
          </a:lstStyle>
          <a:p>
            <a:r>
              <a:rPr lang="ja-JP" altLang="en-US" dirty="0"/>
              <a:t>マスター サブタイトルの書式設定</a:t>
            </a:r>
            <a:endParaRPr dirty="0"/>
          </a:p>
        </p:txBody>
      </p:sp>
      <p:sp>
        <p:nvSpPr>
          <p:cNvPr id="228" name="Google Shape;228;p30"/>
          <p:cNvSpPr txBox="1">
            <a:spLocks noGrp="1"/>
          </p:cNvSpPr>
          <p:nvPr>
            <p:ph type="subTitle" idx="4"/>
          </p:nvPr>
        </p:nvSpPr>
        <p:spPr>
          <a:xfrm>
            <a:off x="8040600" y="4054399"/>
            <a:ext cx="3200400" cy="697600"/>
          </a:xfrm>
          <a:prstGeom prst="rect">
            <a:avLst/>
          </a:prstGeom>
        </p:spPr>
        <p:txBody>
          <a:bodyPr spcFirstLastPara="1" wrap="square" lIns="91425" tIns="91425" rIns="91425" bIns="91425" anchor="b" anchorCtr="0">
            <a:noAutofit/>
          </a:bodyPr>
          <a:lstStyle>
            <a:lvl1pPr lvl="0" algn="ctr" rtl="0">
              <a:lnSpc>
                <a:spcPct val="100000"/>
              </a:lnSpc>
              <a:spcBef>
                <a:spcPts val="0"/>
              </a:spcBef>
              <a:spcAft>
                <a:spcPts val="0"/>
              </a:spcAft>
              <a:buSzPts val="2400"/>
              <a:buFont typeface="Golos Text SemiBold"/>
              <a:buNone/>
              <a:defRPr sz="2933">
                <a:latin typeface="LINE Seed JP App_OTF Bold" panose="02020700000000000000" pitchFamily="18" charset="-128"/>
                <a:ea typeface="LINE Seed JP App_OTF Bold" panose="02020700000000000000" pitchFamily="18" charset="-128"/>
                <a:cs typeface="LINE Seed JP App_OTF Bold" panose="02020700000000000000" pitchFamily="18" charset="-128"/>
                <a:sym typeface="Golos Text"/>
              </a:defRPr>
            </a:lvl1pPr>
            <a:lvl2pPr lvl="1" algn="ctr" rtl="0">
              <a:lnSpc>
                <a:spcPct val="115000"/>
              </a:lnSpc>
              <a:spcBef>
                <a:spcPts val="0"/>
              </a:spcBef>
              <a:spcAft>
                <a:spcPts val="0"/>
              </a:spcAft>
              <a:buSzPts val="2400"/>
              <a:buFont typeface="Golos Text SemiBold"/>
              <a:buNone/>
              <a:defRPr sz="3200">
                <a:latin typeface="Golos Text SemiBold"/>
                <a:ea typeface="Golos Text SemiBold"/>
                <a:cs typeface="Golos Text SemiBold"/>
                <a:sym typeface="Golos Text SemiBold"/>
              </a:defRPr>
            </a:lvl2pPr>
            <a:lvl3pPr lvl="2" algn="ctr" rtl="0">
              <a:lnSpc>
                <a:spcPct val="115000"/>
              </a:lnSpc>
              <a:spcBef>
                <a:spcPts val="0"/>
              </a:spcBef>
              <a:spcAft>
                <a:spcPts val="0"/>
              </a:spcAft>
              <a:buSzPts val="2400"/>
              <a:buFont typeface="Golos Text SemiBold"/>
              <a:buNone/>
              <a:defRPr sz="3200">
                <a:latin typeface="Golos Text SemiBold"/>
                <a:ea typeface="Golos Text SemiBold"/>
                <a:cs typeface="Golos Text SemiBold"/>
                <a:sym typeface="Golos Text SemiBold"/>
              </a:defRPr>
            </a:lvl3pPr>
            <a:lvl4pPr lvl="3" algn="ctr" rtl="0">
              <a:lnSpc>
                <a:spcPct val="115000"/>
              </a:lnSpc>
              <a:spcBef>
                <a:spcPts val="0"/>
              </a:spcBef>
              <a:spcAft>
                <a:spcPts val="0"/>
              </a:spcAft>
              <a:buSzPts val="2400"/>
              <a:buFont typeface="Golos Text SemiBold"/>
              <a:buNone/>
              <a:defRPr sz="3200">
                <a:latin typeface="Golos Text SemiBold"/>
                <a:ea typeface="Golos Text SemiBold"/>
                <a:cs typeface="Golos Text SemiBold"/>
                <a:sym typeface="Golos Text SemiBold"/>
              </a:defRPr>
            </a:lvl4pPr>
            <a:lvl5pPr lvl="4" algn="ctr" rtl="0">
              <a:lnSpc>
                <a:spcPct val="115000"/>
              </a:lnSpc>
              <a:spcBef>
                <a:spcPts val="0"/>
              </a:spcBef>
              <a:spcAft>
                <a:spcPts val="0"/>
              </a:spcAft>
              <a:buSzPts val="2400"/>
              <a:buFont typeface="Golos Text SemiBold"/>
              <a:buNone/>
              <a:defRPr sz="3200">
                <a:latin typeface="Golos Text SemiBold"/>
                <a:ea typeface="Golos Text SemiBold"/>
                <a:cs typeface="Golos Text SemiBold"/>
                <a:sym typeface="Golos Text SemiBold"/>
              </a:defRPr>
            </a:lvl5pPr>
            <a:lvl6pPr lvl="5" algn="ctr" rtl="0">
              <a:lnSpc>
                <a:spcPct val="115000"/>
              </a:lnSpc>
              <a:spcBef>
                <a:spcPts val="0"/>
              </a:spcBef>
              <a:spcAft>
                <a:spcPts val="0"/>
              </a:spcAft>
              <a:buSzPts val="2400"/>
              <a:buFont typeface="Golos Text SemiBold"/>
              <a:buNone/>
              <a:defRPr sz="3200">
                <a:latin typeface="Golos Text SemiBold"/>
                <a:ea typeface="Golos Text SemiBold"/>
                <a:cs typeface="Golos Text SemiBold"/>
                <a:sym typeface="Golos Text SemiBold"/>
              </a:defRPr>
            </a:lvl6pPr>
            <a:lvl7pPr lvl="6" algn="ctr" rtl="0">
              <a:lnSpc>
                <a:spcPct val="115000"/>
              </a:lnSpc>
              <a:spcBef>
                <a:spcPts val="0"/>
              </a:spcBef>
              <a:spcAft>
                <a:spcPts val="0"/>
              </a:spcAft>
              <a:buSzPts val="2400"/>
              <a:buFont typeface="Golos Text SemiBold"/>
              <a:buNone/>
              <a:defRPr sz="3200">
                <a:latin typeface="Golos Text SemiBold"/>
                <a:ea typeface="Golos Text SemiBold"/>
                <a:cs typeface="Golos Text SemiBold"/>
                <a:sym typeface="Golos Text SemiBold"/>
              </a:defRPr>
            </a:lvl7pPr>
            <a:lvl8pPr lvl="7" algn="ctr" rtl="0">
              <a:lnSpc>
                <a:spcPct val="115000"/>
              </a:lnSpc>
              <a:spcBef>
                <a:spcPts val="0"/>
              </a:spcBef>
              <a:spcAft>
                <a:spcPts val="0"/>
              </a:spcAft>
              <a:buSzPts val="2400"/>
              <a:buFont typeface="Golos Text SemiBold"/>
              <a:buNone/>
              <a:defRPr sz="3200">
                <a:latin typeface="Golos Text SemiBold"/>
                <a:ea typeface="Golos Text SemiBold"/>
                <a:cs typeface="Golos Text SemiBold"/>
                <a:sym typeface="Golos Text SemiBold"/>
              </a:defRPr>
            </a:lvl8pPr>
            <a:lvl9pPr lvl="8" algn="ctr" rtl="0">
              <a:lnSpc>
                <a:spcPct val="115000"/>
              </a:lnSpc>
              <a:spcBef>
                <a:spcPts val="0"/>
              </a:spcBef>
              <a:spcAft>
                <a:spcPts val="0"/>
              </a:spcAft>
              <a:buSzPts val="2400"/>
              <a:buFont typeface="Golos Text SemiBold"/>
              <a:buNone/>
              <a:defRPr sz="3200">
                <a:latin typeface="Golos Text SemiBold"/>
                <a:ea typeface="Golos Text SemiBold"/>
                <a:cs typeface="Golos Text SemiBold"/>
                <a:sym typeface="Golos Text SemiBold"/>
              </a:defRPr>
            </a:lvl9pPr>
          </a:lstStyle>
          <a:p>
            <a:r>
              <a:rPr lang="ja-JP" altLang="en-US" dirty="0"/>
              <a:t>マスター サブタイトルの書式設定</a:t>
            </a:r>
            <a:endParaRPr dirty="0"/>
          </a:p>
        </p:txBody>
      </p:sp>
      <p:sp>
        <p:nvSpPr>
          <p:cNvPr id="229" name="Google Shape;229;p30"/>
          <p:cNvSpPr txBox="1">
            <a:spLocks noGrp="1"/>
          </p:cNvSpPr>
          <p:nvPr>
            <p:ph type="subTitle" idx="5"/>
          </p:nvPr>
        </p:nvSpPr>
        <p:spPr>
          <a:xfrm>
            <a:off x="4495800" y="4687468"/>
            <a:ext cx="3200400" cy="1194400"/>
          </a:xfrm>
          <a:prstGeom prst="rect">
            <a:avLst/>
          </a:prstGeom>
        </p:spPr>
        <p:txBody>
          <a:bodyPr spcFirstLastPara="1" wrap="square" lIns="91425" tIns="91425" rIns="91425" bIns="91425" anchor="t" anchorCtr="0">
            <a:noAutofit/>
          </a:bodyPr>
          <a:lstStyle>
            <a:lvl1pPr lvl="0" algn="ctr" rtl="0">
              <a:lnSpc>
                <a:spcPct val="115000"/>
              </a:lnSpc>
              <a:spcBef>
                <a:spcPts val="0"/>
              </a:spcBef>
              <a:spcAft>
                <a:spcPts val="0"/>
              </a:spcAft>
              <a:buSzPts val="1400"/>
              <a:buNone/>
              <a:defRPr>
                <a:latin typeface="LINE Seed JP App_TTF Regular" panose="02020500000000000000" pitchFamily="18" charset="-128"/>
                <a:ea typeface="LINE Seed JP App_TTF Regular" panose="02020500000000000000" pitchFamily="18" charset="-128"/>
              </a:defRPr>
            </a:lvl1pPr>
            <a:lvl2pPr lvl="1" algn="ctr" rtl="0">
              <a:lnSpc>
                <a:spcPct val="115000"/>
              </a:lnSpc>
              <a:spcBef>
                <a:spcPts val="0"/>
              </a:spcBef>
              <a:spcAft>
                <a:spcPts val="0"/>
              </a:spcAft>
              <a:buSzPts val="1400"/>
              <a:buNone/>
              <a:defRPr/>
            </a:lvl2pPr>
            <a:lvl3pPr lvl="2" algn="ctr" rtl="0">
              <a:lnSpc>
                <a:spcPct val="115000"/>
              </a:lnSpc>
              <a:spcBef>
                <a:spcPts val="0"/>
              </a:spcBef>
              <a:spcAft>
                <a:spcPts val="0"/>
              </a:spcAft>
              <a:buSzPts val="1400"/>
              <a:buNone/>
              <a:defRPr/>
            </a:lvl3pPr>
            <a:lvl4pPr lvl="3" algn="ctr" rtl="0">
              <a:lnSpc>
                <a:spcPct val="115000"/>
              </a:lnSpc>
              <a:spcBef>
                <a:spcPts val="0"/>
              </a:spcBef>
              <a:spcAft>
                <a:spcPts val="0"/>
              </a:spcAft>
              <a:buSzPts val="1400"/>
              <a:buNone/>
              <a:defRPr/>
            </a:lvl4pPr>
            <a:lvl5pPr lvl="4" algn="ctr" rtl="0">
              <a:lnSpc>
                <a:spcPct val="115000"/>
              </a:lnSpc>
              <a:spcBef>
                <a:spcPts val="0"/>
              </a:spcBef>
              <a:spcAft>
                <a:spcPts val="0"/>
              </a:spcAft>
              <a:buSzPts val="1400"/>
              <a:buNone/>
              <a:defRPr/>
            </a:lvl5pPr>
            <a:lvl6pPr lvl="5" algn="ctr" rtl="0">
              <a:lnSpc>
                <a:spcPct val="115000"/>
              </a:lnSpc>
              <a:spcBef>
                <a:spcPts val="0"/>
              </a:spcBef>
              <a:spcAft>
                <a:spcPts val="0"/>
              </a:spcAft>
              <a:buSzPts val="1400"/>
              <a:buNone/>
              <a:defRPr/>
            </a:lvl6pPr>
            <a:lvl7pPr lvl="6" algn="ctr" rtl="0">
              <a:lnSpc>
                <a:spcPct val="115000"/>
              </a:lnSpc>
              <a:spcBef>
                <a:spcPts val="0"/>
              </a:spcBef>
              <a:spcAft>
                <a:spcPts val="0"/>
              </a:spcAft>
              <a:buSzPts val="1400"/>
              <a:buNone/>
              <a:defRPr/>
            </a:lvl7pPr>
            <a:lvl8pPr lvl="7" algn="ctr" rtl="0">
              <a:lnSpc>
                <a:spcPct val="115000"/>
              </a:lnSpc>
              <a:spcBef>
                <a:spcPts val="0"/>
              </a:spcBef>
              <a:spcAft>
                <a:spcPts val="0"/>
              </a:spcAft>
              <a:buSzPts val="1400"/>
              <a:buNone/>
              <a:defRPr/>
            </a:lvl8pPr>
            <a:lvl9pPr lvl="8" algn="ctr" rtl="0">
              <a:lnSpc>
                <a:spcPct val="115000"/>
              </a:lnSpc>
              <a:spcBef>
                <a:spcPts val="0"/>
              </a:spcBef>
              <a:spcAft>
                <a:spcPts val="0"/>
              </a:spcAft>
              <a:buSzPts val="1400"/>
              <a:buNone/>
              <a:defRPr/>
            </a:lvl9pPr>
          </a:lstStyle>
          <a:p>
            <a:r>
              <a:rPr lang="ja-JP" altLang="en-US" dirty="0"/>
              <a:t>マスター サブタイトルの書式設定</a:t>
            </a:r>
            <a:endParaRPr dirty="0"/>
          </a:p>
        </p:txBody>
      </p:sp>
      <p:sp>
        <p:nvSpPr>
          <p:cNvPr id="230" name="Google Shape;230;p30"/>
          <p:cNvSpPr txBox="1">
            <a:spLocks noGrp="1"/>
          </p:cNvSpPr>
          <p:nvPr>
            <p:ph type="subTitle" idx="6"/>
          </p:nvPr>
        </p:nvSpPr>
        <p:spPr>
          <a:xfrm>
            <a:off x="4495800" y="4054399"/>
            <a:ext cx="3200400" cy="697600"/>
          </a:xfrm>
          <a:prstGeom prst="rect">
            <a:avLst/>
          </a:prstGeom>
        </p:spPr>
        <p:txBody>
          <a:bodyPr spcFirstLastPara="1" wrap="square" lIns="91425" tIns="91425" rIns="91425" bIns="91425" anchor="b" anchorCtr="0">
            <a:noAutofit/>
          </a:bodyPr>
          <a:lstStyle>
            <a:lvl1pPr lvl="0" algn="ctr" rtl="0">
              <a:lnSpc>
                <a:spcPct val="100000"/>
              </a:lnSpc>
              <a:spcBef>
                <a:spcPts val="0"/>
              </a:spcBef>
              <a:spcAft>
                <a:spcPts val="0"/>
              </a:spcAft>
              <a:buSzPts val="2400"/>
              <a:buFont typeface="Golos Text SemiBold"/>
              <a:buNone/>
              <a:defRPr sz="2933">
                <a:latin typeface="LINE Seed JP App_OTF Bold" panose="02020700000000000000" pitchFamily="18" charset="-128"/>
                <a:ea typeface="LINE Seed JP App_OTF Bold" panose="02020700000000000000" pitchFamily="18" charset="-128"/>
                <a:cs typeface="LINE Seed JP App_OTF Bold" panose="02020700000000000000" pitchFamily="18" charset="-128"/>
                <a:sym typeface="Golos Text"/>
              </a:defRPr>
            </a:lvl1pPr>
            <a:lvl2pPr lvl="1" algn="ctr" rtl="0">
              <a:lnSpc>
                <a:spcPct val="115000"/>
              </a:lnSpc>
              <a:spcBef>
                <a:spcPts val="0"/>
              </a:spcBef>
              <a:spcAft>
                <a:spcPts val="0"/>
              </a:spcAft>
              <a:buSzPts val="2400"/>
              <a:buFont typeface="Golos Text SemiBold"/>
              <a:buNone/>
              <a:defRPr sz="3200">
                <a:latin typeface="Golos Text SemiBold"/>
                <a:ea typeface="Golos Text SemiBold"/>
                <a:cs typeface="Golos Text SemiBold"/>
                <a:sym typeface="Golos Text SemiBold"/>
              </a:defRPr>
            </a:lvl2pPr>
            <a:lvl3pPr lvl="2" algn="ctr" rtl="0">
              <a:lnSpc>
                <a:spcPct val="115000"/>
              </a:lnSpc>
              <a:spcBef>
                <a:spcPts val="0"/>
              </a:spcBef>
              <a:spcAft>
                <a:spcPts val="0"/>
              </a:spcAft>
              <a:buSzPts val="2400"/>
              <a:buFont typeface="Golos Text SemiBold"/>
              <a:buNone/>
              <a:defRPr sz="3200">
                <a:latin typeface="Golos Text SemiBold"/>
                <a:ea typeface="Golos Text SemiBold"/>
                <a:cs typeface="Golos Text SemiBold"/>
                <a:sym typeface="Golos Text SemiBold"/>
              </a:defRPr>
            </a:lvl3pPr>
            <a:lvl4pPr lvl="3" algn="ctr" rtl="0">
              <a:lnSpc>
                <a:spcPct val="115000"/>
              </a:lnSpc>
              <a:spcBef>
                <a:spcPts val="0"/>
              </a:spcBef>
              <a:spcAft>
                <a:spcPts val="0"/>
              </a:spcAft>
              <a:buSzPts val="2400"/>
              <a:buFont typeface="Golos Text SemiBold"/>
              <a:buNone/>
              <a:defRPr sz="3200">
                <a:latin typeface="Golos Text SemiBold"/>
                <a:ea typeface="Golos Text SemiBold"/>
                <a:cs typeface="Golos Text SemiBold"/>
                <a:sym typeface="Golos Text SemiBold"/>
              </a:defRPr>
            </a:lvl4pPr>
            <a:lvl5pPr lvl="4" algn="ctr" rtl="0">
              <a:lnSpc>
                <a:spcPct val="115000"/>
              </a:lnSpc>
              <a:spcBef>
                <a:spcPts val="0"/>
              </a:spcBef>
              <a:spcAft>
                <a:spcPts val="0"/>
              </a:spcAft>
              <a:buSzPts val="2400"/>
              <a:buFont typeface="Golos Text SemiBold"/>
              <a:buNone/>
              <a:defRPr sz="3200">
                <a:latin typeface="Golos Text SemiBold"/>
                <a:ea typeface="Golos Text SemiBold"/>
                <a:cs typeface="Golos Text SemiBold"/>
                <a:sym typeface="Golos Text SemiBold"/>
              </a:defRPr>
            </a:lvl5pPr>
            <a:lvl6pPr lvl="5" algn="ctr" rtl="0">
              <a:lnSpc>
                <a:spcPct val="115000"/>
              </a:lnSpc>
              <a:spcBef>
                <a:spcPts val="0"/>
              </a:spcBef>
              <a:spcAft>
                <a:spcPts val="0"/>
              </a:spcAft>
              <a:buSzPts val="2400"/>
              <a:buFont typeface="Golos Text SemiBold"/>
              <a:buNone/>
              <a:defRPr sz="3200">
                <a:latin typeface="Golos Text SemiBold"/>
                <a:ea typeface="Golos Text SemiBold"/>
                <a:cs typeface="Golos Text SemiBold"/>
                <a:sym typeface="Golos Text SemiBold"/>
              </a:defRPr>
            </a:lvl6pPr>
            <a:lvl7pPr lvl="6" algn="ctr" rtl="0">
              <a:lnSpc>
                <a:spcPct val="115000"/>
              </a:lnSpc>
              <a:spcBef>
                <a:spcPts val="0"/>
              </a:spcBef>
              <a:spcAft>
                <a:spcPts val="0"/>
              </a:spcAft>
              <a:buSzPts val="2400"/>
              <a:buFont typeface="Golos Text SemiBold"/>
              <a:buNone/>
              <a:defRPr sz="3200">
                <a:latin typeface="Golos Text SemiBold"/>
                <a:ea typeface="Golos Text SemiBold"/>
                <a:cs typeface="Golos Text SemiBold"/>
                <a:sym typeface="Golos Text SemiBold"/>
              </a:defRPr>
            </a:lvl7pPr>
            <a:lvl8pPr lvl="7" algn="ctr" rtl="0">
              <a:lnSpc>
                <a:spcPct val="115000"/>
              </a:lnSpc>
              <a:spcBef>
                <a:spcPts val="0"/>
              </a:spcBef>
              <a:spcAft>
                <a:spcPts val="0"/>
              </a:spcAft>
              <a:buSzPts val="2400"/>
              <a:buFont typeface="Golos Text SemiBold"/>
              <a:buNone/>
              <a:defRPr sz="3200">
                <a:latin typeface="Golos Text SemiBold"/>
                <a:ea typeface="Golos Text SemiBold"/>
                <a:cs typeface="Golos Text SemiBold"/>
                <a:sym typeface="Golos Text SemiBold"/>
              </a:defRPr>
            </a:lvl8pPr>
            <a:lvl9pPr lvl="8" algn="ctr" rtl="0">
              <a:lnSpc>
                <a:spcPct val="115000"/>
              </a:lnSpc>
              <a:spcBef>
                <a:spcPts val="0"/>
              </a:spcBef>
              <a:spcAft>
                <a:spcPts val="0"/>
              </a:spcAft>
              <a:buSzPts val="2400"/>
              <a:buFont typeface="Golos Text SemiBold"/>
              <a:buNone/>
              <a:defRPr sz="3200">
                <a:latin typeface="Golos Text SemiBold"/>
                <a:ea typeface="Golos Text SemiBold"/>
                <a:cs typeface="Golos Text SemiBold"/>
                <a:sym typeface="Golos Text SemiBold"/>
              </a:defRPr>
            </a:lvl9pPr>
          </a:lstStyle>
          <a:p>
            <a:r>
              <a:rPr lang="ja-JP" altLang="en-US" dirty="0"/>
              <a:t>マスター サブタイトルの書式設定</a:t>
            </a:r>
            <a:endParaRPr dirty="0"/>
          </a:p>
        </p:txBody>
      </p:sp>
      <p:sp>
        <p:nvSpPr>
          <p:cNvPr id="231" name="Google Shape;231;p30"/>
          <p:cNvSpPr txBox="1">
            <a:spLocks noGrp="1"/>
          </p:cNvSpPr>
          <p:nvPr>
            <p:ph type="subTitle" idx="7"/>
          </p:nvPr>
        </p:nvSpPr>
        <p:spPr>
          <a:xfrm>
            <a:off x="2723375" y="2466669"/>
            <a:ext cx="3200400" cy="1194400"/>
          </a:xfrm>
          <a:prstGeom prst="rect">
            <a:avLst/>
          </a:prstGeom>
        </p:spPr>
        <p:txBody>
          <a:bodyPr spcFirstLastPara="1" wrap="square" lIns="91425" tIns="91425" rIns="91425" bIns="91425" anchor="t" anchorCtr="0">
            <a:noAutofit/>
          </a:bodyPr>
          <a:lstStyle>
            <a:lvl1pPr lvl="0" algn="ctr" rtl="0">
              <a:lnSpc>
                <a:spcPct val="115000"/>
              </a:lnSpc>
              <a:spcBef>
                <a:spcPts val="0"/>
              </a:spcBef>
              <a:spcAft>
                <a:spcPts val="0"/>
              </a:spcAft>
              <a:buSzPts val="1400"/>
              <a:buNone/>
              <a:defRPr>
                <a:latin typeface="LINE Seed JP App_TTF Regular" panose="02020500000000000000" pitchFamily="18" charset="-128"/>
                <a:ea typeface="LINE Seed JP App_TTF Regular" panose="02020500000000000000" pitchFamily="18" charset="-128"/>
              </a:defRPr>
            </a:lvl1pPr>
            <a:lvl2pPr lvl="1" algn="ctr" rtl="0">
              <a:lnSpc>
                <a:spcPct val="115000"/>
              </a:lnSpc>
              <a:spcBef>
                <a:spcPts val="0"/>
              </a:spcBef>
              <a:spcAft>
                <a:spcPts val="0"/>
              </a:spcAft>
              <a:buSzPts val="1400"/>
              <a:buNone/>
              <a:defRPr/>
            </a:lvl2pPr>
            <a:lvl3pPr lvl="2" algn="ctr" rtl="0">
              <a:lnSpc>
                <a:spcPct val="115000"/>
              </a:lnSpc>
              <a:spcBef>
                <a:spcPts val="0"/>
              </a:spcBef>
              <a:spcAft>
                <a:spcPts val="0"/>
              </a:spcAft>
              <a:buSzPts val="1400"/>
              <a:buNone/>
              <a:defRPr/>
            </a:lvl3pPr>
            <a:lvl4pPr lvl="3" algn="ctr" rtl="0">
              <a:lnSpc>
                <a:spcPct val="115000"/>
              </a:lnSpc>
              <a:spcBef>
                <a:spcPts val="0"/>
              </a:spcBef>
              <a:spcAft>
                <a:spcPts val="0"/>
              </a:spcAft>
              <a:buSzPts val="1400"/>
              <a:buNone/>
              <a:defRPr/>
            </a:lvl4pPr>
            <a:lvl5pPr lvl="4" algn="ctr" rtl="0">
              <a:lnSpc>
                <a:spcPct val="115000"/>
              </a:lnSpc>
              <a:spcBef>
                <a:spcPts val="0"/>
              </a:spcBef>
              <a:spcAft>
                <a:spcPts val="0"/>
              </a:spcAft>
              <a:buSzPts val="1400"/>
              <a:buNone/>
              <a:defRPr/>
            </a:lvl5pPr>
            <a:lvl6pPr lvl="5" algn="ctr" rtl="0">
              <a:lnSpc>
                <a:spcPct val="115000"/>
              </a:lnSpc>
              <a:spcBef>
                <a:spcPts val="0"/>
              </a:spcBef>
              <a:spcAft>
                <a:spcPts val="0"/>
              </a:spcAft>
              <a:buSzPts val="1400"/>
              <a:buNone/>
              <a:defRPr/>
            </a:lvl6pPr>
            <a:lvl7pPr lvl="6" algn="ctr" rtl="0">
              <a:lnSpc>
                <a:spcPct val="115000"/>
              </a:lnSpc>
              <a:spcBef>
                <a:spcPts val="0"/>
              </a:spcBef>
              <a:spcAft>
                <a:spcPts val="0"/>
              </a:spcAft>
              <a:buSzPts val="1400"/>
              <a:buNone/>
              <a:defRPr/>
            </a:lvl7pPr>
            <a:lvl8pPr lvl="7" algn="ctr" rtl="0">
              <a:lnSpc>
                <a:spcPct val="115000"/>
              </a:lnSpc>
              <a:spcBef>
                <a:spcPts val="0"/>
              </a:spcBef>
              <a:spcAft>
                <a:spcPts val="0"/>
              </a:spcAft>
              <a:buSzPts val="1400"/>
              <a:buNone/>
              <a:defRPr/>
            </a:lvl8pPr>
            <a:lvl9pPr lvl="8" algn="ctr" rtl="0">
              <a:lnSpc>
                <a:spcPct val="115000"/>
              </a:lnSpc>
              <a:spcBef>
                <a:spcPts val="0"/>
              </a:spcBef>
              <a:spcAft>
                <a:spcPts val="0"/>
              </a:spcAft>
              <a:buSzPts val="1400"/>
              <a:buNone/>
              <a:defRPr/>
            </a:lvl9pPr>
          </a:lstStyle>
          <a:p>
            <a:r>
              <a:rPr lang="ja-JP" altLang="en-US" dirty="0"/>
              <a:t>マスター サブタイトルの書式設定</a:t>
            </a:r>
            <a:endParaRPr dirty="0"/>
          </a:p>
        </p:txBody>
      </p:sp>
      <p:sp>
        <p:nvSpPr>
          <p:cNvPr id="232" name="Google Shape;232;p30"/>
          <p:cNvSpPr txBox="1">
            <a:spLocks noGrp="1"/>
          </p:cNvSpPr>
          <p:nvPr>
            <p:ph type="subTitle" idx="8"/>
          </p:nvPr>
        </p:nvSpPr>
        <p:spPr>
          <a:xfrm>
            <a:off x="2723375" y="1833600"/>
            <a:ext cx="3200400" cy="697600"/>
          </a:xfrm>
          <a:prstGeom prst="rect">
            <a:avLst/>
          </a:prstGeom>
        </p:spPr>
        <p:txBody>
          <a:bodyPr spcFirstLastPara="1" wrap="square" lIns="91425" tIns="91425" rIns="91425" bIns="91425" anchor="b" anchorCtr="0">
            <a:noAutofit/>
          </a:bodyPr>
          <a:lstStyle>
            <a:lvl1pPr lvl="0" algn="ctr" rtl="0">
              <a:lnSpc>
                <a:spcPct val="100000"/>
              </a:lnSpc>
              <a:spcBef>
                <a:spcPts val="0"/>
              </a:spcBef>
              <a:spcAft>
                <a:spcPts val="0"/>
              </a:spcAft>
              <a:buSzPts val="2400"/>
              <a:buFont typeface="Golos Text SemiBold"/>
              <a:buNone/>
              <a:defRPr sz="2933">
                <a:latin typeface="LINE Seed JP App_OTF Bold" panose="02020700000000000000" pitchFamily="18" charset="-128"/>
                <a:ea typeface="LINE Seed JP App_OTF Bold" panose="02020700000000000000" pitchFamily="18" charset="-128"/>
                <a:cs typeface="LINE Seed JP App_OTF Bold" panose="02020700000000000000" pitchFamily="18" charset="-128"/>
                <a:sym typeface="Golos Text"/>
              </a:defRPr>
            </a:lvl1pPr>
            <a:lvl2pPr lvl="1" algn="ctr" rtl="0">
              <a:lnSpc>
                <a:spcPct val="115000"/>
              </a:lnSpc>
              <a:spcBef>
                <a:spcPts val="0"/>
              </a:spcBef>
              <a:spcAft>
                <a:spcPts val="0"/>
              </a:spcAft>
              <a:buSzPts val="2400"/>
              <a:buFont typeface="Golos Text SemiBold"/>
              <a:buNone/>
              <a:defRPr sz="3200">
                <a:latin typeface="Golos Text SemiBold"/>
                <a:ea typeface="Golos Text SemiBold"/>
                <a:cs typeface="Golos Text SemiBold"/>
                <a:sym typeface="Golos Text SemiBold"/>
              </a:defRPr>
            </a:lvl2pPr>
            <a:lvl3pPr lvl="2" algn="ctr" rtl="0">
              <a:lnSpc>
                <a:spcPct val="115000"/>
              </a:lnSpc>
              <a:spcBef>
                <a:spcPts val="0"/>
              </a:spcBef>
              <a:spcAft>
                <a:spcPts val="0"/>
              </a:spcAft>
              <a:buSzPts val="2400"/>
              <a:buFont typeface="Golos Text SemiBold"/>
              <a:buNone/>
              <a:defRPr sz="3200">
                <a:latin typeface="Golos Text SemiBold"/>
                <a:ea typeface="Golos Text SemiBold"/>
                <a:cs typeface="Golos Text SemiBold"/>
                <a:sym typeface="Golos Text SemiBold"/>
              </a:defRPr>
            </a:lvl3pPr>
            <a:lvl4pPr lvl="3" algn="ctr" rtl="0">
              <a:lnSpc>
                <a:spcPct val="115000"/>
              </a:lnSpc>
              <a:spcBef>
                <a:spcPts val="0"/>
              </a:spcBef>
              <a:spcAft>
                <a:spcPts val="0"/>
              </a:spcAft>
              <a:buSzPts val="2400"/>
              <a:buFont typeface="Golos Text SemiBold"/>
              <a:buNone/>
              <a:defRPr sz="3200">
                <a:latin typeface="Golos Text SemiBold"/>
                <a:ea typeface="Golos Text SemiBold"/>
                <a:cs typeface="Golos Text SemiBold"/>
                <a:sym typeface="Golos Text SemiBold"/>
              </a:defRPr>
            </a:lvl4pPr>
            <a:lvl5pPr lvl="4" algn="ctr" rtl="0">
              <a:lnSpc>
                <a:spcPct val="115000"/>
              </a:lnSpc>
              <a:spcBef>
                <a:spcPts val="0"/>
              </a:spcBef>
              <a:spcAft>
                <a:spcPts val="0"/>
              </a:spcAft>
              <a:buSzPts val="2400"/>
              <a:buFont typeface="Golos Text SemiBold"/>
              <a:buNone/>
              <a:defRPr sz="3200">
                <a:latin typeface="Golos Text SemiBold"/>
                <a:ea typeface="Golos Text SemiBold"/>
                <a:cs typeface="Golos Text SemiBold"/>
                <a:sym typeface="Golos Text SemiBold"/>
              </a:defRPr>
            </a:lvl5pPr>
            <a:lvl6pPr lvl="5" algn="ctr" rtl="0">
              <a:lnSpc>
                <a:spcPct val="115000"/>
              </a:lnSpc>
              <a:spcBef>
                <a:spcPts val="0"/>
              </a:spcBef>
              <a:spcAft>
                <a:spcPts val="0"/>
              </a:spcAft>
              <a:buSzPts val="2400"/>
              <a:buFont typeface="Golos Text SemiBold"/>
              <a:buNone/>
              <a:defRPr sz="3200">
                <a:latin typeface="Golos Text SemiBold"/>
                <a:ea typeface="Golos Text SemiBold"/>
                <a:cs typeface="Golos Text SemiBold"/>
                <a:sym typeface="Golos Text SemiBold"/>
              </a:defRPr>
            </a:lvl6pPr>
            <a:lvl7pPr lvl="6" algn="ctr" rtl="0">
              <a:lnSpc>
                <a:spcPct val="115000"/>
              </a:lnSpc>
              <a:spcBef>
                <a:spcPts val="0"/>
              </a:spcBef>
              <a:spcAft>
                <a:spcPts val="0"/>
              </a:spcAft>
              <a:buSzPts val="2400"/>
              <a:buFont typeface="Golos Text SemiBold"/>
              <a:buNone/>
              <a:defRPr sz="3200">
                <a:latin typeface="Golos Text SemiBold"/>
                <a:ea typeface="Golos Text SemiBold"/>
                <a:cs typeface="Golos Text SemiBold"/>
                <a:sym typeface="Golos Text SemiBold"/>
              </a:defRPr>
            </a:lvl7pPr>
            <a:lvl8pPr lvl="7" algn="ctr" rtl="0">
              <a:lnSpc>
                <a:spcPct val="115000"/>
              </a:lnSpc>
              <a:spcBef>
                <a:spcPts val="0"/>
              </a:spcBef>
              <a:spcAft>
                <a:spcPts val="0"/>
              </a:spcAft>
              <a:buSzPts val="2400"/>
              <a:buFont typeface="Golos Text SemiBold"/>
              <a:buNone/>
              <a:defRPr sz="3200">
                <a:latin typeface="Golos Text SemiBold"/>
                <a:ea typeface="Golos Text SemiBold"/>
                <a:cs typeface="Golos Text SemiBold"/>
                <a:sym typeface="Golos Text SemiBold"/>
              </a:defRPr>
            </a:lvl8pPr>
            <a:lvl9pPr lvl="8" algn="ctr" rtl="0">
              <a:lnSpc>
                <a:spcPct val="115000"/>
              </a:lnSpc>
              <a:spcBef>
                <a:spcPts val="0"/>
              </a:spcBef>
              <a:spcAft>
                <a:spcPts val="0"/>
              </a:spcAft>
              <a:buSzPts val="2400"/>
              <a:buFont typeface="Golos Text SemiBold"/>
              <a:buNone/>
              <a:defRPr sz="3200">
                <a:latin typeface="Golos Text SemiBold"/>
                <a:ea typeface="Golos Text SemiBold"/>
                <a:cs typeface="Golos Text SemiBold"/>
                <a:sym typeface="Golos Text SemiBold"/>
              </a:defRPr>
            </a:lvl9pPr>
          </a:lstStyle>
          <a:p>
            <a:r>
              <a:rPr lang="ja-JP" altLang="en-US" dirty="0"/>
              <a:t>マスター サブタイトルの書式設定</a:t>
            </a:r>
            <a:endParaRPr dirty="0"/>
          </a:p>
        </p:txBody>
      </p:sp>
      <p:sp>
        <p:nvSpPr>
          <p:cNvPr id="233" name="Google Shape;233;p30"/>
          <p:cNvSpPr txBox="1">
            <a:spLocks noGrp="1"/>
          </p:cNvSpPr>
          <p:nvPr>
            <p:ph type="subTitle" idx="9"/>
          </p:nvPr>
        </p:nvSpPr>
        <p:spPr>
          <a:xfrm>
            <a:off x="6268225" y="2466669"/>
            <a:ext cx="3200400" cy="1194400"/>
          </a:xfrm>
          <a:prstGeom prst="rect">
            <a:avLst/>
          </a:prstGeom>
        </p:spPr>
        <p:txBody>
          <a:bodyPr spcFirstLastPara="1" wrap="square" lIns="91425" tIns="91425" rIns="91425" bIns="91425" anchor="t" anchorCtr="0">
            <a:noAutofit/>
          </a:bodyPr>
          <a:lstStyle>
            <a:lvl1pPr lvl="0" algn="ctr" rtl="0">
              <a:lnSpc>
                <a:spcPct val="115000"/>
              </a:lnSpc>
              <a:spcBef>
                <a:spcPts val="0"/>
              </a:spcBef>
              <a:spcAft>
                <a:spcPts val="0"/>
              </a:spcAft>
              <a:buSzPts val="1400"/>
              <a:buNone/>
              <a:defRPr>
                <a:latin typeface="LINE Seed JP App_TTF Regular" panose="02020500000000000000" pitchFamily="18" charset="-128"/>
                <a:ea typeface="LINE Seed JP App_TTF Regular" panose="02020500000000000000" pitchFamily="18" charset="-128"/>
              </a:defRPr>
            </a:lvl1pPr>
            <a:lvl2pPr lvl="1" algn="ctr" rtl="0">
              <a:lnSpc>
                <a:spcPct val="115000"/>
              </a:lnSpc>
              <a:spcBef>
                <a:spcPts val="0"/>
              </a:spcBef>
              <a:spcAft>
                <a:spcPts val="0"/>
              </a:spcAft>
              <a:buSzPts val="1400"/>
              <a:buNone/>
              <a:defRPr/>
            </a:lvl2pPr>
            <a:lvl3pPr lvl="2" algn="ctr" rtl="0">
              <a:lnSpc>
                <a:spcPct val="115000"/>
              </a:lnSpc>
              <a:spcBef>
                <a:spcPts val="0"/>
              </a:spcBef>
              <a:spcAft>
                <a:spcPts val="0"/>
              </a:spcAft>
              <a:buSzPts val="1400"/>
              <a:buNone/>
              <a:defRPr/>
            </a:lvl3pPr>
            <a:lvl4pPr lvl="3" algn="ctr" rtl="0">
              <a:lnSpc>
                <a:spcPct val="115000"/>
              </a:lnSpc>
              <a:spcBef>
                <a:spcPts val="0"/>
              </a:spcBef>
              <a:spcAft>
                <a:spcPts val="0"/>
              </a:spcAft>
              <a:buSzPts val="1400"/>
              <a:buNone/>
              <a:defRPr/>
            </a:lvl4pPr>
            <a:lvl5pPr lvl="4" algn="ctr" rtl="0">
              <a:lnSpc>
                <a:spcPct val="115000"/>
              </a:lnSpc>
              <a:spcBef>
                <a:spcPts val="0"/>
              </a:spcBef>
              <a:spcAft>
                <a:spcPts val="0"/>
              </a:spcAft>
              <a:buSzPts val="1400"/>
              <a:buNone/>
              <a:defRPr/>
            </a:lvl5pPr>
            <a:lvl6pPr lvl="5" algn="ctr" rtl="0">
              <a:lnSpc>
                <a:spcPct val="115000"/>
              </a:lnSpc>
              <a:spcBef>
                <a:spcPts val="0"/>
              </a:spcBef>
              <a:spcAft>
                <a:spcPts val="0"/>
              </a:spcAft>
              <a:buSzPts val="1400"/>
              <a:buNone/>
              <a:defRPr/>
            </a:lvl6pPr>
            <a:lvl7pPr lvl="6" algn="ctr" rtl="0">
              <a:lnSpc>
                <a:spcPct val="115000"/>
              </a:lnSpc>
              <a:spcBef>
                <a:spcPts val="0"/>
              </a:spcBef>
              <a:spcAft>
                <a:spcPts val="0"/>
              </a:spcAft>
              <a:buSzPts val="1400"/>
              <a:buNone/>
              <a:defRPr/>
            </a:lvl7pPr>
            <a:lvl8pPr lvl="7" algn="ctr" rtl="0">
              <a:lnSpc>
                <a:spcPct val="115000"/>
              </a:lnSpc>
              <a:spcBef>
                <a:spcPts val="0"/>
              </a:spcBef>
              <a:spcAft>
                <a:spcPts val="0"/>
              </a:spcAft>
              <a:buSzPts val="1400"/>
              <a:buNone/>
              <a:defRPr/>
            </a:lvl8pPr>
            <a:lvl9pPr lvl="8" algn="ctr" rtl="0">
              <a:lnSpc>
                <a:spcPct val="115000"/>
              </a:lnSpc>
              <a:spcBef>
                <a:spcPts val="0"/>
              </a:spcBef>
              <a:spcAft>
                <a:spcPts val="0"/>
              </a:spcAft>
              <a:buSzPts val="1400"/>
              <a:buNone/>
              <a:defRPr/>
            </a:lvl9pPr>
          </a:lstStyle>
          <a:p>
            <a:r>
              <a:rPr lang="ja-JP" altLang="en-US" dirty="0"/>
              <a:t>マスター サブタイトルの書式設定</a:t>
            </a:r>
            <a:endParaRPr dirty="0"/>
          </a:p>
        </p:txBody>
      </p:sp>
      <p:sp>
        <p:nvSpPr>
          <p:cNvPr id="234" name="Google Shape;234;p30"/>
          <p:cNvSpPr txBox="1">
            <a:spLocks noGrp="1"/>
          </p:cNvSpPr>
          <p:nvPr>
            <p:ph type="subTitle" idx="13"/>
          </p:nvPr>
        </p:nvSpPr>
        <p:spPr>
          <a:xfrm>
            <a:off x="6268225" y="1833600"/>
            <a:ext cx="3200400" cy="697600"/>
          </a:xfrm>
          <a:prstGeom prst="rect">
            <a:avLst/>
          </a:prstGeom>
        </p:spPr>
        <p:txBody>
          <a:bodyPr spcFirstLastPara="1" wrap="square" lIns="91425" tIns="91425" rIns="91425" bIns="91425" anchor="b" anchorCtr="0">
            <a:noAutofit/>
          </a:bodyPr>
          <a:lstStyle>
            <a:lvl1pPr lvl="0" algn="ctr" rtl="0">
              <a:lnSpc>
                <a:spcPct val="100000"/>
              </a:lnSpc>
              <a:spcBef>
                <a:spcPts val="0"/>
              </a:spcBef>
              <a:spcAft>
                <a:spcPts val="0"/>
              </a:spcAft>
              <a:buSzPts val="2400"/>
              <a:buFont typeface="Golos Text SemiBold"/>
              <a:buNone/>
              <a:defRPr sz="2933">
                <a:latin typeface="LINE Seed JP App_OTF Bold" panose="02020700000000000000" pitchFamily="18" charset="-128"/>
                <a:ea typeface="LINE Seed JP App_OTF Bold" panose="02020700000000000000" pitchFamily="18" charset="-128"/>
                <a:cs typeface="LINE Seed JP App_OTF Bold" panose="02020700000000000000" pitchFamily="18" charset="-128"/>
                <a:sym typeface="Golos Text"/>
              </a:defRPr>
            </a:lvl1pPr>
            <a:lvl2pPr lvl="1" algn="ctr" rtl="0">
              <a:lnSpc>
                <a:spcPct val="115000"/>
              </a:lnSpc>
              <a:spcBef>
                <a:spcPts val="0"/>
              </a:spcBef>
              <a:spcAft>
                <a:spcPts val="0"/>
              </a:spcAft>
              <a:buSzPts val="2400"/>
              <a:buFont typeface="Golos Text SemiBold"/>
              <a:buNone/>
              <a:defRPr sz="3200">
                <a:latin typeface="Golos Text SemiBold"/>
                <a:ea typeface="Golos Text SemiBold"/>
                <a:cs typeface="Golos Text SemiBold"/>
                <a:sym typeface="Golos Text SemiBold"/>
              </a:defRPr>
            </a:lvl2pPr>
            <a:lvl3pPr lvl="2" algn="ctr" rtl="0">
              <a:lnSpc>
                <a:spcPct val="115000"/>
              </a:lnSpc>
              <a:spcBef>
                <a:spcPts val="0"/>
              </a:spcBef>
              <a:spcAft>
                <a:spcPts val="0"/>
              </a:spcAft>
              <a:buSzPts val="2400"/>
              <a:buFont typeface="Golos Text SemiBold"/>
              <a:buNone/>
              <a:defRPr sz="3200">
                <a:latin typeface="Golos Text SemiBold"/>
                <a:ea typeface="Golos Text SemiBold"/>
                <a:cs typeface="Golos Text SemiBold"/>
                <a:sym typeface="Golos Text SemiBold"/>
              </a:defRPr>
            </a:lvl3pPr>
            <a:lvl4pPr lvl="3" algn="ctr" rtl="0">
              <a:lnSpc>
                <a:spcPct val="115000"/>
              </a:lnSpc>
              <a:spcBef>
                <a:spcPts val="0"/>
              </a:spcBef>
              <a:spcAft>
                <a:spcPts val="0"/>
              </a:spcAft>
              <a:buSzPts val="2400"/>
              <a:buFont typeface="Golos Text SemiBold"/>
              <a:buNone/>
              <a:defRPr sz="3200">
                <a:latin typeface="Golos Text SemiBold"/>
                <a:ea typeface="Golos Text SemiBold"/>
                <a:cs typeface="Golos Text SemiBold"/>
                <a:sym typeface="Golos Text SemiBold"/>
              </a:defRPr>
            </a:lvl4pPr>
            <a:lvl5pPr lvl="4" algn="ctr" rtl="0">
              <a:lnSpc>
                <a:spcPct val="115000"/>
              </a:lnSpc>
              <a:spcBef>
                <a:spcPts val="0"/>
              </a:spcBef>
              <a:spcAft>
                <a:spcPts val="0"/>
              </a:spcAft>
              <a:buSzPts val="2400"/>
              <a:buFont typeface="Golos Text SemiBold"/>
              <a:buNone/>
              <a:defRPr sz="3200">
                <a:latin typeface="Golos Text SemiBold"/>
                <a:ea typeface="Golos Text SemiBold"/>
                <a:cs typeface="Golos Text SemiBold"/>
                <a:sym typeface="Golos Text SemiBold"/>
              </a:defRPr>
            </a:lvl5pPr>
            <a:lvl6pPr lvl="5" algn="ctr" rtl="0">
              <a:lnSpc>
                <a:spcPct val="115000"/>
              </a:lnSpc>
              <a:spcBef>
                <a:spcPts val="0"/>
              </a:spcBef>
              <a:spcAft>
                <a:spcPts val="0"/>
              </a:spcAft>
              <a:buSzPts val="2400"/>
              <a:buFont typeface="Golos Text SemiBold"/>
              <a:buNone/>
              <a:defRPr sz="3200">
                <a:latin typeface="Golos Text SemiBold"/>
                <a:ea typeface="Golos Text SemiBold"/>
                <a:cs typeface="Golos Text SemiBold"/>
                <a:sym typeface="Golos Text SemiBold"/>
              </a:defRPr>
            </a:lvl6pPr>
            <a:lvl7pPr lvl="6" algn="ctr" rtl="0">
              <a:lnSpc>
                <a:spcPct val="115000"/>
              </a:lnSpc>
              <a:spcBef>
                <a:spcPts val="0"/>
              </a:spcBef>
              <a:spcAft>
                <a:spcPts val="0"/>
              </a:spcAft>
              <a:buSzPts val="2400"/>
              <a:buFont typeface="Golos Text SemiBold"/>
              <a:buNone/>
              <a:defRPr sz="3200">
                <a:latin typeface="Golos Text SemiBold"/>
                <a:ea typeface="Golos Text SemiBold"/>
                <a:cs typeface="Golos Text SemiBold"/>
                <a:sym typeface="Golos Text SemiBold"/>
              </a:defRPr>
            </a:lvl7pPr>
            <a:lvl8pPr lvl="7" algn="ctr" rtl="0">
              <a:lnSpc>
                <a:spcPct val="115000"/>
              </a:lnSpc>
              <a:spcBef>
                <a:spcPts val="0"/>
              </a:spcBef>
              <a:spcAft>
                <a:spcPts val="0"/>
              </a:spcAft>
              <a:buSzPts val="2400"/>
              <a:buFont typeface="Golos Text SemiBold"/>
              <a:buNone/>
              <a:defRPr sz="3200">
                <a:latin typeface="Golos Text SemiBold"/>
                <a:ea typeface="Golos Text SemiBold"/>
                <a:cs typeface="Golos Text SemiBold"/>
                <a:sym typeface="Golos Text SemiBold"/>
              </a:defRPr>
            </a:lvl8pPr>
            <a:lvl9pPr lvl="8" algn="ctr" rtl="0">
              <a:lnSpc>
                <a:spcPct val="115000"/>
              </a:lnSpc>
              <a:spcBef>
                <a:spcPts val="0"/>
              </a:spcBef>
              <a:spcAft>
                <a:spcPts val="0"/>
              </a:spcAft>
              <a:buSzPts val="2400"/>
              <a:buFont typeface="Golos Text SemiBold"/>
              <a:buNone/>
              <a:defRPr sz="3200">
                <a:latin typeface="Golos Text SemiBold"/>
                <a:ea typeface="Golos Text SemiBold"/>
                <a:cs typeface="Golos Text SemiBold"/>
                <a:sym typeface="Golos Text SemiBold"/>
              </a:defRPr>
            </a:lvl9pPr>
          </a:lstStyle>
          <a:p>
            <a:r>
              <a:rPr lang="ja-JP" altLang="en-US" dirty="0"/>
              <a:t>マスター サブタイトルの書式設定</a:t>
            </a:r>
            <a:endParaRPr dirty="0"/>
          </a:p>
        </p:txBody>
      </p:sp>
      <p:sp>
        <p:nvSpPr>
          <p:cNvPr id="235" name="Google Shape;235;p30"/>
          <p:cNvSpPr/>
          <p:nvPr/>
        </p:nvSpPr>
        <p:spPr>
          <a:xfrm>
            <a:off x="0" y="6501367"/>
            <a:ext cx="11240800" cy="356800"/>
          </a:xfrm>
          <a:prstGeom prst="rect">
            <a:avLst/>
          </a:prstGeom>
          <a:solidFill>
            <a:schemeClr val="dk2"/>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grpSp>
        <p:nvGrpSpPr>
          <p:cNvPr id="236" name="Google Shape;236;p30"/>
          <p:cNvGrpSpPr/>
          <p:nvPr/>
        </p:nvGrpSpPr>
        <p:grpSpPr>
          <a:xfrm flipH="1">
            <a:off x="378400" y="-5466"/>
            <a:ext cx="11435200" cy="6863500"/>
            <a:chOff x="283800" y="-4100"/>
            <a:chExt cx="8576400" cy="5147625"/>
          </a:xfrm>
        </p:grpSpPr>
        <p:cxnSp>
          <p:nvCxnSpPr>
            <p:cNvPr id="237" name="Google Shape;237;p30"/>
            <p:cNvCxnSpPr/>
            <p:nvPr/>
          </p:nvCxnSpPr>
          <p:spPr>
            <a:xfrm>
              <a:off x="8860200" y="2571925"/>
              <a:ext cx="0" cy="2571600"/>
            </a:xfrm>
            <a:prstGeom prst="straightConnector1">
              <a:avLst/>
            </a:prstGeom>
            <a:noFill/>
            <a:ln w="9525" cap="flat" cmpd="sng">
              <a:solidFill>
                <a:schemeClr val="dk1"/>
              </a:solidFill>
              <a:prstDash val="solid"/>
              <a:round/>
              <a:headEnd type="none" w="med" len="med"/>
              <a:tailEnd type="none" w="med" len="med"/>
            </a:ln>
          </p:spPr>
        </p:cxnSp>
        <p:cxnSp>
          <p:nvCxnSpPr>
            <p:cNvPr id="238" name="Google Shape;238;p30"/>
            <p:cNvCxnSpPr/>
            <p:nvPr/>
          </p:nvCxnSpPr>
          <p:spPr>
            <a:xfrm>
              <a:off x="283800" y="-4100"/>
              <a:ext cx="0" cy="2575800"/>
            </a:xfrm>
            <a:prstGeom prst="straightConnector1">
              <a:avLst/>
            </a:prstGeom>
            <a:noFill/>
            <a:ln w="9525" cap="flat" cmpd="sng">
              <a:solidFill>
                <a:schemeClr val="dk1"/>
              </a:solidFill>
              <a:prstDash val="solid"/>
              <a:round/>
              <a:headEnd type="none" w="med" len="med"/>
              <a:tailEnd type="none" w="med" len="med"/>
            </a:ln>
          </p:spPr>
        </p:cxnSp>
      </p:grpSp>
    </p:spTree>
    <p:extLst>
      <p:ext uri="{BB962C8B-B14F-4D97-AF65-F5344CB8AC3E}">
        <p14:creationId xmlns:p14="http://schemas.microsoft.com/office/powerpoint/2010/main" val="2212348940"/>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matchingName="Title and six columns">
  <p:cSld name="Title and six columns">
    <p:spTree>
      <p:nvGrpSpPr>
        <p:cNvPr id="1" name="Shape 239"/>
        <p:cNvGrpSpPr/>
        <p:nvPr/>
      </p:nvGrpSpPr>
      <p:grpSpPr>
        <a:xfrm>
          <a:off x="0" y="0"/>
          <a:ext cx="0" cy="0"/>
          <a:chOff x="0" y="0"/>
          <a:chExt cx="0" cy="0"/>
        </a:xfrm>
      </p:grpSpPr>
      <p:sp>
        <p:nvSpPr>
          <p:cNvPr id="240" name="Google Shape;240;p31"/>
          <p:cNvSpPr txBox="1">
            <a:spLocks noGrp="1"/>
          </p:cNvSpPr>
          <p:nvPr>
            <p:ph type="title"/>
          </p:nvPr>
        </p:nvSpPr>
        <p:spPr>
          <a:xfrm>
            <a:off x="950967" y="627533"/>
            <a:ext cx="10290000" cy="733200"/>
          </a:xfrm>
          <a:prstGeom prst="rect">
            <a:avLst/>
          </a:prstGeom>
        </p:spPr>
        <p:txBody>
          <a:bodyPr spcFirstLastPara="1" wrap="square" lIns="91425" tIns="91425" rIns="91425" bIns="91425" anchor="t" anchorCtr="0">
            <a:noAutofit/>
          </a:bodyPr>
          <a:lstStyle>
            <a:lvl1pPr lvl="0" rtl="0">
              <a:spcBef>
                <a:spcPts val="0"/>
              </a:spcBef>
              <a:spcAft>
                <a:spcPts val="0"/>
              </a:spcAft>
              <a:buSzPts val="3100"/>
              <a:buNone/>
              <a:defRPr>
                <a:latin typeface="LINE Seed JP App_OTF Bold" panose="02020700000000000000" pitchFamily="18" charset="-128"/>
                <a:ea typeface="LINE Seed JP App_OTF Bold" panose="02020700000000000000" pitchFamily="18" charset="-128"/>
              </a:defRPr>
            </a:lvl1pPr>
            <a:lvl2pPr lvl="1" rtl="0">
              <a:spcBef>
                <a:spcPts val="0"/>
              </a:spcBef>
              <a:spcAft>
                <a:spcPts val="0"/>
              </a:spcAft>
              <a:buSzPts val="3100"/>
              <a:buNone/>
              <a:defRPr/>
            </a:lvl2pPr>
            <a:lvl3pPr lvl="2" rtl="0">
              <a:spcBef>
                <a:spcPts val="0"/>
              </a:spcBef>
              <a:spcAft>
                <a:spcPts val="0"/>
              </a:spcAft>
              <a:buSzPts val="3100"/>
              <a:buNone/>
              <a:defRPr/>
            </a:lvl3pPr>
            <a:lvl4pPr lvl="3" rtl="0">
              <a:spcBef>
                <a:spcPts val="0"/>
              </a:spcBef>
              <a:spcAft>
                <a:spcPts val="0"/>
              </a:spcAft>
              <a:buSzPts val="3100"/>
              <a:buNone/>
              <a:defRPr/>
            </a:lvl4pPr>
            <a:lvl5pPr lvl="4" rtl="0">
              <a:spcBef>
                <a:spcPts val="0"/>
              </a:spcBef>
              <a:spcAft>
                <a:spcPts val="0"/>
              </a:spcAft>
              <a:buSzPts val="3100"/>
              <a:buNone/>
              <a:defRPr/>
            </a:lvl5pPr>
            <a:lvl6pPr lvl="5" rtl="0">
              <a:spcBef>
                <a:spcPts val="0"/>
              </a:spcBef>
              <a:spcAft>
                <a:spcPts val="0"/>
              </a:spcAft>
              <a:buSzPts val="3100"/>
              <a:buNone/>
              <a:defRPr/>
            </a:lvl6pPr>
            <a:lvl7pPr lvl="6" rtl="0">
              <a:spcBef>
                <a:spcPts val="0"/>
              </a:spcBef>
              <a:spcAft>
                <a:spcPts val="0"/>
              </a:spcAft>
              <a:buSzPts val="3100"/>
              <a:buNone/>
              <a:defRPr/>
            </a:lvl7pPr>
            <a:lvl8pPr lvl="7" rtl="0">
              <a:spcBef>
                <a:spcPts val="0"/>
              </a:spcBef>
              <a:spcAft>
                <a:spcPts val="0"/>
              </a:spcAft>
              <a:buSzPts val="3100"/>
              <a:buNone/>
              <a:defRPr/>
            </a:lvl8pPr>
            <a:lvl9pPr lvl="8" rtl="0">
              <a:spcBef>
                <a:spcPts val="0"/>
              </a:spcBef>
              <a:spcAft>
                <a:spcPts val="0"/>
              </a:spcAft>
              <a:buSzPts val="3100"/>
              <a:buNone/>
              <a:defRPr/>
            </a:lvl9pPr>
          </a:lstStyle>
          <a:p>
            <a:r>
              <a:rPr lang="ja-JP" altLang="en-US" dirty="0"/>
              <a:t>マスター タイトルの書式設定</a:t>
            </a:r>
            <a:endParaRPr dirty="0"/>
          </a:p>
        </p:txBody>
      </p:sp>
      <p:sp>
        <p:nvSpPr>
          <p:cNvPr id="241" name="Google Shape;241;p31"/>
          <p:cNvSpPr txBox="1">
            <a:spLocks noGrp="1"/>
          </p:cNvSpPr>
          <p:nvPr>
            <p:ph type="subTitle" idx="1"/>
          </p:nvPr>
        </p:nvSpPr>
        <p:spPr>
          <a:xfrm>
            <a:off x="950992" y="4687468"/>
            <a:ext cx="3200400" cy="1194400"/>
          </a:xfrm>
          <a:prstGeom prst="rect">
            <a:avLst/>
          </a:prstGeom>
        </p:spPr>
        <p:txBody>
          <a:bodyPr spcFirstLastPara="1" wrap="square" lIns="91425" tIns="91425" rIns="91425" bIns="91425" anchor="t" anchorCtr="0">
            <a:noAutofit/>
          </a:bodyPr>
          <a:lstStyle>
            <a:lvl1pPr lvl="0" algn="ctr" rtl="0">
              <a:lnSpc>
                <a:spcPct val="115000"/>
              </a:lnSpc>
              <a:spcBef>
                <a:spcPts val="0"/>
              </a:spcBef>
              <a:spcAft>
                <a:spcPts val="0"/>
              </a:spcAft>
              <a:buSzPts val="1400"/>
              <a:buNone/>
              <a:defRPr>
                <a:latin typeface="LINE Seed JP App_TTF Regular" panose="02020500000000000000" pitchFamily="18" charset="-128"/>
                <a:ea typeface="LINE Seed JP App_TTF Regular" panose="02020500000000000000" pitchFamily="18" charset="-128"/>
              </a:defRPr>
            </a:lvl1pPr>
            <a:lvl2pPr lvl="1" algn="ctr" rtl="0">
              <a:lnSpc>
                <a:spcPct val="115000"/>
              </a:lnSpc>
              <a:spcBef>
                <a:spcPts val="0"/>
              </a:spcBef>
              <a:spcAft>
                <a:spcPts val="0"/>
              </a:spcAft>
              <a:buSzPts val="1400"/>
              <a:buNone/>
              <a:defRPr/>
            </a:lvl2pPr>
            <a:lvl3pPr lvl="2" algn="ctr" rtl="0">
              <a:lnSpc>
                <a:spcPct val="115000"/>
              </a:lnSpc>
              <a:spcBef>
                <a:spcPts val="0"/>
              </a:spcBef>
              <a:spcAft>
                <a:spcPts val="0"/>
              </a:spcAft>
              <a:buSzPts val="1400"/>
              <a:buNone/>
              <a:defRPr/>
            </a:lvl3pPr>
            <a:lvl4pPr lvl="3" algn="ctr" rtl="0">
              <a:lnSpc>
                <a:spcPct val="115000"/>
              </a:lnSpc>
              <a:spcBef>
                <a:spcPts val="0"/>
              </a:spcBef>
              <a:spcAft>
                <a:spcPts val="0"/>
              </a:spcAft>
              <a:buSzPts val="1400"/>
              <a:buNone/>
              <a:defRPr/>
            </a:lvl4pPr>
            <a:lvl5pPr lvl="4" algn="ctr" rtl="0">
              <a:lnSpc>
                <a:spcPct val="115000"/>
              </a:lnSpc>
              <a:spcBef>
                <a:spcPts val="0"/>
              </a:spcBef>
              <a:spcAft>
                <a:spcPts val="0"/>
              </a:spcAft>
              <a:buSzPts val="1400"/>
              <a:buNone/>
              <a:defRPr/>
            </a:lvl5pPr>
            <a:lvl6pPr lvl="5" algn="ctr" rtl="0">
              <a:lnSpc>
                <a:spcPct val="115000"/>
              </a:lnSpc>
              <a:spcBef>
                <a:spcPts val="0"/>
              </a:spcBef>
              <a:spcAft>
                <a:spcPts val="0"/>
              </a:spcAft>
              <a:buSzPts val="1400"/>
              <a:buNone/>
              <a:defRPr/>
            </a:lvl6pPr>
            <a:lvl7pPr lvl="6" algn="ctr" rtl="0">
              <a:lnSpc>
                <a:spcPct val="115000"/>
              </a:lnSpc>
              <a:spcBef>
                <a:spcPts val="0"/>
              </a:spcBef>
              <a:spcAft>
                <a:spcPts val="0"/>
              </a:spcAft>
              <a:buSzPts val="1400"/>
              <a:buNone/>
              <a:defRPr/>
            </a:lvl7pPr>
            <a:lvl8pPr lvl="7" algn="ctr" rtl="0">
              <a:lnSpc>
                <a:spcPct val="115000"/>
              </a:lnSpc>
              <a:spcBef>
                <a:spcPts val="0"/>
              </a:spcBef>
              <a:spcAft>
                <a:spcPts val="0"/>
              </a:spcAft>
              <a:buSzPts val="1400"/>
              <a:buNone/>
              <a:defRPr/>
            </a:lvl8pPr>
            <a:lvl9pPr lvl="8" algn="ctr" rtl="0">
              <a:lnSpc>
                <a:spcPct val="115000"/>
              </a:lnSpc>
              <a:spcBef>
                <a:spcPts val="0"/>
              </a:spcBef>
              <a:spcAft>
                <a:spcPts val="0"/>
              </a:spcAft>
              <a:buSzPts val="1400"/>
              <a:buNone/>
              <a:defRPr/>
            </a:lvl9pPr>
          </a:lstStyle>
          <a:p>
            <a:r>
              <a:rPr lang="ja-JP" altLang="en-US" dirty="0"/>
              <a:t>マスター サブタイトルの書式設定</a:t>
            </a:r>
            <a:endParaRPr dirty="0"/>
          </a:p>
        </p:txBody>
      </p:sp>
      <p:sp>
        <p:nvSpPr>
          <p:cNvPr id="242" name="Google Shape;242;p31"/>
          <p:cNvSpPr txBox="1">
            <a:spLocks noGrp="1"/>
          </p:cNvSpPr>
          <p:nvPr>
            <p:ph type="subTitle" idx="2"/>
          </p:nvPr>
        </p:nvSpPr>
        <p:spPr>
          <a:xfrm>
            <a:off x="950992" y="4054399"/>
            <a:ext cx="3200400" cy="697600"/>
          </a:xfrm>
          <a:prstGeom prst="rect">
            <a:avLst/>
          </a:prstGeom>
        </p:spPr>
        <p:txBody>
          <a:bodyPr spcFirstLastPara="1" wrap="square" lIns="91425" tIns="91425" rIns="91425" bIns="91425" anchor="b" anchorCtr="0">
            <a:noAutofit/>
          </a:bodyPr>
          <a:lstStyle>
            <a:lvl1pPr lvl="0" algn="ctr" rtl="0">
              <a:lnSpc>
                <a:spcPct val="100000"/>
              </a:lnSpc>
              <a:spcBef>
                <a:spcPts val="0"/>
              </a:spcBef>
              <a:spcAft>
                <a:spcPts val="0"/>
              </a:spcAft>
              <a:buSzPts val="2400"/>
              <a:buFont typeface="Golos Text SemiBold"/>
              <a:buNone/>
              <a:defRPr sz="2933">
                <a:latin typeface="LINE Seed JP App_OTF Bold" panose="02020700000000000000" pitchFamily="18" charset="-128"/>
                <a:ea typeface="LINE Seed JP App_OTF Bold" panose="02020700000000000000" pitchFamily="18" charset="-128"/>
                <a:cs typeface="LINE Seed JP App_OTF Bold" panose="02020700000000000000" pitchFamily="18" charset="-128"/>
                <a:sym typeface="Golos Text"/>
              </a:defRPr>
            </a:lvl1pPr>
            <a:lvl2pPr lvl="1" algn="ctr" rtl="0">
              <a:lnSpc>
                <a:spcPct val="115000"/>
              </a:lnSpc>
              <a:spcBef>
                <a:spcPts val="0"/>
              </a:spcBef>
              <a:spcAft>
                <a:spcPts val="0"/>
              </a:spcAft>
              <a:buSzPts val="2400"/>
              <a:buFont typeface="Golos Text SemiBold"/>
              <a:buNone/>
              <a:defRPr sz="3200">
                <a:latin typeface="Golos Text SemiBold"/>
                <a:ea typeface="Golos Text SemiBold"/>
                <a:cs typeface="Golos Text SemiBold"/>
                <a:sym typeface="Golos Text SemiBold"/>
              </a:defRPr>
            </a:lvl2pPr>
            <a:lvl3pPr lvl="2" algn="ctr" rtl="0">
              <a:lnSpc>
                <a:spcPct val="115000"/>
              </a:lnSpc>
              <a:spcBef>
                <a:spcPts val="0"/>
              </a:spcBef>
              <a:spcAft>
                <a:spcPts val="0"/>
              </a:spcAft>
              <a:buSzPts val="2400"/>
              <a:buFont typeface="Golos Text SemiBold"/>
              <a:buNone/>
              <a:defRPr sz="3200">
                <a:latin typeface="Golos Text SemiBold"/>
                <a:ea typeface="Golos Text SemiBold"/>
                <a:cs typeface="Golos Text SemiBold"/>
                <a:sym typeface="Golos Text SemiBold"/>
              </a:defRPr>
            </a:lvl3pPr>
            <a:lvl4pPr lvl="3" algn="ctr" rtl="0">
              <a:lnSpc>
                <a:spcPct val="115000"/>
              </a:lnSpc>
              <a:spcBef>
                <a:spcPts val="0"/>
              </a:spcBef>
              <a:spcAft>
                <a:spcPts val="0"/>
              </a:spcAft>
              <a:buSzPts val="2400"/>
              <a:buFont typeface="Golos Text SemiBold"/>
              <a:buNone/>
              <a:defRPr sz="3200">
                <a:latin typeface="Golos Text SemiBold"/>
                <a:ea typeface="Golos Text SemiBold"/>
                <a:cs typeface="Golos Text SemiBold"/>
                <a:sym typeface="Golos Text SemiBold"/>
              </a:defRPr>
            </a:lvl4pPr>
            <a:lvl5pPr lvl="4" algn="ctr" rtl="0">
              <a:lnSpc>
                <a:spcPct val="115000"/>
              </a:lnSpc>
              <a:spcBef>
                <a:spcPts val="0"/>
              </a:spcBef>
              <a:spcAft>
                <a:spcPts val="0"/>
              </a:spcAft>
              <a:buSzPts val="2400"/>
              <a:buFont typeface="Golos Text SemiBold"/>
              <a:buNone/>
              <a:defRPr sz="3200">
                <a:latin typeface="Golos Text SemiBold"/>
                <a:ea typeface="Golos Text SemiBold"/>
                <a:cs typeface="Golos Text SemiBold"/>
                <a:sym typeface="Golos Text SemiBold"/>
              </a:defRPr>
            </a:lvl5pPr>
            <a:lvl6pPr lvl="5" algn="ctr" rtl="0">
              <a:lnSpc>
                <a:spcPct val="115000"/>
              </a:lnSpc>
              <a:spcBef>
                <a:spcPts val="0"/>
              </a:spcBef>
              <a:spcAft>
                <a:spcPts val="0"/>
              </a:spcAft>
              <a:buSzPts val="2400"/>
              <a:buFont typeface="Golos Text SemiBold"/>
              <a:buNone/>
              <a:defRPr sz="3200">
                <a:latin typeface="Golos Text SemiBold"/>
                <a:ea typeface="Golos Text SemiBold"/>
                <a:cs typeface="Golos Text SemiBold"/>
                <a:sym typeface="Golos Text SemiBold"/>
              </a:defRPr>
            </a:lvl6pPr>
            <a:lvl7pPr lvl="6" algn="ctr" rtl="0">
              <a:lnSpc>
                <a:spcPct val="115000"/>
              </a:lnSpc>
              <a:spcBef>
                <a:spcPts val="0"/>
              </a:spcBef>
              <a:spcAft>
                <a:spcPts val="0"/>
              </a:spcAft>
              <a:buSzPts val="2400"/>
              <a:buFont typeface="Golos Text SemiBold"/>
              <a:buNone/>
              <a:defRPr sz="3200">
                <a:latin typeface="Golos Text SemiBold"/>
                <a:ea typeface="Golos Text SemiBold"/>
                <a:cs typeface="Golos Text SemiBold"/>
                <a:sym typeface="Golos Text SemiBold"/>
              </a:defRPr>
            </a:lvl7pPr>
            <a:lvl8pPr lvl="7" algn="ctr" rtl="0">
              <a:lnSpc>
                <a:spcPct val="115000"/>
              </a:lnSpc>
              <a:spcBef>
                <a:spcPts val="0"/>
              </a:spcBef>
              <a:spcAft>
                <a:spcPts val="0"/>
              </a:spcAft>
              <a:buSzPts val="2400"/>
              <a:buFont typeface="Golos Text SemiBold"/>
              <a:buNone/>
              <a:defRPr sz="3200">
                <a:latin typeface="Golos Text SemiBold"/>
                <a:ea typeface="Golos Text SemiBold"/>
                <a:cs typeface="Golos Text SemiBold"/>
                <a:sym typeface="Golos Text SemiBold"/>
              </a:defRPr>
            </a:lvl8pPr>
            <a:lvl9pPr lvl="8" algn="ctr" rtl="0">
              <a:lnSpc>
                <a:spcPct val="115000"/>
              </a:lnSpc>
              <a:spcBef>
                <a:spcPts val="0"/>
              </a:spcBef>
              <a:spcAft>
                <a:spcPts val="0"/>
              </a:spcAft>
              <a:buSzPts val="2400"/>
              <a:buFont typeface="Golos Text SemiBold"/>
              <a:buNone/>
              <a:defRPr sz="3200">
                <a:latin typeface="Golos Text SemiBold"/>
                <a:ea typeface="Golos Text SemiBold"/>
                <a:cs typeface="Golos Text SemiBold"/>
                <a:sym typeface="Golos Text SemiBold"/>
              </a:defRPr>
            </a:lvl9pPr>
          </a:lstStyle>
          <a:p>
            <a:r>
              <a:rPr lang="ja-JP" altLang="en-US" dirty="0"/>
              <a:t>マスター サブタイトルの書式設定</a:t>
            </a:r>
            <a:endParaRPr dirty="0"/>
          </a:p>
        </p:txBody>
      </p:sp>
      <p:sp>
        <p:nvSpPr>
          <p:cNvPr id="243" name="Google Shape;243;p31"/>
          <p:cNvSpPr txBox="1">
            <a:spLocks noGrp="1"/>
          </p:cNvSpPr>
          <p:nvPr>
            <p:ph type="subTitle" idx="3"/>
          </p:nvPr>
        </p:nvSpPr>
        <p:spPr>
          <a:xfrm>
            <a:off x="8040608" y="4687468"/>
            <a:ext cx="3200400" cy="1194400"/>
          </a:xfrm>
          <a:prstGeom prst="rect">
            <a:avLst/>
          </a:prstGeom>
        </p:spPr>
        <p:txBody>
          <a:bodyPr spcFirstLastPara="1" wrap="square" lIns="91425" tIns="91425" rIns="91425" bIns="91425" anchor="t" anchorCtr="0">
            <a:noAutofit/>
          </a:bodyPr>
          <a:lstStyle>
            <a:lvl1pPr lvl="0" algn="ctr" rtl="0">
              <a:lnSpc>
                <a:spcPct val="115000"/>
              </a:lnSpc>
              <a:spcBef>
                <a:spcPts val="0"/>
              </a:spcBef>
              <a:spcAft>
                <a:spcPts val="0"/>
              </a:spcAft>
              <a:buSzPts val="1400"/>
              <a:buNone/>
              <a:defRPr>
                <a:latin typeface="LINE Seed JP App_TTF Regular" panose="02020500000000000000" pitchFamily="18" charset="-128"/>
                <a:ea typeface="LINE Seed JP App_TTF Regular" panose="02020500000000000000" pitchFamily="18" charset="-128"/>
              </a:defRPr>
            </a:lvl1pPr>
            <a:lvl2pPr lvl="1" algn="ctr" rtl="0">
              <a:lnSpc>
                <a:spcPct val="115000"/>
              </a:lnSpc>
              <a:spcBef>
                <a:spcPts val="0"/>
              </a:spcBef>
              <a:spcAft>
                <a:spcPts val="0"/>
              </a:spcAft>
              <a:buSzPts val="1400"/>
              <a:buNone/>
              <a:defRPr/>
            </a:lvl2pPr>
            <a:lvl3pPr lvl="2" algn="ctr" rtl="0">
              <a:lnSpc>
                <a:spcPct val="115000"/>
              </a:lnSpc>
              <a:spcBef>
                <a:spcPts val="0"/>
              </a:spcBef>
              <a:spcAft>
                <a:spcPts val="0"/>
              </a:spcAft>
              <a:buSzPts val="1400"/>
              <a:buNone/>
              <a:defRPr/>
            </a:lvl3pPr>
            <a:lvl4pPr lvl="3" algn="ctr" rtl="0">
              <a:lnSpc>
                <a:spcPct val="115000"/>
              </a:lnSpc>
              <a:spcBef>
                <a:spcPts val="0"/>
              </a:spcBef>
              <a:spcAft>
                <a:spcPts val="0"/>
              </a:spcAft>
              <a:buSzPts val="1400"/>
              <a:buNone/>
              <a:defRPr/>
            </a:lvl4pPr>
            <a:lvl5pPr lvl="4" algn="ctr" rtl="0">
              <a:lnSpc>
                <a:spcPct val="115000"/>
              </a:lnSpc>
              <a:spcBef>
                <a:spcPts val="0"/>
              </a:spcBef>
              <a:spcAft>
                <a:spcPts val="0"/>
              </a:spcAft>
              <a:buSzPts val="1400"/>
              <a:buNone/>
              <a:defRPr/>
            </a:lvl5pPr>
            <a:lvl6pPr lvl="5" algn="ctr" rtl="0">
              <a:lnSpc>
                <a:spcPct val="115000"/>
              </a:lnSpc>
              <a:spcBef>
                <a:spcPts val="0"/>
              </a:spcBef>
              <a:spcAft>
                <a:spcPts val="0"/>
              </a:spcAft>
              <a:buSzPts val="1400"/>
              <a:buNone/>
              <a:defRPr/>
            </a:lvl6pPr>
            <a:lvl7pPr lvl="6" algn="ctr" rtl="0">
              <a:lnSpc>
                <a:spcPct val="115000"/>
              </a:lnSpc>
              <a:spcBef>
                <a:spcPts val="0"/>
              </a:spcBef>
              <a:spcAft>
                <a:spcPts val="0"/>
              </a:spcAft>
              <a:buSzPts val="1400"/>
              <a:buNone/>
              <a:defRPr/>
            </a:lvl7pPr>
            <a:lvl8pPr lvl="7" algn="ctr" rtl="0">
              <a:lnSpc>
                <a:spcPct val="115000"/>
              </a:lnSpc>
              <a:spcBef>
                <a:spcPts val="0"/>
              </a:spcBef>
              <a:spcAft>
                <a:spcPts val="0"/>
              </a:spcAft>
              <a:buSzPts val="1400"/>
              <a:buNone/>
              <a:defRPr/>
            </a:lvl8pPr>
            <a:lvl9pPr lvl="8" algn="ctr" rtl="0">
              <a:lnSpc>
                <a:spcPct val="115000"/>
              </a:lnSpc>
              <a:spcBef>
                <a:spcPts val="0"/>
              </a:spcBef>
              <a:spcAft>
                <a:spcPts val="0"/>
              </a:spcAft>
              <a:buSzPts val="1400"/>
              <a:buNone/>
              <a:defRPr/>
            </a:lvl9pPr>
          </a:lstStyle>
          <a:p>
            <a:r>
              <a:rPr lang="ja-JP" altLang="en-US" dirty="0"/>
              <a:t>マスター サブタイトルの書式設定</a:t>
            </a:r>
            <a:endParaRPr dirty="0"/>
          </a:p>
        </p:txBody>
      </p:sp>
      <p:sp>
        <p:nvSpPr>
          <p:cNvPr id="244" name="Google Shape;244;p31"/>
          <p:cNvSpPr txBox="1">
            <a:spLocks noGrp="1"/>
          </p:cNvSpPr>
          <p:nvPr>
            <p:ph type="subTitle" idx="4"/>
          </p:nvPr>
        </p:nvSpPr>
        <p:spPr>
          <a:xfrm>
            <a:off x="8040608" y="4054399"/>
            <a:ext cx="3200400" cy="697600"/>
          </a:xfrm>
          <a:prstGeom prst="rect">
            <a:avLst/>
          </a:prstGeom>
        </p:spPr>
        <p:txBody>
          <a:bodyPr spcFirstLastPara="1" wrap="square" lIns="91425" tIns="91425" rIns="91425" bIns="91425" anchor="b" anchorCtr="0">
            <a:noAutofit/>
          </a:bodyPr>
          <a:lstStyle>
            <a:lvl1pPr lvl="0" algn="ctr" rtl="0">
              <a:lnSpc>
                <a:spcPct val="100000"/>
              </a:lnSpc>
              <a:spcBef>
                <a:spcPts val="0"/>
              </a:spcBef>
              <a:spcAft>
                <a:spcPts val="0"/>
              </a:spcAft>
              <a:buSzPts val="2400"/>
              <a:buFont typeface="Golos Text SemiBold"/>
              <a:buNone/>
              <a:defRPr sz="2933">
                <a:latin typeface="LINE Seed JP App_OTF Bold" panose="02020700000000000000" pitchFamily="18" charset="-128"/>
                <a:ea typeface="LINE Seed JP App_OTF Bold" panose="02020700000000000000" pitchFamily="18" charset="-128"/>
                <a:cs typeface="LINE Seed JP App_OTF Bold" panose="02020700000000000000" pitchFamily="18" charset="-128"/>
                <a:sym typeface="Golos Text"/>
              </a:defRPr>
            </a:lvl1pPr>
            <a:lvl2pPr lvl="1" algn="ctr" rtl="0">
              <a:lnSpc>
                <a:spcPct val="115000"/>
              </a:lnSpc>
              <a:spcBef>
                <a:spcPts val="0"/>
              </a:spcBef>
              <a:spcAft>
                <a:spcPts val="0"/>
              </a:spcAft>
              <a:buSzPts val="2400"/>
              <a:buFont typeface="Golos Text SemiBold"/>
              <a:buNone/>
              <a:defRPr sz="3200">
                <a:latin typeface="Golos Text SemiBold"/>
                <a:ea typeface="Golos Text SemiBold"/>
                <a:cs typeface="Golos Text SemiBold"/>
                <a:sym typeface="Golos Text SemiBold"/>
              </a:defRPr>
            </a:lvl2pPr>
            <a:lvl3pPr lvl="2" algn="ctr" rtl="0">
              <a:lnSpc>
                <a:spcPct val="115000"/>
              </a:lnSpc>
              <a:spcBef>
                <a:spcPts val="0"/>
              </a:spcBef>
              <a:spcAft>
                <a:spcPts val="0"/>
              </a:spcAft>
              <a:buSzPts val="2400"/>
              <a:buFont typeface="Golos Text SemiBold"/>
              <a:buNone/>
              <a:defRPr sz="3200">
                <a:latin typeface="Golos Text SemiBold"/>
                <a:ea typeface="Golos Text SemiBold"/>
                <a:cs typeface="Golos Text SemiBold"/>
                <a:sym typeface="Golos Text SemiBold"/>
              </a:defRPr>
            </a:lvl3pPr>
            <a:lvl4pPr lvl="3" algn="ctr" rtl="0">
              <a:lnSpc>
                <a:spcPct val="115000"/>
              </a:lnSpc>
              <a:spcBef>
                <a:spcPts val="0"/>
              </a:spcBef>
              <a:spcAft>
                <a:spcPts val="0"/>
              </a:spcAft>
              <a:buSzPts val="2400"/>
              <a:buFont typeface="Golos Text SemiBold"/>
              <a:buNone/>
              <a:defRPr sz="3200">
                <a:latin typeface="Golos Text SemiBold"/>
                <a:ea typeface="Golos Text SemiBold"/>
                <a:cs typeface="Golos Text SemiBold"/>
                <a:sym typeface="Golos Text SemiBold"/>
              </a:defRPr>
            </a:lvl4pPr>
            <a:lvl5pPr lvl="4" algn="ctr" rtl="0">
              <a:lnSpc>
                <a:spcPct val="115000"/>
              </a:lnSpc>
              <a:spcBef>
                <a:spcPts val="0"/>
              </a:spcBef>
              <a:spcAft>
                <a:spcPts val="0"/>
              </a:spcAft>
              <a:buSzPts val="2400"/>
              <a:buFont typeface="Golos Text SemiBold"/>
              <a:buNone/>
              <a:defRPr sz="3200">
                <a:latin typeface="Golos Text SemiBold"/>
                <a:ea typeface="Golos Text SemiBold"/>
                <a:cs typeface="Golos Text SemiBold"/>
                <a:sym typeface="Golos Text SemiBold"/>
              </a:defRPr>
            </a:lvl5pPr>
            <a:lvl6pPr lvl="5" algn="ctr" rtl="0">
              <a:lnSpc>
                <a:spcPct val="115000"/>
              </a:lnSpc>
              <a:spcBef>
                <a:spcPts val="0"/>
              </a:spcBef>
              <a:spcAft>
                <a:spcPts val="0"/>
              </a:spcAft>
              <a:buSzPts val="2400"/>
              <a:buFont typeface="Golos Text SemiBold"/>
              <a:buNone/>
              <a:defRPr sz="3200">
                <a:latin typeface="Golos Text SemiBold"/>
                <a:ea typeface="Golos Text SemiBold"/>
                <a:cs typeface="Golos Text SemiBold"/>
                <a:sym typeface="Golos Text SemiBold"/>
              </a:defRPr>
            </a:lvl6pPr>
            <a:lvl7pPr lvl="6" algn="ctr" rtl="0">
              <a:lnSpc>
                <a:spcPct val="115000"/>
              </a:lnSpc>
              <a:spcBef>
                <a:spcPts val="0"/>
              </a:spcBef>
              <a:spcAft>
                <a:spcPts val="0"/>
              </a:spcAft>
              <a:buSzPts val="2400"/>
              <a:buFont typeface="Golos Text SemiBold"/>
              <a:buNone/>
              <a:defRPr sz="3200">
                <a:latin typeface="Golos Text SemiBold"/>
                <a:ea typeface="Golos Text SemiBold"/>
                <a:cs typeface="Golos Text SemiBold"/>
                <a:sym typeface="Golos Text SemiBold"/>
              </a:defRPr>
            </a:lvl7pPr>
            <a:lvl8pPr lvl="7" algn="ctr" rtl="0">
              <a:lnSpc>
                <a:spcPct val="115000"/>
              </a:lnSpc>
              <a:spcBef>
                <a:spcPts val="0"/>
              </a:spcBef>
              <a:spcAft>
                <a:spcPts val="0"/>
              </a:spcAft>
              <a:buSzPts val="2400"/>
              <a:buFont typeface="Golos Text SemiBold"/>
              <a:buNone/>
              <a:defRPr sz="3200">
                <a:latin typeface="Golos Text SemiBold"/>
                <a:ea typeface="Golos Text SemiBold"/>
                <a:cs typeface="Golos Text SemiBold"/>
                <a:sym typeface="Golos Text SemiBold"/>
              </a:defRPr>
            </a:lvl8pPr>
            <a:lvl9pPr lvl="8" algn="ctr" rtl="0">
              <a:lnSpc>
                <a:spcPct val="115000"/>
              </a:lnSpc>
              <a:spcBef>
                <a:spcPts val="0"/>
              </a:spcBef>
              <a:spcAft>
                <a:spcPts val="0"/>
              </a:spcAft>
              <a:buSzPts val="2400"/>
              <a:buFont typeface="Golos Text SemiBold"/>
              <a:buNone/>
              <a:defRPr sz="3200">
                <a:latin typeface="Golos Text SemiBold"/>
                <a:ea typeface="Golos Text SemiBold"/>
                <a:cs typeface="Golos Text SemiBold"/>
                <a:sym typeface="Golos Text SemiBold"/>
              </a:defRPr>
            </a:lvl9pPr>
          </a:lstStyle>
          <a:p>
            <a:r>
              <a:rPr lang="ja-JP" altLang="en-US" dirty="0"/>
              <a:t>マスター サブタイトルの書式設定</a:t>
            </a:r>
            <a:endParaRPr dirty="0"/>
          </a:p>
        </p:txBody>
      </p:sp>
      <p:sp>
        <p:nvSpPr>
          <p:cNvPr id="245" name="Google Shape;245;p31"/>
          <p:cNvSpPr txBox="1">
            <a:spLocks noGrp="1"/>
          </p:cNvSpPr>
          <p:nvPr>
            <p:ph type="subTitle" idx="5"/>
          </p:nvPr>
        </p:nvSpPr>
        <p:spPr>
          <a:xfrm>
            <a:off x="4495800" y="4687468"/>
            <a:ext cx="3200400" cy="1194400"/>
          </a:xfrm>
          <a:prstGeom prst="rect">
            <a:avLst/>
          </a:prstGeom>
        </p:spPr>
        <p:txBody>
          <a:bodyPr spcFirstLastPara="1" wrap="square" lIns="91425" tIns="91425" rIns="91425" bIns="91425" anchor="t" anchorCtr="0">
            <a:noAutofit/>
          </a:bodyPr>
          <a:lstStyle>
            <a:lvl1pPr lvl="0" algn="ctr" rtl="0">
              <a:lnSpc>
                <a:spcPct val="115000"/>
              </a:lnSpc>
              <a:spcBef>
                <a:spcPts val="0"/>
              </a:spcBef>
              <a:spcAft>
                <a:spcPts val="0"/>
              </a:spcAft>
              <a:buSzPts val="1400"/>
              <a:buNone/>
              <a:defRPr>
                <a:latin typeface="LINE Seed JP App_TTF Regular" panose="02020500000000000000" pitchFamily="18" charset="-128"/>
                <a:ea typeface="LINE Seed JP App_TTF Regular" panose="02020500000000000000" pitchFamily="18" charset="-128"/>
              </a:defRPr>
            </a:lvl1pPr>
            <a:lvl2pPr lvl="1" algn="ctr" rtl="0">
              <a:lnSpc>
                <a:spcPct val="115000"/>
              </a:lnSpc>
              <a:spcBef>
                <a:spcPts val="0"/>
              </a:spcBef>
              <a:spcAft>
                <a:spcPts val="0"/>
              </a:spcAft>
              <a:buSzPts val="1400"/>
              <a:buNone/>
              <a:defRPr/>
            </a:lvl2pPr>
            <a:lvl3pPr lvl="2" algn="ctr" rtl="0">
              <a:lnSpc>
                <a:spcPct val="115000"/>
              </a:lnSpc>
              <a:spcBef>
                <a:spcPts val="0"/>
              </a:spcBef>
              <a:spcAft>
                <a:spcPts val="0"/>
              </a:spcAft>
              <a:buSzPts val="1400"/>
              <a:buNone/>
              <a:defRPr/>
            </a:lvl3pPr>
            <a:lvl4pPr lvl="3" algn="ctr" rtl="0">
              <a:lnSpc>
                <a:spcPct val="115000"/>
              </a:lnSpc>
              <a:spcBef>
                <a:spcPts val="0"/>
              </a:spcBef>
              <a:spcAft>
                <a:spcPts val="0"/>
              </a:spcAft>
              <a:buSzPts val="1400"/>
              <a:buNone/>
              <a:defRPr/>
            </a:lvl4pPr>
            <a:lvl5pPr lvl="4" algn="ctr" rtl="0">
              <a:lnSpc>
                <a:spcPct val="115000"/>
              </a:lnSpc>
              <a:spcBef>
                <a:spcPts val="0"/>
              </a:spcBef>
              <a:spcAft>
                <a:spcPts val="0"/>
              </a:spcAft>
              <a:buSzPts val="1400"/>
              <a:buNone/>
              <a:defRPr/>
            </a:lvl5pPr>
            <a:lvl6pPr lvl="5" algn="ctr" rtl="0">
              <a:lnSpc>
                <a:spcPct val="115000"/>
              </a:lnSpc>
              <a:spcBef>
                <a:spcPts val="0"/>
              </a:spcBef>
              <a:spcAft>
                <a:spcPts val="0"/>
              </a:spcAft>
              <a:buSzPts val="1400"/>
              <a:buNone/>
              <a:defRPr/>
            </a:lvl6pPr>
            <a:lvl7pPr lvl="6" algn="ctr" rtl="0">
              <a:lnSpc>
                <a:spcPct val="115000"/>
              </a:lnSpc>
              <a:spcBef>
                <a:spcPts val="0"/>
              </a:spcBef>
              <a:spcAft>
                <a:spcPts val="0"/>
              </a:spcAft>
              <a:buSzPts val="1400"/>
              <a:buNone/>
              <a:defRPr/>
            </a:lvl7pPr>
            <a:lvl8pPr lvl="7" algn="ctr" rtl="0">
              <a:lnSpc>
                <a:spcPct val="115000"/>
              </a:lnSpc>
              <a:spcBef>
                <a:spcPts val="0"/>
              </a:spcBef>
              <a:spcAft>
                <a:spcPts val="0"/>
              </a:spcAft>
              <a:buSzPts val="1400"/>
              <a:buNone/>
              <a:defRPr/>
            </a:lvl8pPr>
            <a:lvl9pPr lvl="8" algn="ctr" rtl="0">
              <a:lnSpc>
                <a:spcPct val="115000"/>
              </a:lnSpc>
              <a:spcBef>
                <a:spcPts val="0"/>
              </a:spcBef>
              <a:spcAft>
                <a:spcPts val="0"/>
              </a:spcAft>
              <a:buSzPts val="1400"/>
              <a:buNone/>
              <a:defRPr/>
            </a:lvl9pPr>
          </a:lstStyle>
          <a:p>
            <a:r>
              <a:rPr lang="ja-JP" altLang="en-US" dirty="0"/>
              <a:t>マスター サブタイトルの書式設定</a:t>
            </a:r>
            <a:endParaRPr dirty="0"/>
          </a:p>
        </p:txBody>
      </p:sp>
      <p:sp>
        <p:nvSpPr>
          <p:cNvPr id="246" name="Google Shape;246;p31"/>
          <p:cNvSpPr txBox="1">
            <a:spLocks noGrp="1"/>
          </p:cNvSpPr>
          <p:nvPr>
            <p:ph type="subTitle" idx="6"/>
          </p:nvPr>
        </p:nvSpPr>
        <p:spPr>
          <a:xfrm>
            <a:off x="4495800" y="4054399"/>
            <a:ext cx="3200400" cy="697600"/>
          </a:xfrm>
          <a:prstGeom prst="rect">
            <a:avLst/>
          </a:prstGeom>
        </p:spPr>
        <p:txBody>
          <a:bodyPr spcFirstLastPara="1" wrap="square" lIns="91425" tIns="91425" rIns="91425" bIns="91425" anchor="b" anchorCtr="0">
            <a:noAutofit/>
          </a:bodyPr>
          <a:lstStyle>
            <a:lvl1pPr lvl="0" algn="ctr" rtl="0">
              <a:lnSpc>
                <a:spcPct val="100000"/>
              </a:lnSpc>
              <a:spcBef>
                <a:spcPts val="0"/>
              </a:spcBef>
              <a:spcAft>
                <a:spcPts val="0"/>
              </a:spcAft>
              <a:buSzPts val="2400"/>
              <a:buFont typeface="Golos Text SemiBold"/>
              <a:buNone/>
              <a:defRPr sz="2933">
                <a:latin typeface="LINE Seed JP App_OTF Bold" panose="02020700000000000000" pitchFamily="18" charset="-128"/>
                <a:ea typeface="LINE Seed JP App_OTF Bold" panose="02020700000000000000" pitchFamily="18" charset="-128"/>
                <a:cs typeface="LINE Seed JP App_OTF Bold" panose="02020700000000000000" pitchFamily="18" charset="-128"/>
                <a:sym typeface="Golos Text"/>
              </a:defRPr>
            </a:lvl1pPr>
            <a:lvl2pPr lvl="1" algn="ctr" rtl="0">
              <a:lnSpc>
                <a:spcPct val="115000"/>
              </a:lnSpc>
              <a:spcBef>
                <a:spcPts val="0"/>
              </a:spcBef>
              <a:spcAft>
                <a:spcPts val="0"/>
              </a:spcAft>
              <a:buSzPts val="2400"/>
              <a:buFont typeface="Golos Text SemiBold"/>
              <a:buNone/>
              <a:defRPr sz="3200">
                <a:latin typeface="Golos Text SemiBold"/>
                <a:ea typeface="Golos Text SemiBold"/>
                <a:cs typeface="Golos Text SemiBold"/>
                <a:sym typeface="Golos Text SemiBold"/>
              </a:defRPr>
            </a:lvl2pPr>
            <a:lvl3pPr lvl="2" algn="ctr" rtl="0">
              <a:lnSpc>
                <a:spcPct val="115000"/>
              </a:lnSpc>
              <a:spcBef>
                <a:spcPts val="0"/>
              </a:spcBef>
              <a:spcAft>
                <a:spcPts val="0"/>
              </a:spcAft>
              <a:buSzPts val="2400"/>
              <a:buFont typeface="Golos Text SemiBold"/>
              <a:buNone/>
              <a:defRPr sz="3200">
                <a:latin typeface="Golos Text SemiBold"/>
                <a:ea typeface="Golos Text SemiBold"/>
                <a:cs typeface="Golos Text SemiBold"/>
                <a:sym typeface="Golos Text SemiBold"/>
              </a:defRPr>
            </a:lvl3pPr>
            <a:lvl4pPr lvl="3" algn="ctr" rtl="0">
              <a:lnSpc>
                <a:spcPct val="115000"/>
              </a:lnSpc>
              <a:spcBef>
                <a:spcPts val="0"/>
              </a:spcBef>
              <a:spcAft>
                <a:spcPts val="0"/>
              </a:spcAft>
              <a:buSzPts val="2400"/>
              <a:buFont typeface="Golos Text SemiBold"/>
              <a:buNone/>
              <a:defRPr sz="3200">
                <a:latin typeface="Golos Text SemiBold"/>
                <a:ea typeface="Golos Text SemiBold"/>
                <a:cs typeface="Golos Text SemiBold"/>
                <a:sym typeface="Golos Text SemiBold"/>
              </a:defRPr>
            </a:lvl4pPr>
            <a:lvl5pPr lvl="4" algn="ctr" rtl="0">
              <a:lnSpc>
                <a:spcPct val="115000"/>
              </a:lnSpc>
              <a:spcBef>
                <a:spcPts val="0"/>
              </a:spcBef>
              <a:spcAft>
                <a:spcPts val="0"/>
              </a:spcAft>
              <a:buSzPts val="2400"/>
              <a:buFont typeface="Golos Text SemiBold"/>
              <a:buNone/>
              <a:defRPr sz="3200">
                <a:latin typeface="Golos Text SemiBold"/>
                <a:ea typeface="Golos Text SemiBold"/>
                <a:cs typeface="Golos Text SemiBold"/>
                <a:sym typeface="Golos Text SemiBold"/>
              </a:defRPr>
            </a:lvl5pPr>
            <a:lvl6pPr lvl="5" algn="ctr" rtl="0">
              <a:lnSpc>
                <a:spcPct val="115000"/>
              </a:lnSpc>
              <a:spcBef>
                <a:spcPts val="0"/>
              </a:spcBef>
              <a:spcAft>
                <a:spcPts val="0"/>
              </a:spcAft>
              <a:buSzPts val="2400"/>
              <a:buFont typeface="Golos Text SemiBold"/>
              <a:buNone/>
              <a:defRPr sz="3200">
                <a:latin typeface="Golos Text SemiBold"/>
                <a:ea typeface="Golos Text SemiBold"/>
                <a:cs typeface="Golos Text SemiBold"/>
                <a:sym typeface="Golos Text SemiBold"/>
              </a:defRPr>
            </a:lvl6pPr>
            <a:lvl7pPr lvl="6" algn="ctr" rtl="0">
              <a:lnSpc>
                <a:spcPct val="115000"/>
              </a:lnSpc>
              <a:spcBef>
                <a:spcPts val="0"/>
              </a:spcBef>
              <a:spcAft>
                <a:spcPts val="0"/>
              </a:spcAft>
              <a:buSzPts val="2400"/>
              <a:buFont typeface="Golos Text SemiBold"/>
              <a:buNone/>
              <a:defRPr sz="3200">
                <a:latin typeface="Golos Text SemiBold"/>
                <a:ea typeface="Golos Text SemiBold"/>
                <a:cs typeface="Golos Text SemiBold"/>
                <a:sym typeface="Golos Text SemiBold"/>
              </a:defRPr>
            </a:lvl7pPr>
            <a:lvl8pPr lvl="7" algn="ctr" rtl="0">
              <a:lnSpc>
                <a:spcPct val="115000"/>
              </a:lnSpc>
              <a:spcBef>
                <a:spcPts val="0"/>
              </a:spcBef>
              <a:spcAft>
                <a:spcPts val="0"/>
              </a:spcAft>
              <a:buSzPts val="2400"/>
              <a:buFont typeface="Golos Text SemiBold"/>
              <a:buNone/>
              <a:defRPr sz="3200">
                <a:latin typeface="Golos Text SemiBold"/>
                <a:ea typeface="Golos Text SemiBold"/>
                <a:cs typeface="Golos Text SemiBold"/>
                <a:sym typeface="Golos Text SemiBold"/>
              </a:defRPr>
            </a:lvl8pPr>
            <a:lvl9pPr lvl="8" algn="ctr" rtl="0">
              <a:lnSpc>
                <a:spcPct val="115000"/>
              </a:lnSpc>
              <a:spcBef>
                <a:spcPts val="0"/>
              </a:spcBef>
              <a:spcAft>
                <a:spcPts val="0"/>
              </a:spcAft>
              <a:buSzPts val="2400"/>
              <a:buFont typeface="Golos Text SemiBold"/>
              <a:buNone/>
              <a:defRPr sz="3200">
                <a:latin typeface="Golos Text SemiBold"/>
                <a:ea typeface="Golos Text SemiBold"/>
                <a:cs typeface="Golos Text SemiBold"/>
                <a:sym typeface="Golos Text SemiBold"/>
              </a:defRPr>
            </a:lvl9pPr>
          </a:lstStyle>
          <a:p>
            <a:r>
              <a:rPr lang="ja-JP" altLang="en-US" dirty="0"/>
              <a:t>マスター サブタイトルの書式設定</a:t>
            </a:r>
            <a:endParaRPr dirty="0"/>
          </a:p>
        </p:txBody>
      </p:sp>
      <p:sp>
        <p:nvSpPr>
          <p:cNvPr id="247" name="Google Shape;247;p31"/>
          <p:cNvSpPr txBox="1">
            <a:spLocks noGrp="1"/>
          </p:cNvSpPr>
          <p:nvPr>
            <p:ph type="subTitle" idx="7"/>
          </p:nvPr>
        </p:nvSpPr>
        <p:spPr>
          <a:xfrm>
            <a:off x="950992" y="2466669"/>
            <a:ext cx="3200400" cy="1194400"/>
          </a:xfrm>
          <a:prstGeom prst="rect">
            <a:avLst/>
          </a:prstGeom>
        </p:spPr>
        <p:txBody>
          <a:bodyPr spcFirstLastPara="1" wrap="square" lIns="91425" tIns="91425" rIns="91425" bIns="91425" anchor="t" anchorCtr="0">
            <a:noAutofit/>
          </a:bodyPr>
          <a:lstStyle>
            <a:lvl1pPr lvl="0" algn="ctr" rtl="0">
              <a:lnSpc>
                <a:spcPct val="115000"/>
              </a:lnSpc>
              <a:spcBef>
                <a:spcPts val="0"/>
              </a:spcBef>
              <a:spcAft>
                <a:spcPts val="0"/>
              </a:spcAft>
              <a:buSzPts val="1400"/>
              <a:buNone/>
              <a:defRPr>
                <a:latin typeface="LINE Seed JP App_TTF Regular" panose="02020500000000000000" pitchFamily="18" charset="-128"/>
                <a:ea typeface="LINE Seed JP App_TTF Regular" panose="02020500000000000000" pitchFamily="18" charset="-128"/>
              </a:defRPr>
            </a:lvl1pPr>
            <a:lvl2pPr lvl="1" algn="ctr" rtl="0">
              <a:lnSpc>
                <a:spcPct val="115000"/>
              </a:lnSpc>
              <a:spcBef>
                <a:spcPts val="0"/>
              </a:spcBef>
              <a:spcAft>
                <a:spcPts val="0"/>
              </a:spcAft>
              <a:buSzPts val="1400"/>
              <a:buNone/>
              <a:defRPr/>
            </a:lvl2pPr>
            <a:lvl3pPr lvl="2" algn="ctr" rtl="0">
              <a:lnSpc>
                <a:spcPct val="115000"/>
              </a:lnSpc>
              <a:spcBef>
                <a:spcPts val="0"/>
              </a:spcBef>
              <a:spcAft>
                <a:spcPts val="0"/>
              </a:spcAft>
              <a:buSzPts val="1400"/>
              <a:buNone/>
              <a:defRPr/>
            </a:lvl3pPr>
            <a:lvl4pPr lvl="3" algn="ctr" rtl="0">
              <a:lnSpc>
                <a:spcPct val="115000"/>
              </a:lnSpc>
              <a:spcBef>
                <a:spcPts val="0"/>
              </a:spcBef>
              <a:spcAft>
                <a:spcPts val="0"/>
              </a:spcAft>
              <a:buSzPts val="1400"/>
              <a:buNone/>
              <a:defRPr/>
            </a:lvl4pPr>
            <a:lvl5pPr lvl="4" algn="ctr" rtl="0">
              <a:lnSpc>
                <a:spcPct val="115000"/>
              </a:lnSpc>
              <a:spcBef>
                <a:spcPts val="0"/>
              </a:spcBef>
              <a:spcAft>
                <a:spcPts val="0"/>
              </a:spcAft>
              <a:buSzPts val="1400"/>
              <a:buNone/>
              <a:defRPr/>
            </a:lvl5pPr>
            <a:lvl6pPr lvl="5" algn="ctr" rtl="0">
              <a:lnSpc>
                <a:spcPct val="115000"/>
              </a:lnSpc>
              <a:spcBef>
                <a:spcPts val="0"/>
              </a:spcBef>
              <a:spcAft>
                <a:spcPts val="0"/>
              </a:spcAft>
              <a:buSzPts val="1400"/>
              <a:buNone/>
              <a:defRPr/>
            </a:lvl6pPr>
            <a:lvl7pPr lvl="6" algn="ctr" rtl="0">
              <a:lnSpc>
                <a:spcPct val="115000"/>
              </a:lnSpc>
              <a:spcBef>
                <a:spcPts val="0"/>
              </a:spcBef>
              <a:spcAft>
                <a:spcPts val="0"/>
              </a:spcAft>
              <a:buSzPts val="1400"/>
              <a:buNone/>
              <a:defRPr/>
            </a:lvl7pPr>
            <a:lvl8pPr lvl="7" algn="ctr" rtl="0">
              <a:lnSpc>
                <a:spcPct val="115000"/>
              </a:lnSpc>
              <a:spcBef>
                <a:spcPts val="0"/>
              </a:spcBef>
              <a:spcAft>
                <a:spcPts val="0"/>
              </a:spcAft>
              <a:buSzPts val="1400"/>
              <a:buNone/>
              <a:defRPr/>
            </a:lvl8pPr>
            <a:lvl9pPr lvl="8" algn="ctr" rtl="0">
              <a:lnSpc>
                <a:spcPct val="115000"/>
              </a:lnSpc>
              <a:spcBef>
                <a:spcPts val="0"/>
              </a:spcBef>
              <a:spcAft>
                <a:spcPts val="0"/>
              </a:spcAft>
              <a:buSzPts val="1400"/>
              <a:buNone/>
              <a:defRPr/>
            </a:lvl9pPr>
          </a:lstStyle>
          <a:p>
            <a:r>
              <a:rPr lang="ja-JP" altLang="en-US" dirty="0"/>
              <a:t>マスター サブタイトルの書式設定</a:t>
            </a:r>
            <a:endParaRPr dirty="0"/>
          </a:p>
        </p:txBody>
      </p:sp>
      <p:sp>
        <p:nvSpPr>
          <p:cNvPr id="248" name="Google Shape;248;p31"/>
          <p:cNvSpPr txBox="1">
            <a:spLocks noGrp="1"/>
          </p:cNvSpPr>
          <p:nvPr>
            <p:ph type="subTitle" idx="8"/>
          </p:nvPr>
        </p:nvSpPr>
        <p:spPr>
          <a:xfrm>
            <a:off x="950992" y="1833600"/>
            <a:ext cx="3200400" cy="697600"/>
          </a:xfrm>
          <a:prstGeom prst="rect">
            <a:avLst/>
          </a:prstGeom>
        </p:spPr>
        <p:txBody>
          <a:bodyPr spcFirstLastPara="1" wrap="square" lIns="91425" tIns="91425" rIns="91425" bIns="91425" anchor="b" anchorCtr="0">
            <a:noAutofit/>
          </a:bodyPr>
          <a:lstStyle>
            <a:lvl1pPr lvl="0" algn="ctr" rtl="0">
              <a:lnSpc>
                <a:spcPct val="100000"/>
              </a:lnSpc>
              <a:spcBef>
                <a:spcPts val="0"/>
              </a:spcBef>
              <a:spcAft>
                <a:spcPts val="0"/>
              </a:spcAft>
              <a:buSzPts val="2400"/>
              <a:buFont typeface="Golos Text SemiBold"/>
              <a:buNone/>
              <a:defRPr sz="2933">
                <a:latin typeface="LINE Seed JP App_OTF Bold" panose="02020700000000000000" pitchFamily="18" charset="-128"/>
                <a:ea typeface="LINE Seed JP App_OTF Bold" panose="02020700000000000000" pitchFamily="18" charset="-128"/>
                <a:cs typeface="LINE Seed JP App_OTF Bold" panose="02020700000000000000" pitchFamily="18" charset="-128"/>
                <a:sym typeface="Golos Text"/>
              </a:defRPr>
            </a:lvl1pPr>
            <a:lvl2pPr lvl="1" algn="ctr" rtl="0">
              <a:lnSpc>
                <a:spcPct val="115000"/>
              </a:lnSpc>
              <a:spcBef>
                <a:spcPts val="0"/>
              </a:spcBef>
              <a:spcAft>
                <a:spcPts val="0"/>
              </a:spcAft>
              <a:buSzPts val="2400"/>
              <a:buFont typeface="Golos Text SemiBold"/>
              <a:buNone/>
              <a:defRPr sz="3200">
                <a:latin typeface="Golos Text SemiBold"/>
                <a:ea typeface="Golos Text SemiBold"/>
                <a:cs typeface="Golos Text SemiBold"/>
                <a:sym typeface="Golos Text SemiBold"/>
              </a:defRPr>
            </a:lvl2pPr>
            <a:lvl3pPr lvl="2" algn="ctr" rtl="0">
              <a:lnSpc>
                <a:spcPct val="115000"/>
              </a:lnSpc>
              <a:spcBef>
                <a:spcPts val="0"/>
              </a:spcBef>
              <a:spcAft>
                <a:spcPts val="0"/>
              </a:spcAft>
              <a:buSzPts val="2400"/>
              <a:buFont typeface="Golos Text SemiBold"/>
              <a:buNone/>
              <a:defRPr sz="3200">
                <a:latin typeface="Golos Text SemiBold"/>
                <a:ea typeface="Golos Text SemiBold"/>
                <a:cs typeface="Golos Text SemiBold"/>
                <a:sym typeface="Golos Text SemiBold"/>
              </a:defRPr>
            </a:lvl3pPr>
            <a:lvl4pPr lvl="3" algn="ctr" rtl="0">
              <a:lnSpc>
                <a:spcPct val="115000"/>
              </a:lnSpc>
              <a:spcBef>
                <a:spcPts val="0"/>
              </a:spcBef>
              <a:spcAft>
                <a:spcPts val="0"/>
              </a:spcAft>
              <a:buSzPts val="2400"/>
              <a:buFont typeface="Golos Text SemiBold"/>
              <a:buNone/>
              <a:defRPr sz="3200">
                <a:latin typeface="Golos Text SemiBold"/>
                <a:ea typeface="Golos Text SemiBold"/>
                <a:cs typeface="Golos Text SemiBold"/>
                <a:sym typeface="Golos Text SemiBold"/>
              </a:defRPr>
            </a:lvl4pPr>
            <a:lvl5pPr lvl="4" algn="ctr" rtl="0">
              <a:lnSpc>
                <a:spcPct val="115000"/>
              </a:lnSpc>
              <a:spcBef>
                <a:spcPts val="0"/>
              </a:spcBef>
              <a:spcAft>
                <a:spcPts val="0"/>
              </a:spcAft>
              <a:buSzPts val="2400"/>
              <a:buFont typeface="Golos Text SemiBold"/>
              <a:buNone/>
              <a:defRPr sz="3200">
                <a:latin typeface="Golos Text SemiBold"/>
                <a:ea typeface="Golos Text SemiBold"/>
                <a:cs typeface="Golos Text SemiBold"/>
                <a:sym typeface="Golos Text SemiBold"/>
              </a:defRPr>
            </a:lvl5pPr>
            <a:lvl6pPr lvl="5" algn="ctr" rtl="0">
              <a:lnSpc>
                <a:spcPct val="115000"/>
              </a:lnSpc>
              <a:spcBef>
                <a:spcPts val="0"/>
              </a:spcBef>
              <a:spcAft>
                <a:spcPts val="0"/>
              </a:spcAft>
              <a:buSzPts val="2400"/>
              <a:buFont typeface="Golos Text SemiBold"/>
              <a:buNone/>
              <a:defRPr sz="3200">
                <a:latin typeface="Golos Text SemiBold"/>
                <a:ea typeface="Golos Text SemiBold"/>
                <a:cs typeface="Golos Text SemiBold"/>
                <a:sym typeface="Golos Text SemiBold"/>
              </a:defRPr>
            </a:lvl6pPr>
            <a:lvl7pPr lvl="6" algn="ctr" rtl="0">
              <a:lnSpc>
                <a:spcPct val="115000"/>
              </a:lnSpc>
              <a:spcBef>
                <a:spcPts val="0"/>
              </a:spcBef>
              <a:spcAft>
                <a:spcPts val="0"/>
              </a:spcAft>
              <a:buSzPts val="2400"/>
              <a:buFont typeface="Golos Text SemiBold"/>
              <a:buNone/>
              <a:defRPr sz="3200">
                <a:latin typeface="Golos Text SemiBold"/>
                <a:ea typeface="Golos Text SemiBold"/>
                <a:cs typeface="Golos Text SemiBold"/>
                <a:sym typeface="Golos Text SemiBold"/>
              </a:defRPr>
            </a:lvl7pPr>
            <a:lvl8pPr lvl="7" algn="ctr" rtl="0">
              <a:lnSpc>
                <a:spcPct val="115000"/>
              </a:lnSpc>
              <a:spcBef>
                <a:spcPts val="0"/>
              </a:spcBef>
              <a:spcAft>
                <a:spcPts val="0"/>
              </a:spcAft>
              <a:buSzPts val="2400"/>
              <a:buFont typeface="Golos Text SemiBold"/>
              <a:buNone/>
              <a:defRPr sz="3200">
                <a:latin typeface="Golos Text SemiBold"/>
                <a:ea typeface="Golos Text SemiBold"/>
                <a:cs typeface="Golos Text SemiBold"/>
                <a:sym typeface="Golos Text SemiBold"/>
              </a:defRPr>
            </a:lvl8pPr>
            <a:lvl9pPr lvl="8" algn="ctr" rtl="0">
              <a:lnSpc>
                <a:spcPct val="115000"/>
              </a:lnSpc>
              <a:spcBef>
                <a:spcPts val="0"/>
              </a:spcBef>
              <a:spcAft>
                <a:spcPts val="0"/>
              </a:spcAft>
              <a:buSzPts val="2400"/>
              <a:buFont typeface="Golos Text SemiBold"/>
              <a:buNone/>
              <a:defRPr sz="3200">
                <a:latin typeface="Golos Text SemiBold"/>
                <a:ea typeface="Golos Text SemiBold"/>
                <a:cs typeface="Golos Text SemiBold"/>
                <a:sym typeface="Golos Text SemiBold"/>
              </a:defRPr>
            </a:lvl9pPr>
          </a:lstStyle>
          <a:p>
            <a:r>
              <a:rPr lang="ja-JP" altLang="en-US" dirty="0"/>
              <a:t>マスター サブタイトルの書式設定</a:t>
            </a:r>
            <a:endParaRPr dirty="0"/>
          </a:p>
        </p:txBody>
      </p:sp>
      <p:sp>
        <p:nvSpPr>
          <p:cNvPr id="249" name="Google Shape;249;p31"/>
          <p:cNvSpPr txBox="1">
            <a:spLocks noGrp="1"/>
          </p:cNvSpPr>
          <p:nvPr>
            <p:ph type="subTitle" idx="9"/>
          </p:nvPr>
        </p:nvSpPr>
        <p:spPr>
          <a:xfrm>
            <a:off x="4495800" y="2466669"/>
            <a:ext cx="3200400" cy="1194400"/>
          </a:xfrm>
          <a:prstGeom prst="rect">
            <a:avLst/>
          </a:prstGeom>
        </p:spPr>
        <p:txBody>
          <a:bodyPr spcFirstLastPara="1" wrap="square" lIns="91425" tIns="91425" rIns="91425" bIns="91425" anchor="t" anchorCtr="0">
            <a:noAutofit/>
          </a:bodyPr>
          <a:lstStyle>
            <a:lvl1pPr lvl="0" algn="ctr" rtl="0">
              <a:lnSpc>
                <a:spcPct val="115000"/>
              </a:lnSpc>
              <a:spcBef>
                <a:spcPts val="0"/>
              </a:spcBef>
              <a:spcAft>
                <a:spcPts val="0"/>
              </a:spcAft>
              <a:buSzPts val="1400"/>
              <a:buNone/>
              <a:defRPr>
                <a:latin typeface="LINE Seed JP App_TTF Regular" panose="02020500000000000000" pitchFamily="18" charset="-128"/>
                <a:ea typeface="LINE Seed JP App_TTF Regular" panose="02020500000000000000" pitchFamily="18" charset="-128"/>
              </a:defRPr>
            </a:lvl1pPr>
            <a:lvl2pPr lvl="1" algn="ctr" rtl="0">
              <a:lnSpc>
                <a:spcPct val="115000"/>
              </a:lnSpc>
              <a:spcBef>
                <a:spcPts val="0"/>
              </a:spcBef>
              <a:spcAft>
                <a:spcPts val="0"/>
              </a:spcAft>
              <a:buSzPts val="1400"/>
              <a:buNone/>
              <a:defRPr/>
            </a:lvl2pPr>
            <a:lvl3pPr lvl="2" algn="ctr" rtl="0">
              <a:lnSpc>
                <a:spcPct val="115000"/>
              </a:lnSpc>
              <a:spcBef>
                <a:spcPts val="0"/>
              </a:spcBef>
              <a:spcAft>
                <a:spcPts val="0"/>
              </a:spcAft>
              <a:buSzPts val="1400"/>
              <a:buNone/>
              <a:defRPr/>
            </a:lvl3pPr>
            <a:lvl4pPr lvl="3" algn="ctr" rtl="0">
              <a:lnSpc>
                <a:spcPct val="115000"/>
              </a:lnSpc>
              <a:spcBef>
                <a:spcPts val="0"/>
              </a:spcBef>
              <a:spcAft>
                <a:spcPts val="0"/>
              </a:spcAft>
              <a:buSzPts val="1400"/>
              <a:buNone/>
              <a:defRPr/>
            </a:lvl4pPr>
            <a:lvl5pPr lvl="4" algn="ctr" rtl="0">
              <a:lnSpc>
                <a:spcPct val="115000"/>
              </a:lnSpc>
              <a:spcBef>
                <a:spcPts val="0"/>
              </a:spcBef>
              <a:spcAft>
                <a:spcPts val="0"/>
              </a:spcAft>
              <a:buSzPts val="1400"/>
              <a:buNone/>
              <a:defRPr/>
            </a:lvl5pPr>
            <a:lvl6pPr lvl="5" algn="ctr" rtl="0">
              <a:lnSpc>
                <a:spcPct val="115000"/>
              </a:lnSpc>
              <a:spcBef>
                <a:spcPts val="0"/>
              </a:spcBef>
              <a:spcAft>
                <a:spcPts val="0"/>
              </a:spcAft>
              <a:buSzPts val="1400"/>
              <a:buNone/>
              <a:defRPr/>
            </a:lvl6pPr>
            <a:lvl7pPr lvl="6" algn="ctr" rtl="0">
              <a:lnSpc>
                <a:spcPct val="115000"/>
              </a:lnSpc>
              <a:spcBef>
                <a:spcPts val="0"/>
              </a:spcBef>
              <a:spcAft>
                <a:spcPts val="0"/>
              </a:spcAft>
              <a:buSzPts val="1400"/>
              <a:buNone/>
              <a:defRPr/>
            </a:lvl7pPr>
            <a:lvl8pPr lvl="7" algn="ctr" rtl="0">
              <a:lnSpc>
                <a:spcPct val="115000"/>
              </a:lnSpc>
              <a:spcBef>
                <a:spcPts val="0"/>
              </a:spcBef>
              <a:spcAft>
                <a:spcPts val="0"/>
              </a:spcAft>
              <a:buSzPts val="1400"/>
              <a:buNone/>
              <a:defRPr/>
            </a:lvl8pPr>
            <a:lvl9pPr lvl="8" algn="ctr" rtl="0">
              <a:lnSpc>
                <a:spcPct val="115000"/>
              </a:lnSpc>
              <a:spcBef>
                <a:spcPts val="0"/>
              </a:spcBef>
              <a:spcAft>
                <a:spcPts val="0"/>
              </a:spcAft>
              <a:buSzPts val="1400"/>
              <a:buNone/>
              <a:defRPr/>
            </a:lvl9pPr>
          </a:lstStyle>
          <a:p>
            <a:r>
              <a:rPr lang="ja-JP" altLang="en-US" dirty="0"/>
              <a:t>マスター サブタイトルの書式設定</a:t>
            </a:r>
            <a:endParaRPr dirty="0"/>
          </a:p>
        </p:txBody>
      </p:sp>
      <p:sp>
        <p:nvSpPr>
          <p:cNvPr id="250" name="Google Shape;250;p31"/>
          <p:cNvSpPr txBox="1">
            <a:spLocks noGrp="1"/>
          </p:cNvSpPr>
          <p:nvPr>
            <p:ph type="subTitle" idx="13"/>
          </p:nvPr>
        </p:nvSpPr>
        <p:spPr>
          <a:xfrm>
            <a:off x="4495800" y="1833600"/>
            <a:ext cx="3200400" cy="697600"/>
          </a:xfrm>
          <a:prstGeom prst="rect">
            <a:avLst/>
          </a:prstGeom>
        </p:spPr>
        <p:txBody>
          <a:bodyPr spcFirstLastPara="1" wrap="square" lIns="91425" tIns="91425" rIns="91425" bIns="91425" anchor="b" anchorCtr="0">
            <a:noAutofit/>
          </a:bodyPr>
          <a:lstStyle>
            <a:lvl1pPr lvl="0" algn="ctr" rtl="0">
              <a:lnSpc>
                <a:spcPct val="100000"/>
              </a:lnSpc>
              <a:spcBef>
                <a:spcPts val="0"/>
              </a:spcBef>
              <a:spcAft>
                <a:spcPts val="0"/>
              </a:spcAft>
              <a:buSzPts val="2400"/>
              <a:buFont typeface="Golos Text SemiBold"/>
              <a:buNone/>
              <a:defRPr sz="2933">
                <a:latin typeface="LINE Seed JP App_OTF Bold" panose="02020700000000000000" pitchFamily="18" charset="-128"/>
                <a:ea typeface="LINE Seed JP App_OTF Bold" panose="02020700000000000000" pitchFamily="18" charset="-128"/>
                <a:cs typeface="LINE Seed JP App_OTF Bold" panose="02020700000000000000" pitchFamily="18" charset="-128"/>
                <a:sym typeface="Golos Text"/>
              </a:defRPr>
            </a:lvl1pPr>
            <a:lvl2pPr lvl="1" algn="ctr" rtl="0">
              <a:lnSpc>
                <a:spcPct val="115000"/>
              </a:lnSpc>
              <a:spcBef>
                <a:spcPts val="0"/>
              </a:spcBef>
              <a:spcAft>
                <a:spcPts val="0"/>
              </a:spcAft>
              <a:buSzPts val="2400"/>
              <a:buFont typeface="Golos Text SemiBold"/>
              <a:buNone/>
              <a:defRPr sz="3200">
                <a:latin typeface="Golos Text SemiBold"/>
                <a:ea typeface="Golos Text SemiBold"/>
                <a:cs typeface="Golos Text SemiBold"/>
                <a:sym typeface="Golos Text SemiBold"/>
              </a:defRPr>
            </a:lvl2pPr>
            <a:lvl3pPr lvl="2" algn="ctr" rtl="0">
              <a:lnSpc>
                <a:spcPct val="115000"/>
              </a:lnSpc>
              <a:spcBef>
                <a:spcPts val="0"/>
              </a:spcBef>
              <a:spcAft>
                <a:spcPts val="0"/>
              </a:spcAft>
              <a:buSzPts val="2400"/>
              <a:buFont typeface="Golos Text SemiBold"/>
              <a:buNone/>
              <a:defRPr sz="3200">
                <a:latin typeface="Golos Text SemiBold"/>
                <a:ea typeface="Golos Text SemiBold"/>
                <a:cs typeface="Golos Text SemiBold"/>
                <a:sym typeface="Golos Text SemiBold"/>
              </a:defRPr>
            </a:lvl3pPr>
            <a:lvl4pPr lvl="3" algn="ctr" rtl="0">
              <a:lnSpc>
                <a:spcPct val="115000"/>
              </a:lnSpc>
              <a:spcBef>
                <a:spcPts val="0"/>
              </a:spcBef>
              <a:spcAft>
                <a:spcPts val="0"/>
              </a:spcAft>
              <a:buSzPts val="2400"/>
              <a:buFont typeface="Golos Text SemiBold"/>
              <a:buNone/>
              <a:defRPr sz="3200">
                <a:latin typeface="Golos Text SemiBold"/>
                <a:ea typeface="Golos Text SemiBold"/>
                <a:cs typeface="Golos Text SemiBold"/>
                <a:sym typeface="Golos Text SemiBold"/>
              </a:defRPr>
            </a:lvl4pPr>
            <a:lvl5pPr lvl="4" algn="ctr" rtl="0">
              <a:lnSpc>
                <a:spcPct val="115000"/>
              </a:lnSpc>
              <a:spcBef>
                <a:spcPts val="0"/>
              </a:spcBef>
              <a:spcAft>
                <a:spcPts val="0"/>
              </a:spcAft>
              <a:buSzPts val="2400"/>
              <a:buFont typeface="Golos Text SemiBold"/>
              <a:buNone/>
              <a:defRPr sz="3200">
                <a:latin typeface="Golos Text SemiBold"/>
                <a:ea typeface="Golos Text SemiBold"/>
                <a:cs typeface="Golos Text SemiBold"/>
                <a:sym typeface="Golos Text SemiBold"/>
              </a:defRPr>
            </a:lvl5pPr>
            <a:lvl6pPr lvl="5" algn="ctr" rtl="0">
              <a:lnSpc>
                <a:spcPct val="115000"/>
              </a:lnSpc>
              <a:spcBef>
                <a:spcPts val="0"/>
              </a:spcBef>
              <a:spcAft>
                <a:spcPts val="0"/>
              </a:spcAft>
              <a:buSzPts val="2400"/>
              <a:buFont typeface="Golos Text SemiBold"/>
              <a:buNone/>
              <a:defRPr sz="3200">
                <a:latin typeface="Golos Text SemiBold"/>
                <a:ea typeface="Golos Text SemiBold"/>
                <a:cs typeface="Golos Text SemiBold"/>
                <a:sym typeface="Golos Text SemiBold"/>
              </a:defRPr>
            </a:lvl6pPr>
            <a:lvl7pPr lvl="6" algn="ctr" rtl="0">
              <a:lnSpc>
                <a:spcPct val="115000"/>
              </a:lnSpc>
              <a:spcBef>
                <a:spcPts val="0"/>
              </a:spcBef>
              <a:spcAft>
                <a:spcPts val="0"/>
              </a:spcAft>
              <a:buSzPts val="2400"/>
              <a:buFont typeface="Golos Text SemiBold"/>
              <a:buNone/>
              <a:defRPr sz="3200">
                <a:latin typeface="Golos Text SemiBold"/>
                <a:ea typeface="Golos Text SemiBold"/>
                <a:cs typeface="Golos Text SemiBold"/>
                <a:sym typeface="Golos Text SemiBold"/>
              </a:defRPr>
            </a:lvl7pPr>
            <a:lvl8pPr lvl="7" algn="ctr" rtl="0">
              <a:lnSpc>
                <a:spcPct val="115000"/>
              </a:lnSpc>
              <a:spcBef>
                <a:spcPts val="0"/>
              </a:spcBef>
              <a:spcAft>
                <a:spcPts val="0"/>
              </a:spcAft>
              <a:buSzPts val="2400"/>
              <a:buFont typeface="Golos Text SemiBold"/>
              <a:buNone/>
              <a:defRPr sz="3200">
                <a:latin typeface="Golos Text SemiBold"/>
                <a:ea typeface="Golos Text SemiBold"/>
                <a:cs typeface="Golos Text SemiBold"/>
                <a:sym typeface="Golos Text SemiBold"/>
              </a:defRPr>
            </a:lvl8pPr>
            <a:lvl9pPr lvl="8" algn="ctr" rtl="0">
              <a:lnSpc>
                <a:spcPct val="115000"/>
              </a:lnSpc>
              <a:spcBef>
                <a:spcPts val="0"/>
              </a:spcBef>
              <a:spcAft>
                <a:spcPts val="0"/>
              </a:spcAft>
              <a:buSzPts val="2400"/>
              <a:buFont typeface="Golos Text SemiBold"/>
              <a:buNone/>
              <a:defRPr sz="3200">
                <a:latin typeface="Golos Text SemiBold"/>
                <a:ea typeface="Golos Text SemiBold"/>
                <a:cs typeface="Golos Text SemiBold"/>
                <a:sym typeface="Golos Text SemiBold"/>
              </a:defRPr>
            </a:lvl9pPr>
          </a:lstStyle>
          <a:p>
            <a:r>
              <a:rPr lang="ja-JP" altLang="en-US" dirty="0"/>
              <a:t>マスター サブタイトルの書式設定</a:t>
            </a:r>
            <a:endParaRPr dirty="0"/>
          </a:p>
        </p:txBody>
      </p:sp>
      <p:sp>
        <p:nvSpPr>
          <p:cNvPr id="251" name="Google Shape;251;p31"/>
          <p:cNvSpPr txBox="1">
            <a:spLocks noGrp="1"/>
          </p:cNvSpPr>
          <p:nvPr>
            <p:ph type="subTitle" idx="14"/>
          </p:nvPr>
        </p:nvSpPr>
        <p:spPr>
          <a:xfrm>
            <a:off x="8040608" y="2466669"/>
            <a:ext cx="3200400" cy="1194400"/>
          </a:xfrm>
          <a:prstGeom prst="rect">
            <a:avLst/>
          </a:prstGeom>
        </p:spPr>
        <p:txBody>
          <a:bodyPr spcFirstLastPara="1" wrap="square" lIns="91425" tIns="91425" rIns="91425" bIns="91425" anchor="t" anchorCtr="0">
            <a:noAutofit/>
          </a:bodyPr>
          <a:lstStyle>
            <a:lvl1pPr lvl="0" algn="ctr" rtl="0">
              <a:lnSpc>
                <a:spcPct val="115000"/>
              </a:lnSpc>
              <a:spcBef>
                <a:spcPts val="0"/>
              </a:spcBef>
              <a:spcAft>
                <a:spcPts val="0"/>
              </a:spcAft>
              <a:buSzPts val="1400"/>
              <a:buNone/>
              <a:defRPr>
                <a:latin typeface="LINE Seed JP App_TTF Regular" panose="02020500000000000000" pitchFamily="18" charset="-128"/>
                <a:ea typeface="LINE Seed JP App_TTF Regular" panose="02020500000000000000" pitchFamily="18" charset="-128"/>
              </a:defRPr>
            </a:lvl1pPr>
            <a:lvl2pPr lvl="1" algn="ctr" rtl="0">
              <a:lnSpc>
                <a:spcPct val="115000"/>
              </a:lnSpc>
              <a:spcBef>
                <a:spcPts val="0"/>
              </a:spcBef>
              <a:spcAft>
                <a:spcPts val="0"/>
              </a:spcAft>
              <a:buSzPts val="1400"/>
              <a:buNone/>
              <a:defRPr/>
            </a:lvl2pPr>
            <a:lvl3pPr lvl="2" algn="ctr" rtl="0">
              <a:lnSpc>
                <a:spcPct val="115000"/>
              </a:lnSpc>
              <a:spcBef>
                <a:spcPts val="0"/>
              </a:spcBef>
              <a:spcAft>
                <a:spcPts val="0"/>
              </a:spcAft>
              <a:buSzPts val="1400"/>
              <a:buNone/>
              <a:defRPr/>
            </a:lvl3pPr>
            <a:lvl4pPr lvl="3" algn="ctr" rtl="0">
              <a:lnSpc>
                <a:spcPct val="115000"/>
              </a:lnSpc>
              <a:spcBef>
                <a:spcPts val="0"/>
              </a:spcBef>
              <a:spcAft>
                <a:spcPts val="0"/>
              </a:spcAft>
              <a:buSzPts val="1400"/>
              <a:buNone/>
              <a:defRPr/>
            </a:lvl4pPr>
            <a:lvl5pPr lvl="4" algn="ctr" rtl="0">
              <a:lnSpc>
                <a:spcPct val="115000"/>
              </a:lnSpc>
              <a:spcBef>
                <a:spcPts val="0"/>
              </a:spcBef>
              <a:spcAft>
                <a:spcPts val="0"/>
              </a:spcAft>
              <a:buSzPts val="1400"/>
              <a:buNone/>
              <a:defRPr/>
            </a:lvl5pPr>
            <a:lvl6pPr lvl="5" algn="ctr" rtl="0">
              <a:lnSpc>
                <a:spcPct val="115000"/>
              </a:lnSpc>
              <a:spcBef>
                <a:spcPts val="0"/>
              </a:spcBef>
              <a:spcAft>
                <a:spcPts val="0"/>
              </a:spcAft>
              <a:buSzPts val="1400"/>
              <a:buNone/>
              <a:defRPr/>
            </a:lvl6pPr>
            <a:lvl7pPr lvl="6" algn="ctr" rtl="0">
              <a:lnSpc>
                <a:spcPct val="115000"/>
              </a:lnSpc>
              <a:spcBef>
                <a:spcPts val="0"/>
              </a:spcBef>
              <a:spcAft>
                <a:spcPts val="0"/>
              </a:spcAft>
              <a:buSzPts val="1400"/>
              <a:buNone/>
              <a:defRPr/>
            </a:lvl7pPr>
            <a:lvl8pPr lvl="7" algn="ctr" rtl="0">
              <a:lnSpc>
                <a:spcPct val="115000"/>
              </a:lnSpc>
              <a:spcBef>
                <a:spcPts val="0"/>
              </a:spcBef>
              <a:spcAft>
                <a:spcPts val="0"/>
              </a:spcAft>
              <a:buSzPts val="1400"/>
              <a:buNone/>
              <a:defRPr/>
            </a:lvl8pPr>
            <a:lvl9pPr lvl="8" algn="ctr" rtl="0">
              <a:lnSpc>
                <a:spcPct val="115000"/>
              </a:lnSpc>
              <a:spcBef>
                <a:spcPts val="0"/>
              </a:spcBef>
              <a:spcAft>
                <a:spcPts val="0"/>
              </a:spcAft>
              <a:buSzPts val="1400"/>
              <a:buNone/>
              <a:defRPr/>
            </a:lvl9pPr>
          </a:lstStyle>
          <a:p>
            <a:r>
              <a:rPr lang="ja-JP" altLang="en-US" dirty="0"/>
              <a:t>マスター サブタイトルの書式設定</a:t>
            </a:r>
            <a:endParaRPr dirty="0"/>
          </a:p>
        </p:txBody>
      </p:sp>
      <p:sp>
        <p:nvSpPr>
          <p:cNvPr id="252" name="Google Shape;252;p31"/>
          <p:cNvSpPr txBox="1">
            <a:spLocks noGrp="1"/>
          </p:cNvSpPr>
          <p:nvPr>
            <p:ph type="subTitle" idx="15"/>
          </p:nvPr>
        </p:nvSpPr>
        <p:spPr>
          <a:xfrm>
            <a:off x="8040608" y="1833600"/>
            <a:ext cx="3200400" cy="697600"/>
          </a:xfrm>
          <a:prstGeom prst="rect">
            <a:avLst/>
          </a:prstGeom>
        </p:spPr>
        <p:txBody>
          <a:bodyPr spcFirstLastPara="1" wrap="square" lIns="91425" tIns="91425" rIns="91425" bIns="91425" anchor="b" anchorCtr="0">
            <a:noAutofit/>
          </a:bodyPr>
          <a:lstStyle>
            <a:lvl1pPr lvl="0" algn="ctr" rtl="0">
              <a:lnSpc>
                <a:spcPct val="100000"/>
              </a:lnSpc>
              <a:spcBef>
                <a:spcPts val="0"/>
              </a:spcBef>
              <a:spcAft>
                <a:spcPts val="0"/>
              </a:spcAft>
              <a:buSzPts val="2400"/>
              <a:buFont typeface="Golos Text SemiBold"/>
              <a:buNone/>
              <a:defRPr sz="2933">
                <a:latin typeface="LINE Seed JP App_OTF Bold" panose="02020700000000000000" pitchFamily="18" charset="-128"/>
                <a:ea typeface="LINE Seed JP App_OTF Bold" panose="02020700000000000000" pitchFamily="18" charset="-128"/>
                <a:cs typeface="LINE Seed JP App_OTF Bold" panose="02020700000000000000" pitchFamily="18" charset="-128"/>
                <a:sym typeface="Golos Text"/>
              </a:defRPr>
            </a:lvl1pPr>
            <a:lvl2pPr lvl="1" algn="ctr" rtl="0">
              <a:lnSpc>
                <a:spcPct val="115000"/>
              </a:lnSpc>
              <a:spcBef>
                <a:spcPts val="0"/>
              </a:spcBef>
              <a:spcAft>
                <a:spcPts val="0"/>
              </a:spcAft>
              <a:buSzPts val="2400"/>
              <a:buFont typeface="Golos Text SemiBold"/>
              <a:buNone/>
              <a:defRPr sz="3200">
                <a:latin typeface="Golos Text SemiBold"/>
                <a:ea typeface="Golos Text SemiBold"/>
                <a:cs typeface="Golos Text SemiBold"/>
                <a:sym typeface="Golos Text SemiBold"/>
              </a:defRPr>
            </a:lvl2pPr>
            <a:lvl3pPr lvl="2" algn="ctr" rtl="0">
              <a:lnSpc>
                <a:spcPct val="115000"/>
              </a:lnSpc>
              <a:spcBef>
                <a:spcPts val="0"/>
              </a:spcBef>
              <a:spcAft>
                <a:spcPts val="0"/>
              </a:spcAft>
              <a:buSzPts val="2400"/>
              <a:buFont typeface="Golos Text SemiBold"/>
              <a:buNone/>
              <a:defRPr sz="3200">
                <a:latin typeface="Golos Text SemiBold"/>
                <a:ea typeface="Golos Text SemiBold"/>
                <a:cs typeface="Golos Text SemiBold"/>
                <a:sym typeface="Golos Text SemiBold"/>
              </a:defRPr>
            </a:lvl3pPr>
            <a:lvl4pPr lvl="3" algn="ctr" rtl="0">
              <a:lnSpc>
                <a:spcPct val="115000"/>
              </a:lnSpc>
              <a:spcBef>
                <a:spcPts val="0"/>
              </a:spcBef>
              <a:spcAft>
                <a:spcPts val="0"/>
              </a:spcAft>
              <a:buSzPts val="2400"/>
              <a:buFont typeface="Golos Text SemiBold"/>
              <a:buNone/>
              <a:defRPr sz="3200">
                <a:latin typeface="Golos Text SemiBold"/>
                <a:ea typeface="Golos Text SemiBold"/>
                <a:cs typeface="Golos Text SemiBold"/>
                <a:sym typeface="Golos Text SemiBold"/>
              </a:defRPr>
            </a:lvl4pPr>
            <a:lvl5pPr lvl="4" algn="ctr" rtl="0">
              <a:lnSpc>
                <a:spcPct val="115000"/>
              </a:lnSpc>
              <a:spcBef>
                <a:spcPts val="0"/>
              </a:spcBef>
              <a:spcAft>
                <a:spcPts val="0"/>
              </a:spcAft>
              <a:buSzPts val="2400"/>
              <a:buFont typeface="Golos Text SemiBold"/>
              <a:buNone/>
              <a:defRPr sz="3200">
                <a:latin typeface="Golos Text SemiBold"/>
                <a:ea typeface="Golos Text SemiBold"/>
                <a:cs typeface="Golos Text SemiBold"/>
                <a:sym typeface="Golos Text SemiBold"/>
              </a:defRPr>
            </a:lvl5pPr>
            <a:lvl6pPr lvl="5" algn="ctr" rtl="0">
              <a:lnSpc>
                <a:spcPct val="115000"/>
              </a:lnSpc>
              <a:spcBef>
                <a:spcPts val="0"/>
              </a:spcBef>
              <a:spcAft>
                <a:spcPts val="0"/>
              </a:spcAft>
              <a:buSzPts val="2400"/>
              <a:buFont typeface="Golos Text SemiBold"/>
              <a:buNone/>
              <a:defRPr sz="3200">
                <a:latin typeface="Golos Text SemiBold"/>
                <a:ea typeface="Golos Text SemiBold"/>
                <a:cs typeface="Golos Text SemiBold"/>
                <a:sym typeface="Golos Text SemiBold"/>
              </a:defRPr>
            </a:lvl6pPr>
            <a:lvl7pPr lvl="6" algn="ctr" rtl="0">
              <a:lnSpc>
                <a:spcPct val="115000"/>
              </a:lnSpc>
              <a:spcBef>
                <a:spcPts val="0"/>
              </a:spcBef>
              <a:spcAft>
                <a:spcPts val="0"/>
              </a:spcAft>
              <a:buSzPts val="2400"/>
              <a:buFont typeface="Golos Text SemiBold"/>
              <a:buNone/>
              <a:defRPr sz="3200">
                <a:latin typeface="Golos Text SemiBold"/>
                <a:ea typeface="Golos Text SemiBold"/>
                <a:cs typeface="Golos Text SemiBold"/>
                <a:sym typeface="Golos Text SemiBold"/>
              </a:defRPr>
            </a:lvl7pPr>
            <a:lvl8pPr lvl="7" algn="ctr" rtl="0">
              <a:lnSpc>
                <a:spcPct val="115000"/>
              </a:lnSpc>
              <a:spcBef>
                <a:spcPts val="0"/>
              </a:spcBef>
              <a:spcAft>
                <a:spcPts val="0"/>
              </a:spcAft>
              <a:buSzPts val="2400"/>
              <a:buFont typeface="Golos Text SemiBold"/>
              <a:buNone/>
              <a:defRPr sz="3200">
                <a:latin typeface="Golos Text SemiBold"/>
                <a:ea typeface="Golos Text SemiBold"/>
                <a:cs typeface="Golos Text SemiBold"/>
                <a:sym typeface="Golos Text SemiBold"/>
              </a:defRPr>
            </a:lvl8pPr>
            <a:lvl9pPr lvl="8" algn="ctr" rtl="0">
              <a:lnSpc>
                <a:spcPct val="115000"/>
              </a:lnSpc>
              <a:spcBef>
                <a:spcPts val="0"/>
              </a:spcBef>
              <a:spcAft>
                <a:spcPts val="0"/>
              </a:spcAft>
              <a:buSzPts val="2400"/>
              <a:buFont typeface="Golos Text SemiBold"/>
              <a:buNone/>
              <a:defRPr sz="3200">
                <a:latin typeface="Golos Text SemiBold"/>
                <a:ea typeface="Golos Text SemiBold"/>
                <a:cs typeface="Golos Text SemiBold"/>
                <a:sym typeface="Golos Text SemiBold"/>
              </a:defRPr>
            </a:lvl9pPr>
          </a:lstStyle>
          <a:p>
            <a:r>
              <a:rPr lang="ja-JP" altLang="en-US" dirty="0"/>
              <a:t>マスター サブタイトルの書式設定</a:t>
            </a:r>
            <a:endParaRPr dirty="0"/>
          </a:p>
        </p:txBody>
      </p:sp>
      <p:sp>
        <p:nvSpPr>
          <p:cNvPr id="253" name="Google Shape;253;p31"/>
          <p:cNvSpPr/>
          <p:nvPr/>
        </p:nvSpPr>
        <p:spPr>
          <a:xfrm rot="10800000" flipH="1">
            <a:off x="33" y="-35"/>
            <a:ext cx="378400" cy="6858000"/>
          </a:xfrm>
          <a:prstGeom prst="rect">
            <a:avLst/>
          </a:prstGeom>
          <a:solidFill>
            <a:schemeClr val="dk2"/>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grpSp>
        <p:nvGrpSpPr>
          <p:cNvPr id="254" name="Google Shape;254;p31"/>
          <p:cNvGrpSpPr/>
          <p:nvPr/>
        </p:nvGrpSpPr>
        <p:grpSpPr>
          <a:xfrm rot="10800000" flipH="1">
            <a:off x="189233" y="356600"/>
            <a:ext cx="12002600" cy="6501400"/>
            <a:chOff x="141900" y="-26"/>
            <a:chExt cx="9001950" cy="4876050"/>
          </a:xfrm>
        </p:grpSpPr>
        <p:cxnSp>
          <p:nvCxnSpPr>
            <p:cNvPr id="255" name="Google Shape;255;p31"/>
            <p:cNvCxnSpPr/>
            <p:nvPr/>
          </p:nvCxnSpPr>
          <p:spPr>
            <a:xfrm>
              <a:off x="7907850" y="4876024"/>
              <a:ext cx="1236000" cy="0"/>
            </a:xfrm>
            <a:prstGeom prst="straightConnector1">
              <a:avLst/>
            </a:prstGeom>
            <a:noFill/>
            <a:ln w="9525" cap="flat" cmpd="sng">
              <a:solidFill>
                <a:schemeClr val="dk1"/>
              </a:solidFill>
              <a:prstDash val="solid"/>
              <a:round/>
              <a:headEnd type="none" w="med" len="med"/>
              <a:tailEnd type="none" w="med" len="med"/>
            </a:ln>
          </p:spPr>
        </p:cxnSp>
        <p:cxnSp>
          <p:nvCxnSpPr>
            <p:cNvPr id="256" name="Google Shape;256;p31"/>
            <p:cNvCxnSpPr/>
            <p:nvPr/>
          </p:nvCxnSpPr>
          <p:spPr>
            <a:xfrm rot="10800000">
              <a:off x="141900" y="-26"/>
              <a:ext cx="0" cy="3958500"/>
            </a:xfrm>
            <a:prstGeom prst="straightConnector1">
              <a:avLst/>
            </a:prstGeom>
            <a:noFill/>
            <a:ln w="9525" cap="flat" cmpd="sng">
              <a:solidFill>
                <a:schemeClr val="dk1"/>
              </a:solidFill>
              <a:prstDash val="solid"/>
              <a:round/>
              <a:headEnd type="none" w="med" len="med"/>
              <a:tailEnd type="none" w="med" len="med"/>
            </a:ln>
          </p:spPr>
        </p:cxnSp>
      </p:grpSp>
    </p:spTree>
    <p:extLst>
      <p:ext uri="{BB962C8B-B14F-4D97-AF65-F5344CB8AC3E}">
        <p14:creationId xmlns:p14="http://schemas.microsoft.com/office/powerpoint/2010/main" val="1991819232"/>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matchingName="Thanks">
  <p:cSld name="Thanks">
    <p:spTree>
      <p:nvGrpSpPr>
        <p:cNvPr id="1" name="Shape 257"/>
        <p:cNvGrpSpPr/>
        <p:nvPr/>
      </p:nvGrpSpPr>
      <p:grpSpPr>
        <a:xfrm>
          <a:off x="0" y="0"/>
          <a:ext cx="0" cy="0"/>
          <a:chOff x="0" y="0"/>
          <a:chExt cx="0" cy="0"/>
        </a:xfrm>
      </p:grpSpPr>
      <p:sp>
        <p:nvSpPr>
          <p:cNvPr id="258" name="Google Shape;258;p32"/>
          <p:cNvSpPr txBox="1">
            <a:spLocks noGrp="1"/>
          </p:cNvSpPr>
          <p:nvPr>
            <p:ph type="title"/>
          </p:nvPr>
        </p:nvSpPr>
        <p:spPr>
          <a:xfrm>
            <a:off x="3539600" y="707000"/>
            <a:ext cx="5112800" cy="1477600"/>
          </a:xfrm>
          <a:prstGeom prst="rect">
            <a:avLst/>
          </a:prstGeom>
        </p:spPr>
        <p:txBody>
          <a:bodyPr spcFirstLastPara="1" wrap="square" lIns="91425" tIns="91425" rIns="91425" bIns="91425" anchor="t" anchorCtr="0">
            <a:noAutofit/>
          </a:bodyPr>
          <a:lstStyle>
            <a:lvl1pPr lvl="0">
              <a:spcBef>
                <a:spcPts val="0"/>
              </a:spcBef>
              <a:spcAft>
                <a:spcPts val="0"/>
              </a:spcAft>
              <a:buSzPts val="7200"/>
              <a:buNone/>
              <a:defRPr sz="8000">
                <a:latin typeface="LINE Seed JP App_OTF Bold" panose="02020700000000000000" pitchFamily="18" charset="-128"/>
                <a:ea typeface="LINE Seed JP App_OTF Bold" panose="02020700000000000000" pitchFamily="18" charset="-128"/>
              </a:defRPr>
            </a:lvl1pPr>
            <a:lvl2pPr lvl="1">
              <a:spcBef>
                <a:spcPts val="0"/>
              </a:spcBef>
              <a:spcAft>
                <a:spcPts val="0"/>
              </a:spcAft>
              <a:buSzPts val="7200"/>
              <a:buNone/>
              <a:defRPr sz="9600"/>
            </a:lvl2pPr>
            <a:lvl3pPr lvl="2">
              <a:spcBef>
                <a:spcPts val="0"/>
              </a:spcBef>
              <a:spcAft>
                <a:spcPts val="0"/>
              </a:spcAft>
              <a:buSzPts val="7200"/>
              <a:buNone/>
              <a:defRPr sz="9600"/>
            </a:lvl3pPr>
            <a:lvl4pPr lvl="3">
              <a:spcBef>
                <a:spcPts val="0"/>
              </a:spcBef>
              <a:spcAft>
                <a:spcPts val="0"/>
              </a:spcAft>
              <a:buSzPts val="7200"/>
              <a:buNone/>
              <a:defRPr sz="9600"/>
            </a:lvl4pPr>
            <a:lvl5pPr lvl="4">
              <a:spcBef>
                <a:spcPts val="0"/>
              </a:spcBef>
              <a:spcAft>
                <a:spcPts val="0"/>
              </a:spcAft>
              <a:buSzPts val="7200"/>
              <a:buNone/>
              <a:defRPr sz="9600"/>
            </a:lvl5pPr>
            <a:lvl6pPr lvl="5">
              <a:spcBef>
                <a:spcPts val="0"/>
              </a:spcBef>
              <a:spcAft>
                <a:spcPts val="0"/>
              </a:spcAft>
              <a:buSzPts val="7200"/>
              <a:buNone/>
              <a:defRPr sz="9600"/>
            </a:lvl6pPr>
            <a:lvl7pPr lvl="6">
              <a:spcBef>
                <a:spcPts val="0"/>
              </a:spcBef>
              <a:spcAft>
                <a:spcPts val="0"/>
              </a:spcAft>
              <a:buSzPts val="7200"/>
              <a:buNone/>
              <a:defRPr sz="9600"/>
            </a:lvl7pPr>
            <a:lvl8pPr lvl="7">
              <a:spcBef>
                <a:spcPts val="0"/>
              </a:spcBef>
              <a:spcAft>
                <a:spcPts val="0"/>
              </a:spcAft>
              <a:buSzPts val="7200"/>
              <a:buNone/>
              <a:defRPr sz="9600"/>
            </a:lvl8pPr>
            <a:lvl9pPr lvl="8">
              <a:spcBef>
                <a:spcPts val="0"/>
              </a:spcBef>
              <a:spcAft>
                <a:spcPts val="0"/>
              </a:spcAft>
              <a:buSzPts val="7200"/>
              <a:buNone/>
              <a:defRPr sz="9600"/>
            </a:lvl9pPr>
          </a:lstStyle>
          <a:p>
            <a:r>
              <a:rPr lang="ja-JP" altLang="en-US" dirty="0"/>
              <a:t>マスター タイトルの書式設定</a:t>
            </a:r>
            <a:endParaRPr dirty="0"/>
          </a:p>
        </p:txBody>
      </p:sp>
      <p:sp>
        <p:nvSpPr>
          <p:cNvPr id="259" name="Google Shape;259;p32"/>
          <p:cNvSpPr txBox="1">
            <a:spLocks noGrp="1"/>
          </p:cNvSpPr>
          <p:nvPr>
            <p:ph type="subTitle" idx="1"/>
          </p:nvPr>
        </p:nvSpPr>
        <p:spPr>
          <a:xfrm>
            <a:off x="3539600" y="3122875"/>
            <a:ext cx="5112800" cy="1296000"/>
          </a:xfrm>
          <a:prstGeom prst="rect">
            <a:avLst/>
          </a:prstGeom>
        </p:spPr>
        <p:txBody>
          <a:bodyPr spcFirstLastPara="1" wrap="square" lIns="91425" tIns="91425" rIns="91425" bIns="91425" anchor="t" anchorCtr="0">
            <a:noAutofit/>
          </a:bodyPr>
          <a:lstStyle>
            <a:lvl1pPr lvl="0" algn="ctr" rtl="0">
              <a:lnSpc>
                <a:spcPct val="115000"/>
              </a:lnSpc>
              <a:spcBef>
                <a:spcPts val="0"/>
              </a:spcBef>
              <a:spcAft>
                <a:spcPts val="0"/>
              </a:spcAft>
              <a:buSzPts val="1650"/>
              <a:buNone/>
              <a:defRPr sz="2067" b="1">
                <a:latin typeface="LINE Seed JP App_TTF Regular" panose="02020500000000000000" pitchFamily="18" charset="-128"/>
                <a:ea typeface="LINE Seed JP App_TTF Regular" panose="02020500000000000000" pitchFamily="18" charset="-128"/>
              </a:defRPr>
            </a:lvl1pPr>
            <a:lvl2pPr lvl="1" algn="ctr" rtl="0">
              <a:lnSpc>
                <a:spcPct val="115000"/>
              </a:lnSpc>
              <a:spcBef>
                <a:spcPts val="0"/>
              </a:spcBef>
              <a:spcAft>
                <a:spcPts val="0"/>
              </a:spcAft>
              <a:buSzPts val="1650"/>
              <a:buNone/>
              <a:defRPr sz="2200" b="1"/>
            </a:lvl2pPr>
            <a:lvl3pPr lvl="2" algn="ctr" rtl="0">
              <a:lnSpc>
                <a:spcPct val="115000"/>
              </a:lnSpc>
              <a:spcBef>
                <a:spcPts val="0"/>
              </a:spcBef>
              <a:spcAft>
                <a:spcPts val="0"/>
              </a:spcAft>
              <a:buSzPts val="1650"/>
              <a:buNone/>
              <a:defRPr sz="2200" b="1"/>
            </a:lvl3pPr>
            <a:lvl4pPr lvl="3" algn="ctr" rtl="0">
              <a:lnSpc>
                <a:spcPct val="115000"/>
              </a:lnSpc>
              <a:spcBef>
                <a:spcPts val="0"/>
              </a:spcBef>
              <a:spcAft>
                <a:spcPts val="0"/>
              </a:spcAft>
              <a:buSzPts val="1650"/>
              <a:buNone/>
              <a:defRPr sz="2200" b="1"/>
            </a:lvl4pPr>
            <a:lvl5pPr lvl="4" algn="ctr" rtl="0">
              <a:lnSpc>
                <a:spcPct val="115000"/>
              </a:lnSpc>
              <a:spcBef>
                <a:spcPts val="0"/>
              </a:spcBef>
              <a:spcAft>
                <a:spcPts val="0"/>
              </a:spcAft>
              <a:buSzPts val="1650"/>
              <a:buNone/>
              <a:defRPr sz="2200" b="1"/>
            </a:lvl5pPr>
            <a:lvl6pPr lvl="5" algn="ctr" rtl="0">
              <a:lnSpc>
                <a:spcPct val="115000"/>
              </a:lnSpc>
              <a:spcBef>
                <a:spcPts val="0"/>
              </a:spcBef>
              <a:spcAft>
                <a:spcPts val="0"/>
              </a:spcAft>
              <a:buSzPts val="1650"/>
              <a:buNone/>
              <a:defRPr sz="2200" b="1"/>
            </a:lvl6pPr>
            <a:lvl7pPr lvl="6" algn="ctr" rtl="0">
              <a:lnSpc>
                <a:spcPct val="115000"/>
              </a:lnSpc>
              <a:spcBef>
                <a:spcPts val="0"/>
              </a:spcBef>
              <a:spcAft>
                <a:spcPts val="0"/>
              </a:spcAft>
              <a:buSzPts val="1650"/>
              <a:buNone/>
              <a:defRPr sz="2200" b="1"/>
            </a:lvl7pPr>
            <a:lvl8pPr lvl="7" algn="ctr" rtl="0">
              <a:lnSpc>
                <a:spcPct val="115000"/>
              </a:lnSpc>
              <a:spcBef>
                <a:spcPts val="0"/>
              </a:spcBef>
              <a:spcAft>
                <a:spcPts val="0"/>
              </a:spcAft>
              <a:buSzPts val="1650"/>
              <a:buNone/>
              <a:defRPr sz="2200" b="1"/>
            </a:lvl8pPr>
            <a:lvl9pPr lvl="8" algn="ctr" rtl="0">
              <a:lnSpc>
                <a:spcPct val="115000"/>
              </a:lnSpc>
              <a:spcBef>
                <a:spcPts val="0"/>
              </a:spcBef>
              <a:spcAft>
                <a:spcPts val="0"/>
              </a:spcAft>
              <a:buSzPts val="1650"/>
              <a:buNone/>
              <a:defRPr sz="2200" b="1"/>
            </a:lvl9pPr>
          </a:lstStyle>
          <a:p>
            <a:r>
              <a:rPr lang="ja-JP" altLang="en-US" dirty="0"/>
              <a:t>マスター サブタイトルの書式設定</a:t>
            </a:r>
            <a:endParaRPr dirty="0"/>
          </a:p>
        </p:txBody>
      </p:sp>
      <p:sp>
        <p:nvSpPr>
          <p:cNvPr id="260" name="Google Shape;260;p32"/>
          <p:cNvSpPr txBox="1">
            <a:spLocks noGrp="1"/>
          </p:cNvSpPr>
          <p:nvPr>
            <p:ph type="subTitle" idx="2"/>
          </p:nvPr>
        </p:nvSpPr>
        <p:spPr>
          <a:xfrm>
            <a:off x="3539600" y="5482468"/>
            <a:ext cx="5112800" cy="451600"/>
          </a:xfrm>
          <a:prstGeom prst="rect">
            <a:avLst/>
          </a:prstGeom>
        </p:spPr>
        <p:txBody>
          <a:bodyPr spcFirstLastPara="1" wrap="square" lIns="91425" tIns="91425" rIns="91425" bIns="91425" anchor="t" anchorCtr="0">
            <a:noAutofit/>
          </a:bodyPr>
          <a:lstStyle>
            <a:lvl1pPr lvl="0" algn="ctr" rtl="0">
              <a:lnSpc>
                <a:spcPct val="115000"/>
              </a:lnSpc>
              <a:spcBef>
                <a:spcPts val="0"/>
              </a:spcBef>
              <a:spcAft>
                <a:spcPts val="0"/>
              </a:spcAft>
              <a:buSzPts val="1300"/>
              <a:buNone/>
              <a:defRPr sz="1333">
                <a:latin typeface="LINE Seed JP App_TTF Regular" panose="02020500000000000000" pitchFamily="18" charset="-128"/>
                <a:ea typeface="LINE Seed JP App_TTF Regular" panose="02020500000000000000" pitchFamily="18" charset="-128"/>
              </a:defRPr>
            </a:lvl1pPr>
            <a:lvl2pPr lvl="1" algn="ctr" rtl="0">
              <a:lnSpc>
                <a:spcPct val="115000"/>
              </a:lnSpc>
              <a:spcBef>
                <a:spcPts val="0"/>
              </a:spcBef>
              <a:spcAft>
                <a:spcPts val="0"/>
              </a:spcAft>
              <a:buSzPts val="1300"/>
              <a:buNone/>
              <a:defRPr sz="1733" b="1"/>
            </a:lvl2pPr>
            <a:lvl3pPr lvl="2" algn="ctr" rtl="0">
              <a:lnSpc>
                <a:spcPct val="115000"/>
              </a:lnSpc>
              <a:spcBef>
                <a:spcPts val="0"/>
              </a:spcBef>
              <a:spcAft>
                <a:spcPts val="0"/>
              </a:spcAft>
              <a:buSzPts val="1300"/>
              <a:buNone/>
              <a:defRPr sz="1733" b="1"/>
            </a:lvl3pPr>
            <a:lvl4pPr lvl="3" algn="ctr" rtl="0">
              <a:lnSpc>
                <a:spcPct val="115000"/>
              </a:lnSpc>
              <a:spcBef>
                <a:spcPts val="0"/>
              </a:spcBef>
              <a:spcAft>
                <a:spcPts val="0"/>
              </a:spcAft>
              <a:buSzPts val="1300"/>
              <a:buNone/>
              <a:defRPr sz="1733" b="1"/>
            </a:lvl4pPr>
            <a:lvl5pPr lvl="4" algn="ctr" rtl="0">
              <a:lnSpc>
                <a:spcPct val="115000"/>
              </a:lnSpc>
              <a:spcBef>
                <a:spcPts val="0"/>
              </a:spcBef>
              <a:spcAft>
                <a:spcPts val="0"/>
              </a:spcAft>
              <a:buSzPts val="1300"/>
              <a:buNone/>
              <a:defRPr sz="1733" b="1"/>
            </a:lvl5pPr>
            <a:lvl6pPr lvl="5" algn="ctr" rtl="0">
              <a:lnSpc>
                <a:spcPct val="115000"/>
              </a:lnSpc>
              <a:spcBef>
                <a:spcPts val="0"/>
              </a:spcBef>
              <a:spcAft>
                <a:spcPts val="0"/>
              </a:spcAft>
              <a:buSzPts val="1300"/>
              <a:buNone/>
              <a:defRPr sz="1733" b="1"/>
            </a:lvl6pPr>
            <a:lvl7pPr lvl="6" algn="ctr" rtl="0">
              <a:lnSpc>
                <a:spcPct val="115000"/>
              </a:lnSpc>
              <a:spcBef>
                <a:spcPts val="0"/>
              </a:spcBef>
              <a:spcAft>
                <a:spcPts val="0"/>
              </a:spcAft>
              <a:buSzPts val="1300"/>
              <a:buNone/>
              <a:defRPr sz="1733" b="1"/>
            </a:lvl7pPr>
            <a:lvl8pPr lvl="7" algn="ctr" rtl="0">
              <a:lnSpc>
                <a:spcPct val="115000"/>
              </a:lnSpc>
              <a:spcBef>
                <a:spcPts val="0"/>
              </a:spcBef>
              <a:spcAft>
                <a:spcPts val="0"/>
              </a:spcAft>
              <a:buSzPts val="1300"/>
              <a:buNone/>
              <a:defRPr sz="1733" b="1"/>
            </a:lvl8pPr>
            <a:lvl9pPr lvl="8" algn="ctr" rtl="0">
              <a:lnSpc>
                <a:spcPct val="115000"/>
              </a:lnSpc>
              <a:spcBef>
                <a:spcPts val="0"/>
              </a:spcBef>
              <a:spcAft>
                <a:spcPts val="0"/>
              </a:spcAft>
              <a:buSzPts val="1300"/>
              <a:buNone/>
              <a:defRPr sz="1733" b="1"/>
            </a:lvl9pPr>
          </a:lstStyle>
          <a:p>
            <a:r>
              <a:rPr lang="ja-JP" altLang="en-US" dirty="0"/>
              <a:t>マスター サブタイトルの書式設定</a:t>
            </a:r>
            <a:endParaRPr dirty="0"/>
          </a:p>
        </p:txBody>
      </p:sp>
      <p:grpSp>
        <p:nvGrpSpPr>
          <p:cNvPr id="261" name="Google Shape;261;p32"/>
          <p:cNvGrpSpPr/>
          <p:nvPr/>
        </p:nvGrpSpPr>
        <p:grpSpPr>
          <a:xfrm>
            <a:off x="951584" y="3439200"/>
            <a:ext cx="11240651" cy="3418800"/>
            <a:chOff x="713688" y="2579400"/>
            <a:chExt cx="8430488" cy="2564100"/>
          </a:xfrm>
        </p:grpSpPr>
        <p:cxnSp>
          <p:nvCxnSpPr>
            <p:cNvPr id="262" name="Google Shape;262;p32"/>
            <p:cNvCxnSpPr/>
            <p:nvPr/>
          </p:nvCxnSpPr>
          <p:spPr>
            <a:xfrm>
              <a:off x="2839075" y="4876025"/>
              <a:ext cx="6305100" cy="0"/>
            </a:xfrm>
            <a:prstGeom prst="straightConnector1">
              <a:avLst/>
            </a:prstGeom>
            <a:noFill/>
            <a:ln w="9525" cap="flat" cmpd="sng">
              <a:solidFill>
                <a:schemeClr val="dk1"/>
              </a:solidFill>
              <a:prstDash val="solid"/>
              <a:round/>
              <a:headEnd type="none" w="med" len="med"/>
              <a:tailEnd type="none" w="med" len="med"/>
            </a:ln>
          </p:spPr>
        </p:cxnSp>
        <p:cxnSp>
          <p:nvCxnSpPr>
            <p:cNvPr id="263" name="Google Shape;263;p32"/>
            <p:cNvCxnSpPr/>
            <p:nvPr/>
          </p:nvCxnSpPr>
          <p:spPr>
            <a:xfrm rot="10800000">
              <a:off x="713688" y="2579400"/>
              <a:ext cx="0" cy="2564100"/>
            </a:xfrm>
            <a:prstGeom prst="straightConnector1">
              <a:avLst/>
            </a:prstGeom>
            <a:noFill/>
            <a:ln w="9525" cap="flat" cmpd="sng">
              <a:solidFill>
                <a:schemeClr val="dk1"/>
              </a:solidFill>
              <a:prstDash val="solid"/>
              <a:round/>
              <a:headEnd type="none" w="med" len="med"/>
              <a:tailEnd type="none" w="med" len="med"/>
            </a:ln>
          </p:spPr>
        </p:cxnSp>
      </p:grpSp>
      <p:sp>
        <p:nvSpPr>
          <p:cNvPr id="264" name="Google Shape;264;p32"/>
          <p:cNvSpPr txBox="1"/>
          <p:nvPr/>
        </p:nvSpPr>
        <p:spPr>
          <a:xfrm>
            <a:off x="3539600" y="4406129"/>
            <a:ext cx="5112800" cy="1058800"/>
          </a:xfrm>
          <a:prstGeom prst="rect">
            <a:avLst/>
          </a:prstGeom>
          <a:noFill/>
          <a:ln>
            <a:noFill/>
          </a:ln>
        </p:spPr>
        <p:txBody>
          <a:bodyPr spcFirstLastPara="1" wrap="square" lIns="121900" tIns="121900" rIns="121900" bIns="121900" anchor="t" anchorCtr="0">
            <a:noAutofit/>
          </a:bodyPr>
          <a:lstStyle/>
          <a:p>
            <a:pPr marL="0" lvl="0" indent="0" algn="ctr" rtl="0">
              <a:lnSpc>
                <a:spcPct val="115000"/>
              </a:lnSpc>
              <a:spcBef>
                <a:spcPts val="0"/>
              </a:spcBef>
              <a:spcAft>
                <a:spcPts val="0"/>
              </a:spcAft>
              <a:buSzPts val="1018"/>
              <a:buNone/>
            </a:pPr>
            <a:r>
              <a:rPr lang="en" sz="1600" dirty="0">
                <a:solidFill>
                  <a:schemeClr val="dk1"/>
                </a:solidFill>
                <a:latin typeface="LINE Seed JP App_TTF Regular" panose="02020500000000000000" pitchFamily="18" charset="-128"/>
                <a:ea typeface="LINE Seed JP App_TTF Regular" panose="02020500000000000000" pitchFamily="18" charset="-128"/>
                <a:cs typeface="Commissioner"/>
                <a:sym typeface="Commissioner"/>
              </a:rPr>
              <a:t>Credits: This presentation template was created by </a:t>
            </a:r>
            <a:r>
              <a:rPr lang="en" sz="1600" b="1" u="sng" dirty="0">
                <a:solidFill>
                  <a:schemeClr val="dk1"/>
                </a:solidFill>
                <a:latin typeface="LINE Seed JP App_TTF Regular" panose="02020500000000000000" pitchFamily="18" charset="-128"/>
                <a:ea typeface="LINE Seed JP App_TTF Regular" panose="02020500000000000000" pitchFamily="18" charset="-128"/>
                <a:cs typeface="Commissioner"/>
                <a:sym typeface="Commissioner"/>
                <a:hlinkClick r:id="rId2">
                  <a:extLst>
                    <a:ext uri="{A12FA001-AC4F-418D-AE19-62706E023703}">
                      <ahyp:hlinkClr xmlns:ahyp="http://schemas.microsoft.com/office/drawing/2018/hyperlinkcolor" val="tx"/>
                    </a:ext>
                  </a:extLst>
                </a:hlinkClick>
              </a:rPr>
              <a:t>Slidesgo</a:t>
            </a:r>
            <a:r>
              <a:rPr lang="en" sz="1600" dirty="0">
                <a:solidFill>
                  <a:schemeClr val="dk1"/>
                </a:solidFill>
                <a:latin typeface="LINE Seed JP App_TTF Regular" panose="02020500000000000000" pitchFamily="18" charset="-128"/>
                <a:ea typeface="LINE Seed JP App_TTF Regular" panose="02020500000000000000" pitchFamily="18" charset="-128"/>
                <a:cs typeface="Commissioner"/>
                <a:sym typeface="Commissioner"/>
              </a:rPr>
              <a:t>, and includes icons, infographics &amp; images by </a:t>
            </a:r>
            <a:r>
              <a:rPr lang="en" sz="1600" b="1" u="sng" dirty="0">
                <a:solidFill>
                  <a:schemeClr val="dk1"/>
                </a:solidFill>
                <a:latin typeface="LINE Seed JP App_TTF Regular" panose="02020500000000000000" pitchFamily="18" charset="-128"/>
                <a:ea typeface="LINE Seed JP App_TTF Regular" panose="02020500000000000000" pitchFamily="18" charset="-128"/>
                <a:cs typeface="Commissioner"/>
                <a:sym typeface="Commissioner"/>
                <a:hlinkClick r:id="rId3">
                  <a:extLst>
                    <a:ext uri="{A12FA001-AC4F-418D-AE19-62706E023703}">
                      <ahyp:hlinkClr xmlns:ahyp="http://schemas.microsoft.com/office/drawing/2018/hyperlinkcolor" val="tx"/>
                    </a:ext>
                  </a:extLst>
                </a:hlinkClick>
              </a:rPr>
              <a:t>Freepik</a:t>
            </a:r>
            <a:endParaRPr sz="1600" dirty="0">
              <a:solidFill>
                <a:schemeClr val="dk1"/>
              </a:solidFill>
              <a:latin typeface="LINE Seed JP App_TTF Regular" panose="02020500000000000000" pitchFamily="18" charset="-128"/>
              <a:ea typeface="LINE Seed JP App_TTF Regular" panose="02020500000000000000" pitchFamily="18" charset="-128"/>
              <a:cs typeface="Commissioner"/>
              <a:sym typeface="Commissioner"/>
            </a:endParaRPr>
          </a:p>
        </p:txBody>
      </p:sp>
    </p:spTree>
    <p:extLst>
      <p:ext uri="{BB962C8B-B14F-4D97-AF65-F5344CB8AC3E}">
        <p14:creationId xmlns:p14="http://schemas.microsoft.com/office/powerpoint/2010/main" val="1351804236"/>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matchingName="Background">
  <p:cSld name="Background">
    <p:spTree>
      <p:nvGrpSpPr>
        <p:cNvPr id="1" name="Shape 265"/>
        <p:cNvGrpSpPr/>
        <p:nvPr/>
      </p:nvGrpSpPr>
      <p:grpSpPr>
        <a:xfrm>
          <a:off x="0" y="0"/>
          <a:ext cx="0" cy="0"/>
          <a:chOff x="0" y="0"/>
          <a:chExt cx="0" cy="0"/>
        </a:xfrm>
      </p:grpSpPr>
      <p:cxnSp>
        <p:nvCxnSpPr>
          <p:cNvPr id="266" name="Google Shape;266;p33"/>
          <p:cNvCxnSpPr/>
          <p:nvPr/>
        </p:nvCxnSpPr>
        <p:spPr>
          <a:xfrm rot="10800000">
            <a:off x="12002800" y="-133"/>
            <a:ext cx="0" cy="3536800"/>
          </a:xfrm>
          <a:prstGeom prst="straightConnector1">
            <a:avLst/>
          </a:prstGeom>
          <a:noFill/>
          <a:ln w="9525" cap="flat" cmpd="sng">
            <a:solidFill>
              <a:schemeClr val="dk1"/>
            </a:solidFill>
            <a:prstDash val="solid"/>
            <a:round/>
            <a:headEnd type="none" w="med" len="med"/>
            <a:tailEnd type="none" w="med" len="med"/>
          </a:ln>
        </p:spPr>
      </p:cxnSp>
      <p:sp>
        <p:nvSpPr>
          <p:cNvPr id="267" name="Google Shape;267;p33"/>
          <p:cNvSpPr/>
          <p:nvPr/>
        </p:nvSpPr>
        <p:spPr>
          <a:xfrm>
            <a:off x="11054800" y="0"/>
            <a:ext cx="1137200" cy="6858000"/>
          </a:xfrm>
          <a:prstGeom prst="rect">
            <a:avLst/>
          </a:prstGeom>
          <a:solidFill>
            <a:schemeClr val="dk2"/>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cxnSp>
        <p:nvCxnSpPr>
          <p:cNvPr id="268" name="Google Shape;268;p33"/>
          <p:cNvCxnSpPr/>
          <p:nvPr/>
        </p:nvCxnSpPr>
        <p:spPr>
          <a:xfrm>
            <a:off x="5697600" y="6501367"/>
            <a:ext cx="6494400" cy="0"/>
          </a:xfrm>
          <a:prstGeom prst="straightConnector1">
            <a:avLst/>
          </a:prstGeom>
          <a:noFill/>
          <a:ln w="9525" cap="flat" cmpd="sng">
            <a:solidFill>
              <a:schemeClr val="dk1"/>
            </a:solidFill>
            <a:prstDash val="solid"/>
            <a:round/>
            <a:headEnd type="none" w="med" len="med"/>
            <a:tailEnd type="none" w="med" len="med"/>
          </a:ln>
        </p:spPr>
      </p:cxnSp>
      <p:cxnSp>
        <p:nvCxnSpPr>
          <p:cNvPr id="269" name="Google Shape;269;p33"/>
          <p:cNvCxnSpPr/>
          <p:nvPr/>
        </p:nvCxnSpPr>
        <p:spPr>
          <a:xfrm rot="10800000">
            <a:off x="948333" y="0"/>
            <a:ext cx="0" cy="5508000"/>
          </a:xfrm>
          <a:prstGeom prst="straightConnector1">
            <a:avLst/>
          </a:prstGeom>
          <a:noFill/>
          <a:ln w="9525" cap="flat" cmpd="sng">
            <a:solidFill>
              <a:schemeClr val="dk1"/>
            </a:solidFill>
            <a:prstDash val="solid"/>
            <a:round/>
            <a:headEnd type="none" w="med" len="med"/>
            <a:tailEnd type="none" w="med" len="med"/>
          </a:ln>
        </p:spPr>
      </p:cxnSp>
    </p:spTree>
    <p:extLst>
      <p:ext uri="{BB962C8B-B14F-4D97-AF65-F5344CB8AC3E}">
        <p14:creationId xmlns:p14="http://schemas.microsoft.com/office/powerpoint/2010/main" val="3175943251"/>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matchingName="Background 1">
  <p:cSld name="Background 1">
    <p:spTree>
      <p:nvGrpSpPr>
        <p:cNvPr id="1" name="Shape 270"/>
        <p:cNvGrpSpPr/>
        <p:nvPr/>
      </p:nvGrpSpPr>
      <p:grpSpPr>
        <a:xfrm>
          <a:off x="0" y="0"/>
          <a:ext cx="0" cy="0"/>
          <a:chOff x="0" y="0"/>
          <a:chExt cx="0" cy="0"/>
        </a:xfrm>
      </p:grpSpPr>
      <p:sp>
        <p:nvSpPr>
          <p:cNvPr id="271" name="Google Shape;271;p34"/>
          <p:cNvSpPr/>
          <p:nvPr/>
        </p:nvSpPr>
        <p:spPr>
          <a:xfrm rot="10800000">
            <a:off x="167" y="0"/>
            <a:ext cx="955600" cy="6858000"/>
          </a:xfrm>
          <a:prstGeom prst="rect">
            <a:avLst/>
          </a:prstGeom>
          <a:solidFill>
            <a:schemeClr val="dk2"/>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grpSp>
        <p:nvGrpSpPr>
          <p:cNvPr id="272" name="Google Shape;272;p34"/>
          <p:cNvGrpSpPr/>
          <p:nvPr/>
        </p:nvGrpSpPr>
        <p:grpSpPr>
          <a:xfrm rot="10800000">
            <a:off x="0" y="484133"/>
            <a:ext cx="11813600" cy="6373867"/>
            <a:chOff x="283800" y="0"/>
            <a:chExt cx="8860200" cy="4780400"/>
          </a:xfrm>
        </p:grpSpPr>
        <p:cxnSp>
          <p:nvCxnSpPr>
            <p:cNvPr id="273" name="Google Shape;273;p34"/>
            <p:cNvCxnSpPr/>
            <p:nvPr/>
          </p:nvCxnSpPr>
          <p:spPr>
            <a:xfrm>
              <a:off x="4273200" y="4780400"/>
              <a:ext cx="4870800" cy="0"/>
            </a:xfrm>
            <a:prstGeom prst="straightConnector1">
              <a:avLst/>
            </a:prstGeom>
            <a:noFill/>
            <a:ln w="9525" cap="flat" cmpd="sng">
              <a:solidFill>
                <a:schemeClr val="dk1"/>
              </a:solidFill>
              <a:prstDash val="solid"/>
              <a:round/>
              <a:headEnd type="none" w="med" len="med"/>
              <a:tailEnd type="none" w="med" len="med"/>
            </a:ln>
          </p:spPr>
        </p:cxnSp>
        <p:cxnSp>
          <p:nvCxnSpPr>
            <p:cNvPr id="274" name="Google Shape;274;p34"/>
            <p:cNvCxnSpPr/>
            <p:nvPr/>
          </p:nvCxnSpPr>
          <p:spPr>
            <a:xfrm rot="10800000">
              <a:off x="283800" y="0"/>
              <a:ext cx="0" cy="4131000"/>
            </a:xfrm>
            <a:prstGeom prst="straightConnector1">
              <a:avLst/>
            </a:prstGeom>
            <a:noFill/>
            <a:ln w="9525" cap="flat" cmpd="sng">
              <a:solidFill>
                <a:schemeClr val="dk1"/>
              </a:solidFill>
              <a:prstDash val="solid"/>
              <a:round/>
              <a:headEnd type="none" w="med" len="med"/>
              <a:tailEnd type="none" w="med" len="med"/>
            </a:ln>
          </p:spPr>
        </p:cxnSp>
      </p:grpSp>
    </p:spTree>
    <p:extLst>
      <p:ext uri="{BB962C8B-B14F-4D97-AF65-F5344CB8AC3E}">
        <p14:creationId xmlns:p14="http://schemas.microsoft.com/office/powerpoint/2010/main" val="3666834430"/>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matchingName="Blank slide" type="blank" preserve="1">
  <p:cSld name="Blank slide">
    <p:spTree>
      <p:nvGrpSpPr>
        <p:cNvPr id="1" name="Shape 278"/>
        <p:cNvGrpSpPr/>
        <p:nvPr/>
      </p:nvGrpSpPr>
      <p:grpSpPr>
        <a:xfrm>
          <a:off x="0" y="0"/>
          <a:ext cx="0" cy="0"/>
          <a:chOff x="0" y="0"/>
          <a:chExt cx="0" cy="0"/>
        </a:xfrm>
      </p:grpSpPr>
    </p:spTree>
    <p:extLst>
      <p:ext uri="{BB962C8B-B14F-4D97-AF65-F5344CB8AC3E}">
        <p14:creationId xmlns:p14="http://schemas.microsoft.com/office/powerpoint/2010/main" val="2135911609"/>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matchingName="Title only" preserve="1">
  <p:cSld name="Title only">
    <p:spTree>
      <p:nvGrpSpPr>
        <p:cNvPr id="1" name="Shape 279"/>
        <p:cNvGrpSpPr/>
        <p:nvPr/>
      </p:nvGrpSpPr>
      <p:grpSpPr>
        <a:xfrm>
          <a:off x="0" y="0"/>
          <a:ext cx="0" cy="0"/>
          <a:chOff x="0" y="0"/>
          <a:chExt cx="0" cy="0"/>
        </a:xfrm>
      </p:grpSpPr>
      <p:sp>
        <p:nvSpPr>
          <p:cNvPr id="280" name="Google Shape;280;p37"/>
          <p:cNvSpPr txBox="1">
            <a:spLocks noGrp="1"/>
          </p:cNvSpPr>
          <p:nvPr>
            <p:ph type="title"/>
          </p:nvPr>
        </p:nvSpPr>
        <p:spPr>
          <a:xfrm>
            <a:off x="964600" y="681367"/>
            <a:ext cx="10262800" cy="643200"/>
          </a:xfrm>
          <a:prstGeom prst="rect">
            <a:avLst/>
          </a:prstGeom>
        </p:spPr>
        <p:txBody>
          <a:bodyPr spcFirstLastPara="1" wrap="square" lIns="91425" tIns="91425" rIns="91425" bIns="91425" anchor="t" anchorCtr="0">
            <a:noAutofit/>
          </a:bodyPr>
          <a:lstStyle>
            <a:lvl1pPr lvl="0" rtl="0">
              <a:spcBef>
                <a:spcPts val="0"/>
              </a:spcBef>
              <a:spcAft>
                <a:spcPts val="0"/>
              </a:spcAft>
              <a:buSzPts val="2400"/>
              <a:buFont typeface="Arial"/>
              <a:buNone/>
              <a:defRPr>
                <a:solidFill>
                  <a:schemeClr val="lt1"/>
                </a:solidFill>
                <a:latin typeface="Arial"/>
                <a:ea typeface="Arial"/>
                <a:cs typeface="Arial"/>
                <a:sym typeface="Arial"/>
              </a:defRPr>
            </a:lvl1pPr>
            <a:lvl2pPr lvl="1" rtl="0">
              <a:spcBef>
                <a:spcPts val="0"/>
              </a:spcBef>
              <a:spcAft>
                <a:spcPts val="0"/>
              </a:spcAft>
              <a:buSzPts val="2400"/>
              <a:buFont typeface="Arial"/>
              <a:buNone/>
              <a:defRPr>
                <a:latin typeface="Arial"/>
                <a:ea typeface="Arial"/>
                <a:cs typeface="Arial"/>
                <a:sym typeface="Arial"/>
              </a:defRPr>
            </a:lvl2pPr>
            <a:lvl3pPr lvl="2" rtl="0">
              <a:spcBef>
                <a:spcPts val="0"/>
              </a:spcBef>
              <a:spcAft>
                <a:spcPts val="0"/>
              </a:spcAft>
              <a:buSzPts val="2400"/>
              <a:buFont typeface="Arial"/>
              <a:buNone/>
              <a:defRPr>
                <a:latin typeface="Arial"/>
                <a:ea typeface="Arial"/>
                <a:cs typeface="Arial"/>
                <a:sym typeface="Arial"/>
              </a:defRPr>
            </a:lvl3pPr>
            <a:lvl4pPr lvl="3" rtl="0">
              <a:spcBef>
                <a:spcPts val="0"/>
              </a:spcBef>
              <a:spcAft>
                <a:spcPts val="0"/>
              </a:spcAft>
              <a:buSzPts val="2400"/>
              <a:buFont typeface="Arial"/>
              <a:buNone/>
              <a:defRPr>
                <a:latin typeface="Arial"/>
                <a:ea typeface="Arial"/>
                <a:cs typeface="Arial"/>
                <a:sym typeface="Arial"/>
              </a:defRPr>
            </a:lvl4pPr>
            <a:lvl5pPr lvl="4" rtl="0">
              <a:spcBef>
                <a:spcPts val="0"/>
              </a:spcBef>
              <a:spcAft>
                <a:spcPts val="0"/>
              </a:spcAft>
              <a:buSzPts val="2400"/>
              <a:buFont typeface="Arial"/>
              <a:buNone/>
              <a:defRPr>
                <a:latin typeface="Arial"/>
                <a:ea typeface="Arial"/>
                <a:cs typeface="Arial"/>
                <a:sym typeface="Arial"/>
              </a:defRPr>
            </a:lvl5pPr>
            <a:lvl6pPr lvl="5" rtl="0">
              <a:spcBef>
                <a:spcPts val="0"/>
              </a:spcBef>
              <a:spcAft>
                <a:spcPts val="0"/>
              </a:spcAft>
              <a:buSzPts val="2400"/>
              <a:buFont typeface="Arial"/>
              <a:buNone/>
              <a:defRPr>
                <a:latin typeface="Arial"/>
                <a:ea typeface="Arial"/>
                <a:cs typeface="Arial"/>
                <a:sym typeface="Arial"/>
              </a:defRPr>
            </a:lvl6pPr>
            <a:lvl7pPr lvl="6" rtl="0">
              <a:spcBef>
                <a:spcPts val="0"/>
              </a:spcBef>
              <a:spcAft>
                <a:spcPts val="0"/>
              </a:spcAft>
              <a:buSzPts val="2400"/>
              <a:buFont typeface="Arial"/>
              <a:buNone/>
              <a:defRPr>
                <a:latin typeface="Arial"/>
                <a:ea typeface="Arial"/>
                <a:cs typeface="Arial"/>
                <a:sym typeface="Arial"/>
              </a:defRPr>
            </a:lvl7pPr>
            <a:lvl8pPr lvl="7" rtl="0">
              <a:spcBef>
                <a:spcPts val="0"/>
              </a:spcBef>
              <a:spcAft>
                <a:spcPts val="0"/>
              </a:spcAft>
              <a:buSzPts val="2400"/>
              <a:buFont typeface="Arial"/>
              <a:buNone/>
              <a:defRPr>
                <a:latin typeface="Arial"/>
                <a:ea typeface="Arial"/>
                <a:cs typeface="Arial"/>
                <a:sym typeface="Arial"/>
              </a:defRPr>
            </a:lvl8pPr>
            <a:lvl9pPr lvl="8" rtl="0">
              <a:spcBef>
                <a:spcPts val="0"/>
              </a:spcBef>
              <a:spcAft>
                <a:spcPts val="0"/>
              </a:spcAft>
              <a:buSzPts val="2400"/>
              <a:buFont typeface="Arial"/>
              <a:buNone/>
              <a:defRPr>
                <a:latin typeface="Arial"/>
                <a:ea typeface="Arial"/>
                <a:cs typeface="Arial"/>
                <a:sym typeface="Arial"/>
              </a:defRPr>
            </a:lvl9pPr>
          </a:lstStyle>
          <a:p>
            <a:r>
              <a:rPr lang="ja-JP" altLang="en-US"/>
              <a:t>マスター タイトルの書式設定</a:t>
            </a:r>
            <a:endParaRPr/>
          </a:p>
        </p:txBody>
      </p:sp>
    </p:spTree>
    <p:extLst>
      <p:ext uri="{BB962C8B-B14F-4D97-AF65-F5344CB8AC3E}">
        <p14:creationId xmlns:p14="http://schemas.microsoft.com/office/powerpoint/2010/main" val="2753849559"/>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matchingName="Blank slide" type="blank" preserve="1">
  <p:cSld name="Blank slide">
    <p:spTree>
      <p:nvGrpSpPr>
        <p:cNvPr id="1" name="Shape 284"/>
        <p:cNvGrpSpPr/>
        <p:nvPr/>
      </p:nvGrpSpPr>
      <p:grpSpPr>
        <a:xfrm>
          <a:off x="0" y="0"/>
          <a:ext cx="0" cy="0"/>
          <a:chOff x="0" y="0"/>
          <a:chExt cx="0" cy="0"/>
        </a:xfrm>
      </p:grpSpPr>
    </p:spTree>
    <p:extLst>
      <p:ext uri="{BB962C8B-B14F-4D97-AF65-F5344CB8AC3E}">
        <p14:creationId xmlns:p14="http://schemas.microsoft.com/office/powerpoint/2010/main" val="189578403"/>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matchingName="Title only" preserve="1">
  <p:cSld name="Title only">
    <p:spTree>
      <p:nvGrpSpPr>
        <p:cNvPr id="1" name="Shape 285"/>
        <p:cNvGrpSpPr/>
        <p:nvPr/>
      </p:nvGrpSpPr>
      <p:grpSpPr>
        <a:xfrm>
          <a:off x="0" y="0"/>
          <a:ext cx="0" cy="0"/>
          <a:chOff x="0" y="0"/>
          <a:chExt cx="0" cy="0"/>
        </a:xfrm>
      </p:grpSpPr>
      <p:sp>
        <p:nvSpPr>
          <p:cNvPr id="286" name="Google Shape;286;p40"/>
          <p:cNvSpPr txBox="1">
            <a:spLocks noGrp="1"/>
          </p:cNvSpPr>
          <p:nvPr>
            <p:ph type="title"/>
          </p:nvPr>
        </p:nvSpPr>
        <p:spPr>
          <a:xfrm>
            <a:off x="955700" y="681200"/>
            <a:ext cx="10280800" cy="643200"/>
          </a:xfrm>
          <a:prstGeom prst="rect">
            <a:avLst/>
          </a:prstGeom>
        </p:spPr>
        <p:txBody>
          <a:bodyPr spcFirstLastPara="1" wrap="square" lIns="91425" tIns="91425" rIns="91425" bIns="91425" anchor="t" anchorCtr="0">
            <a:noAutofit/>
          </a:bodyPr>
          <a:lstStyle>
            <a:lvl1pPr lvl="0" rtl="0">
              <a:spcBef>
                <a:spcPts val="0"/>
              </a:spcBef>
              <a:spcAft>
                <a:spcPts val="0"/>
              </a:spcAft>
              <a:buSzPts val="2400"/>
              <a:buNone/>
              <a:defRPr>
                <a:solidFill>
                  <a:schemeClr val="lt1"/>
                </a:solidFill>
              </a:defRPr>
            </a:lvl1pPr>
            <a:lvl2pPr lvl="1" rtl="0">
              <a:spcBef>
                <a:spcPts val="0"/>
              </a:spcBef>
              <a:spcAft>
                <a:spcPts val="0"/>
              </a:spcAft>
              <a:buSzPts val="2400"/>
              <a:buNone/>
              <a:defRPr/>
            </a:lvl2pPr>
            <a:lvl3pPr lvl="2" rtl="0">
              <a:spcBef>
                <a:spcPts val="0"/>
              </a:spcBef>
              <a:spcAft>
                <a:spcPts val="0"/>
              </a:spcAft>
              <a:buSzPts val="2400"/>
              <a:buNone/>
              <a:defRPr/>
            </a:lvl3pPr>
            <a:lvl4pPr lvl="3" rtl="0">
              <a:spcBef>
                <a:spcPts val="0"/>
              </a:spcBef>
              <a:spcAft>
                <a:spcPts val="0"/>
              </a:spcAft>
              <a:buSzPts val="2400"/>
              <a:buNone/>
              <a:defRPr/>
            </a:lvl4pPr>
            <a:lvl5pPr lvl="4" rtl="0">
              <a:spcBef>
                <a:spcPts val="0"/>
              </a:spcBef>
              <a:spcAft>
                <a:spcPts val="0"/>
              </a:spcAft>
              <a:buSzPts val="2400"/>
              <a:buNone/>
              <a:defRPr/>
            </a:lvl5pPr>
            <a:lvl6pPr lvl="5" rtl="0">
              <a:spcBef>
                <a:spcPts val="0"/>
              </a:spcBef>
              <a:spcAft>
                <a:spcPts val="0"/>
              </a:spcAft>
              <a:buSzPts val="2400"/>
              <a:buNone/>
              <a:defRPr/>
            </a:lvl6pPr>
            <a:lvl7pPr lvl="6" rtl="0">
              <a:spcBef>
                <a:spcPts val="0"/>
              </a:spcBef>
              <a:spcAft>
                <a:spcPts val="0"/>
              </a:spcAft>
              <a:buSzPts val="2400"/>
              <a:buNone/>
              <a:defRPr/>
            </a:lvl7pPr>
            <a:lvl8pPr lvl="7" rtl="0">
              <a:spcBef>
                <a:spcPts val="0"/>
              </a:spcBef>
              <a:spcAft>
                <a:spcPts val="0"/>
              </a:spcAft>
              <a:buSzPts val="2400"/>
              <a:buNone/>
              <a:defRPr/>
            </a:lvl8pPr>
            <a:lvl9pPr lvl="8" rtl="0">
              <a:spcBef>
                <a:spcPts val="0"/>
              </a:spcBef>
              <a:spcAft>
                <a:spcPts val="0"/>
              </a:spcAft>
              <a:buSzPts val="2400"/>
              <a:buNone/>
              <a:defRPr/>
            </a:lvl9pPr>
          </a:lstStyle>
          <a:p>
            <a:r>
              <a:rPr lang="ja-JP" altLang="en-US"/>
              <a:t>マスター タイトルの書式設定</a:t>
            </a:r>
            <a:endParaRPr/>
          </a:p>
        </p:txBody>
      </p:sp>
    </p:spTree>
    <p:extLst>
      <p:ext uri="{BB962C8B-B14F-4D97-AF65-F5344CB8AC3E}">
        <p14:creationId xmlns:p14="http://schemas.microsoft.com/office/powerpoint/2010/main" val="163865663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s>
</file>

<file path=ppt/slideMasters/_rels/slideMaster2.xml.rels><?xml version="1.0" encoding="UTF-8" standalone="yes"?>
<Relationships xmlns="http://schemas.openxmlformats.org/package/2006/relationships"><Relationship Id="rId3" Type="http://schemas.openxmlformats.org/officeDocument/2006/relationships/theme" Target="../theme/theme2.xml"/><Relationship Id="rId2" Type="http://schemas.openxmlformats.org/officeDocument/2006/relationships/slideLayout" Target="../slideLayouts/slideLayout32.xml"/><Relationship Id="rId1" Type="http://schemas.openxmlformats.org/officeDocument/2006/relationships/slideLayout" Target="../slideLayouts/slideLayout31.xml"/></Relationships>
</file>

<file path=ppt/slideMasters/_rels/slideMaster3.xml.rels><?xml version="1.0" encoding="UTF-8" standalone="yes"?>
<Relationships xmlns="http://schemas.openxmlformats.org/package/2006/relationships"><Relationship Id="rId3" Type="http://schemas.openxmlformats.org/officeDocument/2006/relationships/theme" Target="../theme/theme3.xml"/><Relationship Id="rId2" Type="http://schemas.openxmlformats.org/officeDocument/2006/relationships/slideLayout" Target="../slideLayouts/slideLayout34.xml"/><Relationship Id="rId1" Type="http://schemas.openxmlformats.org/officeDocument/2006/relationships/slideLayout" Target="../slideLayouts/slideLayout33.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950967" y="627533"/>
            <a:ext cx="10290000" cy="733200"/>
          </a:xfrm>
          <a:prstGeom prst="rect">
            <a:avLst/>
          </a:prstGeom>
          <a:noFill/>
          <a:ln>
            <a:noFill/>
          </a:ln>
        </p:spPr>
        <p:txBody>
          <a:bodyPr spcFirstLastPara="1" wrap="square" lIns="91425" tIns="91425" rIns="91425" bIns="91425" anchor="t" anchorCtr="0">
            <a:noAutofit/>
          </a:bodyPr>
          <a:lstStyle>
            <a:lvl1pPr lvl="0" algn="ctr">
              <a:spcBef>
                <a:spcPts val="0"/>
              </a:spcBef>
              <a:spcAft>
                <a:spcPts val="0"/>
              </a:spcAft>
              <a:buClr>
                <a:schemeClr val="dk1"/>
              </a:buClr>
              <a:buSzPts val="3100"/>
              <a:buFont typeface="Golos Text"/>
              <a:buNone/>
              <a:defRPr sz="3100">
                <a:solidFill>
                  <a:schemeClr val="dk1"/>
                </a:solidFill>
                <a:latin typeface="Golos Text"/>
                <a:ea typeface="Golos Text"/>
                <a:cs typeface="Golos Text"/>
                <a:sym typeface="Golos Text"/>
              </a:defRPr>
            </a:lvl1pPr>
            <a:lvl2pPr lvl="1" algn="ctr">
              <a:spcBef>
                <a:spcPts val="0"/>
              </a:spcBef>
              <a:spcAft>
                <a:spcPts val="0"/>
              </a:spcAft>
              <a:buClr>
                <a:schemeClr val="dk1"/>
              </a:buClr>
              <a:buSzPts val="3100"/>
              <a:buFont typeface="Golos Text"/>
              <a:buNone/>
              <a:defRPr sz="3100">
                <a:solidFill>
                  <a:schemeClr val="dk1"/>
                </a:solidFill>
                <a:latin typeface="Golos Text"/>
                <a:ea typeface="Golos Text"/>
                <a:cs typeface="Golos Text"/>
                <a:sym typeface="Golos Text"/>
              </a:defRPr>
            </a:lvl2pPr>
            <a:lvl3pPr lvl="2" algn="ctr">
              <a:spcBef>
                <a:spcPts val="0"/>
              </a:spcBef>
              <a:spcAft>
                <a:spcPts val="0"/>
              </a:spcAft>
              <a:buClr>
                <a:schemeClr val="dk1"/>
              </a:buClr>
              <a:buSzPts val="3100"/>
              <a:buFont typeface="Golos Text"/>
              <a:buNone/>
              <a:defRPr sz="3100">
                <a:solidFill>
                  <a:schemeClr val="dk1"/>
                </a:solidFill>
                <a:latin typeface="Golos Text"/>
                <a:ea typeface="Golos Text"/>
                <a:cs typeface="Golos Text"/>
                <a:sym typeface="Golos Text"/>
              </a:defRPr>
            </a:lvl3pPr>
            <a:lvl4pPr lvl="3" algn="ctr">
              <a:spcBef>
                <a:spcPts val="0"/>
              </a:spcBef>
              <a:spcAft>
                <a:spcPts val="0"/>
              </a:spcAft>
              <a:buClr>
                <a:schemeClr val="dk1"/>
              </a:buClr>
              <a:buSzPts val="3100"/>
              <a:buFont typeface="Golos Text"/>
              <a:buNone/>
              <a:defRPr sz="3100">
                <a:solidFill>
                  <a:schemeClr val="dk1"/>
                </a:solidFill>
                <a:latin typeface="Golos Text"/>
                <a:ea typeface="Golos Text"/>
                <a:cs typeface="Golos Text"/>
                <a:sym typeface="Golos Text"/>
              </a:defRPr>
            </a:lvl4pPr>
            <a:lvl5pPr lvl="4" algn="ctr">
              <a:spcBef>
                <a:spcPts val="0"/>
              </a:spcBef>
              <a:spcAft>
                <a:spcPts val="0"/>
              </a:spcAft>
              <a:buClr>
                <a:schemeClr val="dk1"/>
              </a:buClr>
              <a:buSzPts val="3100"/>
              <a:buFont typeface="Golos Text"/>
              <a:buNone/>
              <a:defRPr sz="3100">
                <a:solidFill>
                  <a:schemeClr val="dk1"/>
                </a:solidFill>
                <a:latin typeface="Golos Text"/>
                <a:ea typeface="Golos Text"/>
                <a:cs typeface="Golos Text"/>
                <a:sym typeface="Golos Text"/>
              </a:defRPr>
            </a:lvl5pPr>
            <a:lvl6pPr lvl="5" algn="ctr">
              <a:spcBef>
                <a:spcPts val="0"/>
              </a:spcBef>
              <a:spcAft>
                <a:spcPts val="0"/>
              </a:spcAft>
              <a:buClr>
                <a:schemeClr val="dk1"/>
              </a:buClr>
              <a:buSzPts val="3100"/>
              <a:buFont typeface="Golos Text"/>
              <a:buNone/>
              <a:defRPr sz="3100">
                <a:solidFill>
                  <a:schemeClr val="dk1"/>
                </a:solidFill>
                <a:latin typeface="Golos Text"/>
                <a:ea typeface="Golos Text"/>
                <a:cs typeface="Golos Text"/>
                <a:sym typeface="Golos Text"/>
              </a:defRPr>
            </a:lvl6pPr>
            <a:lvl7pPr lvl="6" algn="ctr">
              <a:spcBef>
                <a:spcPts val="0"/>
              </a:spcBef>
              <a:spcAft>
                <a:spcPts val="0"/>
              </a:spcAft>
              <a:buClr>
                <a:schemeClr val="dk1"/>
              </a:buClr>
              <a:buSzPts val="3100"/>
              <a:buFont typeface="Golos Text"/>
              <a:buNone/>
              <a:defRPr sz="3100">
                <a:solidFill>
                  <a:schemeClr val="dk1"/>
                </a:solidFill>
                <a:latin typeface="Golos Text"/>
                <a:ea typeface="Golos Text"/>
                <a:cs typeface="Golos Text"/>
                <a:sym typeface="Golos Text"/>
              </a:defRPr>
            </a:lvl7pPr>
            <a:lvl8pPr lvl="7" algn="ctr">
              <a:spcBef>
                <a:spcPts val="0"/>
              </a:spcBef>
              <a:spcAft>
                <a:spcPts val="0"/>
              </a:spcAft>
              <a:buClr>
                <a:schemeClr val="dk1"/>
              </a:buClr>
              <a:buSzPts val="3100"/>
              <a:buFont typeface="Golos Text"/>
              <a:buNone/>
              <a:defRPr sz="3100">
                <a:solidFill>
                  <a:schemeClr val="dk1"/>
                </a:solidFill>
                <a:latin typeface="Golos Text"/>
                <a:ea typeface="Golos Text"/>
                <a:cs typeface="Golos Text"/>
                <a:sym typeface="Golos Text"/>
              </a:defRPr>
            </a:lvl8pPr>
            <a:lvl9pPr lvl="8" algn="ctr">
              <a:spcBef>
                <a:spcPts val="0"/>
              </a:spcBef>
              <a:spcAft>
                <a:spcPts val="0"/>
              </a:spcAft>
              <a:buClr>
                <a:schemeClr val="dk1"/>
              </a:buClr>
              <a:buSzPts val="3100"/>
              <a:buFont typeface="Golos Text"/>
              <a:buNone/>
              <a:defRPr sz="3100">
                <a:solidFill>
                  <a:schemeClr val="dk1"/>
                </a:solidFill>
                <a:latin typeface="Golos Text"/>
                <a:ea typeface="Golos Text"/>
                <a:cs typeface="Golos Text"/>
                <a:sym typeface="Golos Text"/>
              </a:defRPr>
            </a:lvl9pPr>
          </a:lstStyle>
          <a:p>
            <a:endParaRPr dirty="0"/>
          </a:p>
        </p:txBody>
      </p:sp>
      <p:sp>
        <p:nvSpPr>
          <p:cNvPr id="7" name="Google Shape;7;p1"/>
          <p:cNvSpPr txBox="1">
            <a:spLocks noGrp="1"/>
          </p:cNvSpPr>
          <p:nvPr>
            <p:ph type="body" idx="1"/>
          </p:nvPr>
        </p:nvSpPr>
        <p:spPr>
          <a:xfrm>
            <a:off x="950967" y="1729867"/>
            <a:ext cx="10290000" cy="4362000"/>
          </a:xfrm>
          <a:prstGeom prst="rect">
            <a:avLst/>
          </a:prstGeom>
          <a:noFill/>
          <a:ln>
            <a:noFill/>
          </a:ln>
        </p:spPr>
        <p:txBody>
          <a:bodyPr spcFirstLastPara="1" wrap="square" lIns="91425" tIns="91425" rIns="91425" bIns="91425" anchor="t" anchorCtr="0">
            <a:noAutofit/>
          </a:bodyPr>
          <a:lstStyle>
            <a:lvl1pPr marL="457200" lvl="0" indent="-317500">
              <a:lnSpc>
                <a:spcPct val="115000"/>
              </a:lnSpc>
              <a:spcBef>
                <a:spcPts val="0"/>
              </a:spcBef>
              <a:spcAft>
                <a:spcPts val="0"/>
              </a:spcAft>
              <a:buClr>
                <a:schemeClr val="dk1"/>
              </a:buClr>
              <a:buSzPts val="1400"/>
              <a:buFont typeface="Commissioner"/>
              <a:buChar char="●"/>
              <a:defRPr>
                <a:solidFill>
                  <a:schemeClr val="dk1"/>
                </a:solidFill>
                <a:latin typeface="Commissioner"/>
                <a:ea typeface="Commissioner"/>
                <a:cs typeface="Commissioner"/>
                <a:sym typeface="Commissioner"/>
              </a:defRPr>
            </a:lvl1pPr>
            <a:lvl2pPr marL="914400" lvl="1" indent="-317500">
              <a:lnSpc>
                <a:spcPct val="115000"/>
              </a:lnSpc>
              <a:spcBef>
                <a:spcPts val="1600"/>
              </a:spcBef>
              <a:spcAft>
                <a:spcPts val="0"/>
              </a:spcAft>
              <a:buClr>
                <a:schemeClr val="dk1"/>
              </a:buClr>
              <a:buSzPts val="1400"/>
              <a:buFont typeface="Commissioner"/>
              <a:buChar char="○"/>
              <a:defRPr>
                <a:solidFill>
                  <a:schemeClr val="dk1"/>
                </a:solidFill>
                <a:latin typeface="Commissioner"/>
                <a:ea typeface="Commissioner"/>
                <a:cs typeface="Commissioner"/>
                <a:sym typeface="Commissioner"/>
              </a:defRPr>
            </a:lvl2pPr>
            <a:lvl3pPr marL="1371600" lvl="2" indent="-317500">
              <a:lnSpc>
                <a:spcPct val="115000"/>
              </a:lnSpc>
              <a:spcBef>
                <a:spcPts val="1600"/>
              </a:spcBef>
              <a:spcAft>
                <a:spcPts val="0"/>
              </a:spcAft>
              <a:buClr>
                <a:schemeClr val="dk1"/>
              </a:buClr>
              <a:buSzPts val="1400"/>
              <a:buFont typeface="Commissioner"/>
              <a:buChar char="■"/>
              <a:defRPr>
                <a:solidFill>
                  <a:schemeClr val="dk1"/>
                </a:solidFill>
                <a:latin typeface="Commissioner"/>
                <a:ea typeface="Commissioner"/>
                <a:cs typeface="Commissioner"/>
                <a:sym typeface="Commissioner"/>
              </a:defRPr>
            </a:lvl3pPr>
            <a:lvl4pPr marL="1828800" lvl="3" indent="-317500">
              <a:lnSpc>
                <a:spcPct val="115000"/>
              </a:lnSpc>
              <a:spcBef>
                <a:spcPts val="1600"/>
              </a:spcBef>
              <a:spcAft>
                <a:spcPts val="0"/>
              </a:spcAft>
              <a:buClr>
                <a:schemeClr val="dk1"/>
              </a:buClr>
              <a:buSzPts val="1400"/>
              <a:buFont typeface="Commissioner"/>
              <a:buChar char="●"/>
              <a:defRPr>
                <a:solidFill>
                  <a:schemeClr val="dk1"/>
                </a:solidFill>
                <a:latin typeface="Commissioner"/>
                <a:ea typeface="Commissioner"/>
                <a:cs typeface="Commissioner"/>
                <a:sym typeface="Commissioner"/>
              </a:defRPr>
            </a:lvl4pPr>
            <a:lvl5pPr marL="2286000" lvl="4" indent="-317500">
              <a:lnSpc>
                <a:spcPct val="115000"/>
              </a:lnSpc>
              <a:spcBef>
                <a:spcPts val="1600"/>
              </a:spcBef>
              <a:spcAft>
                <a:spcPts val="0"/>
              </a:spcAft>
              <a:buClr>
                <a:schemeClr val="dk1"/>
              </a:buClr>
              <a:buSzPts val="1400"/>
              <a:buFont typeface="Commissioner"/>
              <a:buChar char="○"/>
              <a:defRPr>
                <a:solidFill>
                  <a:schemeClr val="dk1"/>
                </a:solidFill>
                <a:latin typeface="Commissioner"/>
                <a:ea typeface="Commissioner"/>
                <a:cs typeface="Commissioner"/>
                <a:sym typeface="Commissioner"/>
              </a:defRPr>
            </a:lvl5pPr>
            <a:lvl6pPr marL="2743200" lvl="5" indent="-317500">
              <a:lnSpc>
                <a:spcPct val="115000"/>
              </a:lnSpc>
              <a:spcBef>
                <a:spcPts val="1600"/>
              </a:spcBef>
              <a:spcAft>
                <a:spcPts val="0"/>
              </a:spcAft>
              <a:buClr>
                <a:schemeClr val="dk1"/>
              </a:buClr>
              <a:buSzPts val="1400"/>
              <a:buFont typeface="Commissioner"/>
              <a:buChar char="■"/>
              <a:defRPr>
                <a:solidFill>
                  <a:schemeClr val="dk1"/>
                </a:solidFill>
                <a:latin typeface="Commissioner"/>
                <a:ea typeface="Commissioner"/>
                <a:cs typeface="Commissioner"/>
                <a:sym typeface="Commissioner"/>
              </a:defRPr>
            </a:lvl6pPr>
            <a:lvl7pPr marL="3200400" lvl="6" indent="-317500">
              <a:lnSpc>
                <a:spcPct val="115000"/>
              </a:lnSpc>
              <a:spcBef>
                <a:spcPts val="1600"/>
              </a:spcBef>
              <a:spcAft>
                <a:spcPts val="0"/>
              </a:spcAft>
              <a:buClr>
                <a:schemeClr val="dk1"/>
              </a:buClr>
              <a:buSzPts val="1400"/>
              <a:buFont typeface="Commissioner"/>
              <a:buChar char="●"/>
              <a:defRPr>
                <a:solidFill>
                  <a:schemeClr val="dk1"/>
                </a:solidFill>
                <a:latin typeface="Commissioner"/>
                <a:ea typeface="Commissioner"/>
                <a:cs typeface="Commissioner"/>
                <a:sym typeface="Commissioner"/>
              </a:defRPr>
            </a:lvl7pPr>
            <a:lvl8pPr marL="3657600" lvl="7" indent="-317500">
              <a:lnSpc>
                <a:spcPct val="115000"/>
              </a:lnSpc>
              <a:spcBef>
                <a:spcPts val="1600"/>
              </a:spcBef>
              <a:spcAft>
                <a:spcPts val="0"/>
              </a:spcAft>
              <a:buClr>
                <a:schemeClr val="dk1"/>
              </a:buClr>
              <a:buSzPts val="1400"/>
              <a:buFont typeface="Commissioner"/>
              <a:buChar char="○"/>
              <a:defRPr>
                <a:solidFill>
                  <a:schemeClr val="dk1"/>
                </a:solidFill>
                <a:latin typeface="Commissioner"/>
                <a:ea typeface="Commissioner"/>
                <a:cs typeface="Commissioner"/>
                <a:sym typeface="Commissioner"/>
              </a:defRPr>
            </a:lvl8pPr>
            <a:lvl9pPr marL="4114800" lvl="8" indent="-317500">
              <a:lnSpc>
                <a:spcPct val="115000"/>
              </a:lnSpc>
              <a:spcBef>
                <a:spcPts val="1600"/>
              </a:spcBef>
              <a:spcAft>
                <a:spcPts val="1600"/>
              </a:spcAft>
              <a:buClr>
                <a:schemeClr val="dk1"/>
              </a:buClr>
              <a:buSzPts val="1400"/>
              <a:buFont typeface="Commissioner"/>
              <a:buChar char="■"/>
              <a:defRPr>
                <a:solidFill>
                  <a:schemeClr val="dk1"/>
                </a:solidFill>
                <a:latin typeface="Commissioner"/>
                <a:ea typeface="Commissioner"/>
                <a:cs typeface="Commissioner"/>
                <a:sym typeface="Commissioner"/>
              </a:defRPr>
            </a:lvl9pPr>
          </a:lstStyle>
          <a:p>
            <a:endParaRPr dirty="0"/>
          </a:p>
        </p:txBody>
      </p:sp>
    </p:spTree>
    <p:extLst>
      <p:ext uri="{BB962C8B-B14F-4D97-AF65-F5344CB8AC3E}">
        <p14:creationId xmlns:p14="http://schemas.microsoft.com/office/powerpoint/2010/main" val="3756319471"/>
      </p:ext>
    </p:extLst>
  </p:cSld>
  <p:clrMap bg1="lt1" tx1="dk1" bg2="dk2" tx2="lt2" accent1="accent1" accent2="accent2" accent3="accent3" accent4="accent4" accent5="accent5" accent6="accent6" hlink="hlink" folHlink="folHlink"/>
  <p:sldLayoutIdLst>
    <p:sldLayoutId id="2147483661" r:id="rId1"/>
    <p:sldLayoutId id="2147483663" r:id="rId2"/>
    <p:sldLayoutId id="2147483664" r:id="rId3"/>
    <p:sldLayoutId id="2147483665" r:id="rId4"/>
    <p:sldLayoutId id="2147483666" r:id="rId5"/>
    <p:sldLayoutId id="2147483667" r:id="rId6"/>
    <p:sldLayoutId id="2147483669" r:id="rId7"/>
    <p:sldLayoutId id="2147483670" r:id="rId8"/>
    <p:sldLayoutId id="2147483671" r:id="rId9"/>
    <p:sldLayoutId id="2147483672" r:id="rId10"/>
    <p:sldLayoutId id="2147483673" r:id="rId11"/>
    <p:sldLayoutId id="2147483674" r:id="rId12"/>
    <p:sldLayoutId id="2147483675" r:id="rId13"/>
    <p:sldLayoutId id="2147483677" r:id="rId14"/>
    <p:sldLayoutId id="2147483678" r:id="rId15"/>
    <p:sldLayoutId id="2147483679" r:id="rId16"/>
    <p:sldLayoutId id="2147483680" r:id="rId17"/>
    <p:sldLayoutId id="2147483681" r:id="rId18"/>
    <p:sldLayoutId id="2147483682" r:id="rId19"/>
    <p:sldLayoutId id="2147483683" r:id="rId20"/>
    <p:sldLayoutId id="2147483684" r:id="rId21"/>
    <p:sldLayoutId id="2147483685" r:id="rId22"/>
    <p:sldLayoutId id="2147483686" r:id="rId23"/>
    <p:sldLayoutId id="2147483687" r:id="rId24"/>
    <p:sldLayoutId id="2147483688" r:id="rId25"/>
    <p:sldLayoutId id="2147483689" r:id="rId26"/>
    <p:sldLayoutId id="2147483690" r:id="rId27"/>
    <p:sldLayoutId id="2147483691" r:id="rId28"/>
    <p:sldLayoutId id="2147483692" r:id="rId29"/>
    <p:sldLayoutId id="2147483693" r:id="rId30"/>
  </p:sldLayoutIdLst>
  <p:txStyles>
    <p:title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kumimoji="1" sz="1867" b="0" i="0" u="none" strike="noStrike" cap="none">
          <a:solidFill>
            <a:srgbClr val="000000"/>
          </a:solidFill>
          <a:latin typeface="LINE Seed JP App_TTF Bold" panose="02020700000000000000" pitchFamily="18" charset="-128"/>
          <a:ea typeface="LINE Seed JP App_TTF Bold" panose="02020700000000000000" pitchFamily="18" charset="-128"/>
          <a:cs typeface="Arial"/>
          <a:sym typeface="Arial"/>
        </a:defRPr>
      </a:lvl1pPr>
      <a:lvl2pPr marR="0" lvl="1" algn="l" rtl="0" eaLnBrk="1" hangingPunct="1">
        <a:lnSpc>
          <a:spcPct val="100000"/>
        </a:lnSpc>
        <a:spcBef>
          <a:spcPts val="0"/>
        </a:spcBef>
        <a:spcAft>
          <a:spcPts val="0"/>
        </a:spcAft>
        <a:buClr>
          <a:srgbClr val="000000"/>
        </a:buClr>
        <a:buFont typeface="Arial"/>
        <a:defRPr kumimoji="1" sz="1867"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kumimoji="1" sz="1867"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kumimoji="1" sz="1867"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kumimoji="1" sz="1867"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kumimoji="1" sz="1867"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kumimoji="1" sz="1867"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kumimoji="1" sz="1867"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kumimoji="1" sz="1867"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kumimoji="1" sz="1867" b="0" i="0" u="none" strike="noStrike" cap="none">
          <a:solidFill>
            <a:srgbClr val="000000"/>
          </a:solidFill>
          <a:latin typeface="LINE Seed JP App_TTF Regular" panose="02020500000000000000" pitchFamily="18" charset="-128"/>
          <a:ea typeface="LINE Seed JP App_TTF Regular" panose="02020500000000000000" pitchFamily="18" charset="-128"/>
          <a:cs typeface="Arial"/>
          <a:sym typeface="Arial"/>
        </a:defRPr>
      </a:lvl1pPr>
      <a:lvl2pPr marR="0" lvl="1" algn="l" rtl="0" eaLnBrk="1" hangingPunct="1">
        <a:lnSpc>
          <a:spcPct val="100000"/>
        </a:lnSpc>
        <a:spcBef>
          <a:spcPts val="0"/>
        </a:spcBef>
        <a:spcAft>
          <a:spcPts val="0"/>
        </a:spcAft>
        <a:buClr>
          <a:srgbClr val="000000"/>
        </a:buClr>
        <a:buFont typeface="Arial"/>
        <a:defRPr kumimoji="1" sz="1867"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kumimoji="1" sz="1867"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kumimoji="1" sz="1867"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kumimoji="1" sz="1867"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kumimoji="1" sz="1867"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kumimoji="1" sz="1867"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kumimoji="1" sz="1867"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kumimoji="1" sz="1867"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kumimoji="1" sz="1867"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kumimoji="1" sz="1867"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kumimoji="1" sz="1867"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kumimoji="1" sz="1867"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kumimoji="1" sz="1867"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kumimoji="1" sz="1867"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kumimoji="1" sz="1867"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kumimoji="1" sz="1867"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kumimoji="1" sz="1867"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rgbClr val="0E2A47"/>
        </a:solidFill>
        <a:effectLst/>
      </p:bgPr>
    </p:bg>
    <p:spTree>
      <p:nvGrpSpPr>
        <p:cNvPr id="1" name="Shape 275"/>
        <p:cNvGrpSpPr/>
        <p:nvPr/>
      </p:nvGrpSpPr>
      <p:grpSpPr>
        <a:xfrm>
          <a:off x="0" y="0"/>
          <a:ext cx="0" cy="0"/>
          <a:chOff x="0" y="0"/>
          <a:chExt cx="0" cy="0"/>
        </a:xfrm>
      </p:grpSpPr>
      <p:sp>
        <p:nvSpPr>
          <p:cNvPr id="276" name="Google Shape;276;p35"/>
          <p:cNvSpPr txBox="1">
            <a:spLocks noGrp="1"/>
          </p:cNvSpPr>
          <p:nvPr>
            <p:ph type="title"/>
          </p:nvPr>
        </p:nvSpPr>
        <p:spPr>
          <a:xfrm>
            <a:off x="1424133" y="1244600"/>
            <a:ext cx="9396400" cy="643200"/>
          </a:xfrm>
          <a:prstGeom prst="rect">
            <a:avLst/>
          </a:prstGeom>
          <a:noFill/>
          <a:ln>
            <a:noFill/>
          </a:ln>
        </p:spPr>
        <p:txBody>
          <a:bodyPr spcFirstLastPara="1" wrap="square" lIns="91425" tIns="91425" rIns="91425" bIns="91425" anchor="t" anchorCtr="0">
            <a:noAutofit/>
          </a:bodyPr>
          <a:lstStyle>
            <a:lvl1pPr lvl="0" algn="ctr" rtl="0">
              <a:spcBef>
                <a:spcPts val="0"/>
              </a:spcBef>
              <a:spcAft>
                <a:spcPts val="0"/>
              </a:spcAft>
              <a:buClr>
                <a:srgbClr val="FFFFFF"/>
              </a:buClr>
              <a:buSzPts val="2400"/>
              <a:buFont typeface="Proxima Nova Semibold"/>
              <a:buNone/>
              <a:defRPr sz="2400">
                <a:solidFill>
                  <a:srgbClr val="FFFFFF"/>
                </a:solidFill>
                <a:latin typeface="Proxima Nova Semibold"/>
                <a:ea typeface="Proxima Nova Semibold"/>
                <a:cs typeface="Proxima Nova Semibold"/>
                <a:sym typeface="Proxima Nova Semibold"/>
              </a:defRPr>
            </a:lvl1pPr>
            <a:lvl2pPr lvl="1" algn="ctr" rtl="0">
              <a:spcBef>
                <a:spcPts val="0"/>
              </a:spcBef>
              <a:spcAft>
                <a:spcPts val="0"/>
              </a:spcAft>
              <a:buClr>
                <a:srgbClr val="FFFFFF"/>
              </a:buClr>
              <a:buSzPts val="2400"/>
              <a:buFont typeface="Proxima Nova Semibold"/>
              <a:buNone/>
              <a:defRPr sz="2400">
                <a:solidFill>
                  <a:srgbClr val="FFFFFF"/>
                </a:solidFill>
                <a:latin typeface="Proxima Nova Semibold"/>
                <a:ea typeface="Proxima Nova Semibold"/>
                <a:cs typeface="Proxima Nova Semibold"/>
                <a:sym typeface="Proxima Nova Semibold"/>
              </a:defRPr>
            </a:lvl2pPr>
            <a:lvl3pPr lvl="2" algn="ctr" rtl="0">
              <a:spcBef>
                <a:spcPts val="0"/>
              </a:spcBef>
              <a:spcAft>
                <a:spcPts val="0"/>
              </a:spcAft>
              <a:buClr>
                <a:srgbClr val="FFFFFF"/>
              </a:buClr>
              <a:buSzPts val="2400"/>
              <a:buFont typeface="Proxima Nova Semibold"/>
              <a:buNone/>
              <a:defRPr sz="2400">
                <a:solidFill>
                  <a:srgbClr val="FFFFFF"/>
                </a:solidFill>
                <a:latin typeface="Proxima Nova Semibold"/>
                <a:ea typeface="Proxima Nova Semibold"/>
                <a:cs typeface="Proxima Nova Semibold"/>
                <a:sym typeface="Proxima Nova Semibold"/>
              </a:defRPr>
            </a:lvl3pPr>
            <a:lvl4pPr lvl="3" algn="ctr" rtl="0">
              <a:spcBef>
                <a:spcPts val="0"/>
              </a:spcBef>
              <a:spcAft>
                <a:spcPts val="0"/>
              </a:spcAft>
              <a:buClr>
                <a:srgbClr val="FFFFFF"/>
              </a:buClr>
              <a:buSzPts val="2400"/>
              <a:buFont typeface="Proxima Nova Semibold"/>
              <a:buNone/>
              <a:defRPr sz="2400">
                <a:solidFill>
                  <a:srgbClr val="FFFFFF"/>
                </a:solidFill>
                <a:latin typeface="Proxima Nova Semibold"/>
                <a:ea typeface="Proxima Nova Semibold"/>
                <a:cs typeface="Proxima Nova Semibold"/>
                <a:sym typeface="Proxima Nova Semibold"/>
              </a:defRPr>
            </a:lvl4pPr>
            <a:lvl5pPr lvl="4" algn="ctr" rtl="0">
              <a:spcBef>
                <a:spcPts val="0"/>
              </a:spcBef>
              <a:spcAft>
                <a:spcPts val="0"/>
              </a:spcAft>
              <a:buClr>
                <a:srgbClr val="FFFFFF"/>
              </a:buClr>
              <a:buSzPts val="2400"/>
              <a:buFont typeface="Proxima Nova Semibold"/>
              <a:buNone/>
              <a:defRPr sz="2400">
                <a:solidFill>
                  <a:srgbClr val="FFFFFF"/>
                </a:solidFill>
                <a:latin typeface="Proxima Nova Semibold"/>
                <a:ea typeface="Proxima Nova Semibold"/>
                <a:cs typeface="Proxima Nova Semibold"/>
                <a:sym typeface="Proxima Nova Semibold"/>
              </a:defRPr>
            </a:lvl5pPr>
            <a:lvl6pPr lvl="5" algn="ctr" rtl="0">
              <a:spcBef>
                <a:spcPts val="0"/>
              </a:spcBef>
              <a:spcAft>
                <a:spcPts val="0"/>
              </a:spcAft>
              <a:buClr>
                <a:srgbClr val="FFFFFF"/>
              </a:buClr>
              <a:buSzPts val="2400"/>
              <a:buFont typeface="Proxima Nova Semibold"/>
              <a:buNone/>
              <a:defRPr sz="2400">
                <a:solidFill>
                  <a:srgbClr val="FFFFFF"/>
                </a:solidFill>
                <a:latin typeface="Proxima Nova Semibold"/>
                <a:ea typeface="Proxima Nova Semibold"/>
                <a:cs typeface="Proxima Nova Semibold"/>
                <a:sym typeface="Proxima Nova Semibold"/>
              </a:defRPr>
            </a:lvl6pPr>
            <a:lvl7pPr lvl="6" algn="ctr" rtl="0">
              <a:spcBef>
                <a:spcPts val="0"/>
              </a:spcBef>
              <a:spcAft>
                <a:spcPts val="0"/>
              </a:spcAft>
              <a:buClr>
                <a:srgbClr val="FFFFFF"/>
              </a:buClr>
              <a:buSzPts val="2400"/>
              <a:buFont typeface="Proxima Nova Semibold"/>
              <a:buNone/>
              <a:defRPr sz="2400">
                <a:solidFill>
                  <a:srgbClr val="FFFFFF"/>
                </a:solidFill>
                <a:latin typeface="Proxima Nova Semibold"/>
                <a:ea typeface="Proxima Nova Semibold"/>
                <a:cs typeface="Proxima Nova Semibold"/>
                <a:sym typeface="Proxima Nova Semibold"/>
              </a:defRPr>
            </a:lvl7pPr>
            <a:lvl8pPr lvl="7" algn="ctr" rtl="0">
              <a:spcBef>
                <a:spcPts val="0"/>
              </a:spcBef>
              <a:spcAft>
                <a:spcPts val="0"/>
              </a:spcAft>
              <a:buClr>
                <a:srgbClr val="FFFFFF"/>
              </a:buClr>
              <a:buSzPts val="2400"/>
              <a:buFont typeface="Proxima Nova Semibold"/>
              <a:buNone/>
              <a:defRPr sz="2400">
                <a:solidFill>
                  <a:srgbClr val="FFFFFF"/>
                </a:solidFill>
                <a:latin typeface="Proxima Nova Semibold"/>
                <a:ea typeface="Proxima Nova Semibold"/>
                <a:cs typeface="Proxima Nova Semibold"/>
                <a:sym typeface="Proxima Nova Semibold"/>
              </a:defRPr>
            </a:lvl8pPr>
            <a:lvl9pPr lvl="8" algn="ctr" rtl="0">
              <a:spcBef>
                <a:spcPts val="0"/>
              </a:spcBef>
              <a:spcAft>
                <a:spcPts val="0"/>
              </a:spcAft>
              <a:buClr>
                <a:srgbClr val="FFFFFF"/>
              </a:buClr>
              <a:buSzPts val="2400"/>
              <a:buFont typeface="Proxima Nova Semibold"/>
              <a:buNone/>
              <a:defRPr sz="2400">
                <a:solidFill>
                  <a:srgbClr val="FFFFFF"/>
                </a:solidFill>
                <a:latin typeface="Proxima Nova Semibold"/>
                <a:ea typeface="Proxima Nova Semibold"/>
                <a:cs typeface="Proxima Nova Semibold"/>
                <a:sym typeface="Proxima Nova Semibold"/>
              </a:defRPr>
            </a:lvl9pPr>
          </a:lstStyle>
          <a:p>
            <a:endParaRPr/>
          </a:p>
        </p:txBody>
      </p:sp>
      <p:sp>
        <p:nvSpPr>
          <p:cNvPr id="277" name="Google Shape;277;p35"/>
          <p:cNvSpPr txBox="1">
            <a:spLocks noGrp="1"/>
          </p:cNvSpPr>
          <p:nvPr>
            <p:ph type="body" idx="1"/>
          </p:nvPr>
        </p:nvSpPr>
        <p:spPr>
          <a:xfrm>
            <a:off x="1424133" y="2260600"/>
            <a:ext cx="9396400" cy="3336000"/>
          </a:xfrm>
          <a:prstGeom prst="rect">
            <a:avLst/>
          </a:prstGeom>
          <a:noFill/>
          <a:ln>
            <a:noFill/>
          </a:ln>
        </p:spPr>
        <p:txBody>
          <a:bodyPr spcFirstLastPara="1" wrap="square" lIns="91425" tIns="91425" rIns="91425" bIns="91425" anchor="t" anchorCtr="0">
            <a:noAutofit/>
          </a:bodyPr>
          <a:lstStyle>
            <a:lvl1pPr marL="457200" lvl="0" indent="-29845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1pPr>
            <a:lvl2pPr marL="914400" lvl="1" indent="-29845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2pPr>
            <a:lvl3pPr marL="1371600" lvl="2" indent="-29845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3pPr>
            <a:lvl4pPr marL="1828800" lvl="3" indent="-29845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4pPr>
            <a:lvl5pPr marL="2286000" lvl="4" indent="-29845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5pPr>
            <a:lvl6pPr marL="2743200" lvl="5" indent="-29845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6pPr>
            <a:lvl7pPr marL="3200400" lvl="6" indent="-29845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7pPr>
            <a:lvl8pPr marL="3657600" lvl="7" indent="-29845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8pPr>
            <a:lvl9pPr marL="4114800" lvl="8" indent="-29845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9pPr>
          </a:lstStyle>
          <a:p>
            <a:endParaRPr/>
          </a:p>
        </p:txBody>
      </p:sp>
    </p:spTree>
    <p:extLst>
      <p:ext uri="{BB962C8B-B14F-4D97-AF65-F5344CB8AC3E}">
        <p14:creationId xmlns:p14="http://schemas.microsoft.com/office/powerpoint/2010/main" val="30135230"/>
      </p:ext>
    </p:extLst>
  </p:cSld>
  <p:clrMap bg1="lt1" tx1="dk1" bg2="dk2" tx2="lt2" accent1="accent1" accent2="accent2" accent3="accent3" accent4="accent4" accent5="accent5" accent6="accent6" hlink="hlink" folHlink="folHlink"/>
  <p:sldLayoutIdLst>
    <p:sldLayoutId id="2147483695" r:id="rId1"/>
    <p:sldLayoutId id="2147483696" r:id="rId2"/>
  </p:sldLayoutIdLst>
  <p:hf sldNum="0" hdr="0" ftr="0" dt="0"/>
  <p:txStyles>
    <p:title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kumimoji="1" sz="1867"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kumimoji="1" sz="1867"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kumimoji="1" sz="1867"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kumimoji="1" sz="1867"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kumimoji="1" sz="1867"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kumimoji="1" sz="1867"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kumimoji="1" sz="1867"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kumimoji="1" sz="1867"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kumimoji="1" sz="1867"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kumimoji="1" sz="1867"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kumimoji="1" sz="1867"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kumimoji="1" sz="1867"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kumimoji="1" sz="1867"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kumimoji="1" sz="1867"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kumimoji="1" sz="1867"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kumimoji="1" sz="1867"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kumimoji="1" sz="1867"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kumimoji="1" sz="1867"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kumimoji="1" sz="1867"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kumimoji="1" sz="1867"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kumimoji="1" sz="1867"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kumimoji="1" sz="1867"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kumimoji="1" sz="1867"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kumimoji="1" sz="1867"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kumimoji="1" sz="1867"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kumimoji="1" sz="1867"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kumimoji="1" sz="1867" b="0" i="0" u="none" strike="noStrike" cap="none">
          <a:solidFill>
            <a:srgbClr val="000000"/>
          </a:solidFill>
          <a:latin typeface="Arial"/>
          <a:ea typeface="Arial"/>
          <a:cs typeface="Arial"/>
          <a:sym typeface="Arial"/>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rgbClr val="0E2A47"/>
        </a:solidFill>
        <a:effectLst/>
      </p:bgPr>
    </p:bg>
    <p:spTree>
      <p:nvGrpSpPr>
        <p:cNvPr id="1" name="Shape 281"/>
        <p:cNvGrpSpPr/>
        <p:nvPr/>
      </p:nvGrpSpPr>
      <p:grpSpPr>
        <a:xfrm>
          <a:off x="0" y="0"/>
          <a:ext cx="0" cy="0"/>
          <a:chOff x="0" y="0"/>
          <a:chExt cx="0" cy="0"/>
        </a:xfrm>
      </p:grpSpPr>
      <p:sp>
        <p:nvSpPr>
          <p:cNvPr id="282" name="Google Shape;282;p38"/>
          <p:cNvSpPr txBox="1">
            <a:spLocks noGrp="1"/>
          </p:cNvSpPr>
          <p:nvPr>
            <p:ph type="title"/>
          </p:nvPr>
        </p:nvSpPr>
        <p:spPr>
          <a:xfrm>
            <a:off x="1424133" y="1244600"/>
            <a:ext cx="9396400" cy="643200"/>
          </a:xfrm>
          <a:prstGeom prst="rect">
            <a:avLst/>
          </a:prstGeom>
          <a:noFill/>
          <a:ln>
            <a:noFill/>
          </a:ln>
        </p:spPr>
        <p:txBody>
          <a:bodyPr spcFirstLastPara="1" wrap="square" lIns="91425" tIns="91425" rIns="91425" bIns="91425" anchor="t" anchorCtr="0">
            <a:noAutofit/>
          </a:bodyPr>
          <a:lstStyle>
            <a:lvl1pPr lvl="0" algn="ctr" rtl="0">
              <a:spcBef>
                <a:spcPts val="0"/>
              </a:spcBef>
              <a:spcAft>
                <a:spcPts val="0"/>
              </a:spcAft>
              <a:buClr>
                <a:srgbClr val="FFFFFF"/>
              </a:buClr>
              <a:buSzPts val="2400"/>
              <a:buNone/>
              <a:defRPr sz="2400">
                <a:solidFill>
                  <a:srgbClr val="FFFFFF"/>
                </a:solidFill>
              </a:defRPr>
            </a:lvl1pPr>
            <a:lvl2pPr lvl="1" algn="ctr" rtl="0">
              <a:spcBef>
                <a:spcPts val="0"/>
              </a:spcBef>
              <a:spcAft>
                <a:spcPts val="0"/>
              </a:spcAft>
              <a:buClr>
                <a:srgbClr val="FFFFFF"/>
              </a:buClr>
              <a:buSzPts val="2400"/>
              <a:buNone/>
              <a:defRPr sz="2400">
                <a:solidFill>
                  <a:srgbClr val="FFFFFF"/>
                </a:solidFill>
              </a:defRPr>
            </a:lvl2pPr>
            <a:lvl3pPr lvl="2" algn="ctr" rtl="0">
              <a:spcBef>
                <a:spcPts val="0"/>
              </a:spcBef>
              <a:spcAft>
                <a:spcPts val="0"/>
              </a:spcAft>
              <a:buClr>
                <a:srgbClr val="FFFFFF"/>
              </a:buClr>
              <a:buSzPts val="2400"/>
              <a:buNone/>
              <a:defRPr sz="2400">
                <a:solidFill>
                  <a:srgbClr val="FFFFFF"/>
                </a:solidFill>
              </a:defRPr>
            </a:lvl3pPr>
            <a:lvl4pPr lvl="3" algn="ctr" rtl="0">
              <a:spcBef>
                <a:spcPts val="0"/>
              </a:spcBef>
              <a:spcAft>
                <a:spcPts val="0"/>
              </a:spcAft>
              <a:buClr>
                <a:srgbClr val="FFFFFF"/>
              </a:buClr>
              <a:buSzPts val="2400"/>
              <a:buNone/>
              <a:defRPr sz="2400">
                <a:solidFill>
                  <a:srgbClr val="FFFFFF"/>
                </a:solidFill>
              </a:defRPr>
            </a:lvl4pPr>
            <a:lvl5pPr lvl="4" algn="ctr" rtl="0">
              <a:spcBef>
                <a:spcPts val="0"/>
              </a:spcBef>
              <a:spcAft>
                <a:spcPts val="0"/>
              </a:spcAft>
              <a:buClr>
                <a:srgbClr val="FFFFFF"/>
              </a:buClr>
              <a:buSzPts val="2400"/>
              <a:buNone/>
              <a:defRPr sz="2400">
                <a:solidFill>
                  <a:srgbClr val="FFFFFF"/>
                </a:solidFill>
              </a:defRPr>
            </a:lvl5pPr>
            <a:lvl6pPr lvl="5" algn="ctr" rtl="0">
              <a:spcBef>
                <a:spcPts val="0"/>
              </a:spcBef>
              <a:spcAft>
                <a:spcPts val="0"/>
              </a:spcAft>
              <a:buClr>
                <a:srgbClr val="FFFFFF"/>
              </a:buClr>
              <a:buSzPts val="2400"/>
              <a:buNone/>
              <a:defRPr sz="2400">
                <a:solidFill>
                  <a:srgbClr val="FFFFFF"/>
                </a:solidFill>
              </a:defRPr>
            </a:lvl6pPr>
            <a:lvl7pPr lvl="6" algn="ctr" rtl="0">
              <a:spcBef>
                <a:spcPts val="0"/>
              </a:spcBef>
              <a:spcAft>
                <a:spcPts val="0"/>
              </a:spcAft>
              <a:buClr>
                <a:srgbClr val="FFFFFF"/>
              </a:buClr>
              <a:buSzPts val="2400"/>
              <a:buNone/>
              <a:defRPr sz="2400">
                <a:solidFill>
                  <a:srgbClr val="FFFFFF"/>
                </a:solidFill>
              </a:defRPr>
            </a:lvl7pPr>
            <a:lvl8pPr lvl="7" algn="ctr" rtl="0">
              <a:spcBef>
                <a:spcPts val="0"/>
              </a:spcBef>
              <a:spcAft>
                <a:spcPts val="0"/>
              </a:spcAft>
              <a:buClr>
                <a:srgbClr val="FFFFFF"/>
              </a:buClr>
              <a:buSzPts val="2400"/>
              <a:buNone/>
              <a:defRPr sz="2400">
                <a:solidFill>
                  <a:srgbClr val="FFFFFF"/>
                </a:solidFill>
              </a:defRPr>
            </a:lvl8pPr>
            <a:lvl9pPr lvl="8" algn="ctr" rtl="0">
              <a:spcBef>
                <a:spcPts val="0"/>
              </a:spcBef>
              <a:spcAft>
                <a:spcPts val="0"/>
              </a:spcAft>
              <a:buClr>
                <a:srgbClr val="FFFFFF"/>
              </a:buClr>
              <a:buSzPts val="2400"/>
              <a:buNone/>
              <a:defRPr sz="2400">
                <a:solidFill>
                  <a:srgbClr val="FFFFFF"/>
                </a:solidFill>
              </a:defRPr>
            </a:lvl9pPr>
          </a:lstStyle>
          <a:p>
            <a:endParaRPr/>
          </a:p>
        </p:txBody>
      </p:sp>
      <p:sp>
        <p:nvSpPr>
          <p:cNvPr id="283" name="Google Shape;283;p38"/>
          <p:cNvSpPr txBox="1">
            <a:spLocks noGrp="1"/>
          </p:cNvSpPr>
          <p:nvPr>
            <p:ph type="body" idx="1"/>
          </p:nvPr>
        </p:nvSpPr>
        <p:spPr>
          <a:xfrm>
            <a:off x="1424133" y="2260600"/>
            <a:ext cx="9396400" cy="3336000"/>
          </a:xfrm>
          <a:prstGeom prst="rect">
            <a:avLst/>
          </a:prstGeom>
          <a:noFill/>
          <a:ln>
            <a:noFill/>
          </a:ln>
        </p:spPr>
        <p:txBody>
          <a:bodyPr spcFirstLastPara="1" wrap="square" lIns="91425" tIns="91425" rIns="91425" bIns="91425" anchor="t" anchorCtr="0">
            <a:noAutofit/>
          </a:bodyPr>
          <a:lstStyle>
            <a:lvl1pPr marL="457200" lvl="0" indent="-29845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1pPr>
            <a:lvl2pPr marL="914400" lvl="1" indent="-29845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2pPr>
            <a:lvl3pPr marL="1371600" lvl="2" indent="-29845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3pPr>
            <a:lvl4pPr marL="1828800" lvl="3" indent="-29845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4pPr>
            <a:lvl5pPr marL="2286000" lvl="4" indent="-29845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5pPr>
            <a:lvl6pPr marL="2743200" lvl="5" indent="-29845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6pPr>
            <a:lvl7pPr marL="3200400" lvl="6" indent="-29845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7pPr>
            <a:lvl8pPr marL="3657600" lvl="7" indent="-29845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8pPr>
            <a:lvl9pPr marL="4114800" lvl="8" indent="-29845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9pPr>
          </a:lstStyle>
          <a:p>
            <a:endParaRPr/>
          </a:p>
        </p:txBody>
      </p:sp>
    </p:spTree>
    <p:extLst>
      <p:ext uri="{BB962C8B-B14F-4D97-AF65-F5344CB8AC3E}">
        <p14:creationId xmlns:p14="http://schemas.microsoft.com/office/powerpoint/2010/main" val="2906193779"/>
      </p:ext>
    </p:extLst>
  </p:cSld>
  <p:clrMap bg1="lt1" tx1="dk1" bg2="dk2" tx2="lt2" accent1="accent1" accent2="accent2" accent3="accent3" accent4="accent4" accent5="accent5" accent6="accent6" hlink="hlink" folHlink="folHlink"/>
  <p:sldLayoutIdLst>
    <p:sldLayoutId id="2147483698" r:id="rId1"/>
    <p:sldLayoutId id="2147483699" r:id="rId2"/>
  </p:sldLayoutIdLst>
  <p:hf sldNum="0" hdr="0" ftr="0" dt="0"/>
  <p:txStyles>
    <p:title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kumimoji="1" sz="1867"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kumimoji="1" sz="1867"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kumimoji="1" sz="1867"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kumimoji="1" sz="1867"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kumimoji="1" sz="1867"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kumimoji="1" sz="1867"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kumimoji="1" sz="1867"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kumimoji="1" sz="1867"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kumimoji="1" sz="1867"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kumimoji="1" sz="1867"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kumimoji="1" sz="1867"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kumimoji="1" sz="1867"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kumimoji="1" sz="1867"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kumimoji="1" sz="1867"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kumimoji="1" sz="1867"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kumimoji="1" sz="1867"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kumimoji="1" sz="1867"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kumimoji="1" sz="1867"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kumimoji="1" sz="1867"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kumimoji="1" sz="1867"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kumimoji="1" sz="1867"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kumimoji="1" sz="1867"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kumimoji="1" sz="1867"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kumimoji="1" sz="1867"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kumimoji="1" sz="1867"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kumimoji="1" sz="1867"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kumimoji="1" sz="1867"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4.xml"/><Relationship Id="rId4" Type="http://schemas.openxmlformats.org/officeDocument/2006/relationships/image" Target="../media/image3.jpeg"/></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5.xml"/><Relationship Id="rId1" Type="http://schemas.openxmlformats.org/officeDocument/2006/relationships/slideLayout" Target="../slideLayouts/slideLayout4.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6.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notesSlide" Target="../notesSlides/notesSlide6.xml"/><Relationship Id="rId1" Type="http://schemas.openxmlformats.org/officeDocument/2006/relationships/slideLayout" Target="../slideLayouts/slideLayout4.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BC023FB6-874E-A705-63EC-25354C961BF1}"/>
              </a:ext>
            </a:extLst>
          </p:cNvPr>
          <p:cNvSpPr>
            <a:spLocks noGrp="1"/>
          </p:cNvSpPr>
          <p:nvPr>
            <p:ph type="ctrTitle"/>
          </p:nvPr>
        </p:nvSpPr>
        <p:spPr>
          <a:xfrm>
            <a:off x="950967" y="1352733"/>
            <a:ext cx="9887362" cy="2959600"/>
          </a:xfrm>
        </p:spPr>
        <p:txBody>
          <a:bodyPr/>
          <a:lstStyle/>
          <a:p>
            <a:r>
              <a:rPr lang="en-US" altLang="ja-JP" dirty="0"/>
              <a:t>AI</a:t>
            </a:r>
            <a:r>
              <a:rPr lang="ja-JP" altLang="en-US" b="1" dirty="0"/>
              <a:t>自動ポインティングに関する調べものとプロトタイプ構想</a:t>
            </a:r>
            <a:endParaRPr kumimoji="1" lang="ja-JP" altLang="en-US" dirty="0"/>
          </a:p>
        </p:txBody>
      </p:sp>
      <p:sp>
        <p:nvSpPr>
          <p:cNvPr id="3" name="字幕 2">
            <a:extLst>
              <a:ext uri="{FF2B5EF4-FFF2-40B4-BE49-F238E27FC236}">
                <a16:creationId xmlns:a16="http://schemas.microsoft.com/office/drawing/2014/main" id="{65D474F5-5CA8-6396-05ED-36963465FC13}"/>
              </a:ext>
            </a:extLst>
          </p:cNvPr>
          <p:cNvSpPr>
            <a:spLocks noGrp="1"/>
          </p:cNvSpPr>
          <p:nvPr>
            <p:ph type="subTitle" idx="1"/>
          </p:nvPr>
        </p:nvSpPr>
        <p:spPr/>
        <p:txBody>
          <a:bodyPr/>
          <a:lstStyle/>
          <a:p>
            <a:r>
              <a:rPr lang="en-US" altLang="ja-JP" dirty="0"/>
              <a:t>M1</a:t>
            </a:r>
            <a:r>
              <a:rPr kumimoji="1" lang="ja-JP" altLang="en-US" dirty="0"/>
              <a:t>　　白木陽</a:t>
            </a:r>
          </a:p>
        </p:txBody>
      </p:sp>
    </p:spTree>
    <p:extLst>
      <p:ext uri="{BB962C8B-B14F-4D97-AF65-F5344CB8AC3E}">
        <p14:creationId xmlns:p14="http://schemas.microsoft.com/office/powerpoint/2010/main" val="20490203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C5BF887C-8548-FF00-7128-549AF7D260F3}"/>
              </a:ext>
            </a:extLst>
          </p:cNvPr>
          <p:cNvSpPr>
            <a:spLocks noGrp="1"/>
          </p:cNvSpPr>
          <p:nvPr>
            <p:ph type="title"/>
          </p:nvPr>
        </p:nvSpPr>
        <p:spPr>
          <a:xfrm>
            <a:off x="950967" y="627533"/>
            <a:ext cx="10290000" cy="653915"/>
          </a:xfrm>
        </p:spPr>
        <p:txBody>
          <a:bodyPr>
            <a:noAutofit/>
          </a:bodyPr>
          <a:lstStyle/>
          <a:p>
            <a:r>
              <a:rPr lang="ja-JP" altLang="en-US" dirty="0"/>
              <a:t>自動ポインティングの前例</a:t>
            </a:r>
            <a:br>
              <a:rPr lang="ja-JP" altLang="en-US" dirty="0"/>
            </a:br>
            <a:endParaRPr kumimoji="1" lang="ja-JP" altLang="en-US" dirty="0"/>
          </a:p>
        </p:txBody>
      </p:sp>
      <p:sp>
        <p:nvSpPr>
          <p:cNvPr id="6" name="テキスト ボックス 5">
            <a:extLst>
              <a:ext uri="{FF2B5EF4-FFF2-40B4-BE49-F238E27FC236}">
                <a16:creationId xmlns:a16="http://schemas.microsoft.com/office/drawing/2014/main" id="{379B1F2A-A0B2-29DE-F352-33C313C76A88}"/>
              </a:ext>
            </a:extLst>
          </p:cNvPr>
          <p:cNvSpPr txBox="1"/>
          <p:nvPr/>
        </p:nvSpPr>
        <p:spPr>
          <a:xfrm>
            <a:off x="590818" y="2289878"/>
            <a:ext cx="5505182" cy="1384995"/>
          </a:xfrm>
          <a:prstGeom prst="rect">
            <a:avLst/>
          </a:prstGeom>
          <a:noFill/>
        </p:spPr>
        <p:txBody>
          <a:bodyPr wrap="square">
            <a:spAutoFit/>
          </a:bodyPr>
          <a:lstStyle/>
          <a:p>
            <a:pPr algn="ctr">
              <a:buNone/>
            </a:pPr>
            <a:r>
              <a:rPr lang="ja-JP" altLang="en-US" sz="2800" i="0" dirty="0">
                <a:solidFill>
                  <a:srgbClr val="000000"/>
                </a:solidFill>
                <a:effectLst/>
                <a:latin typeface="+mn-ea"/>
                <a:ea typeface="+mn-ea"/>
              </a:rPr>
              <a:t>説明音声から資料中の該当箇所をリアルタイムに推定する技術（富士通</a:t>
            </a:r>
            <a:r>
              <a:rPr lang="en-US" altLang="ja-JP" sz="2800" i="0" dirty="0">
                <a:solidFill>
                  <a:srgbClr val="000000"/>
                </a:solidFill>
                <a:effectLst/>
                <a:latin typeface="+mn-ea"/>
                <a:ea typeface="+mn-ea"/>
              </a:rPr>
              <a:t>, 2015</a:t>
            </a:r>
            <a:r>
              <a:rPr lang="ja-JP" altLang="en-US" sz="2800" i="0" dirty="0">
                <a:solidFill>
                  <a:srgbClr val="000000"/>
                </a:solidFill>
                <a:effectLst/>
                <a:latin typeface="+mn-ea"/>
                <a:ea typeface="+mn-ea"/>
              </a:rPr>
              <a:t>）</a:t>
            </a:r>
          </a:p>
        </p:txBody>
      </p:sp>
      <p:pic>
        <p:nvPicPr>
          <p:cNvPr id="8" name="図 7" descr="説明図で、スライド資料と説明音声を入力として説明箇所の自動ポインティングシステムが説明箇所を強調表示する仕組みを示している。矢印や吹き出しで情報の流れを表し、強調表示部分は赤枠で囲まれている。&#10;&#10;AI 生成コンテンツは誤りを含む可能性があります。">
            <a:extLst>
              <a:ext uri="{FF2B5EF4-FFF2-40B4-BE49-F238E27FC236}">
                <a16:creationId xmlns:a16="http://schemas.microsoft.com/office/drawing/2014/main" id="{7A0AD75D-BD80-FE21-7277-58C6ABA52DE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718480" y="1521875"/>
            <a:ext cx="5080000" cy="2921000"/>
          </a:xfrm>
          <a:prstGeom prst="rect">
            <a:avLst/>
          </a:prstGeom>
        </p:spPr>
      </p:pic>
      <p:sp>
        <p:nvSpPr>
          <p:cNvPr id="12" name="テキスト ボックス 11">
            <a:extLst>
              <a:ext uri="{FF2B5EF4-FFF2-40B4-BE49-F238E27FC236}">
                <a16:creationId xmlns:a16="http://schemas.microsoft.com/office/drawing/2014/main" id="{E485D893-180D-ECA1-85D1-B0C7EBFBBAF8}"/>
              </a:ext>
            </a:extLst>
          </p:cNvPr>
          <p:cNvSpPr txBox="1"/>
          <p:nvPr/>
        </p:nvSpPr>
        <p:spPr>
          <a:xfrm>
            <a:off x="6817754" y="4450128"/>
            <a:ext cx="6101366" cy="307777"/>
          </a:xfrm>
          <a:prstGeom prst="rect">
            <a:avLst/>
          </a:prstGeom>
          <a:noFill/>
        </p:spPr>
        <p:txBody>
          <a:bodyPr wrap="square">
            <a:spAutoFit/>
          </a:bodyPr>
          <a:lstStyle/>
          <a:p>
            <a:r>
              <a:rPr lang="en-US" altLang="ja-JP" dirty="0"/>
              <a:t>https://info.archives.global.fujitsu/jp/news/2015/04/1-1.html</a:t>
            </a:r>
            <a:endParaRPr lang="ja-JP" altLang="en-US" dirty="0"/>
          </a:p>
        </p:txBody>
      </p:sp>
      <p:sp>
        <p:nvSpPr>
          <p:cNvPr id="3" name="四角形: 角を丸くする 2">
            <a:extLst>
              <a:ext uri="{FF2B5EF4-FFF2-40B4-BE49-F238E27FC236}">
                <a16:creationId xmlns:a16="http://schemas.microsoft.com/office/drawing/2014/main" id="{4260B06C-A61C-A03F-041E-2D0733C7C6AA}"/>
              </a:ext>
            </a:extLst>
          </p:cNvPr>
          <p:cNvSpPr/>
          <p:nvPr/>
        </p:nvSpPr>
        <p:spPr>
          <a:xfrm>
            <a:off x="1265111" y="5316067"/>
            <a:ext cx="9661712" cy="914400"/>
          </a:xfrm>
          <a:prstGeom prst="round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buNone/>
            </a:pPr>
            <a:r>
              <a:rPr lang="ja-JP" altLang="en-US" sz="2400" dirty="0">
                <a:solidFill>
                  <a:schemeClr val="tx1"/>
                </a:solidFill>
                <a:latin typeface="+mn-ea"/>
              </a:rPr>
              <a:t>主にテキストのキーワードマッチングに依存</a:t>
            </a:r>
            <a:endParaRPr lang="en-US" altLang="ja-JP" sz="2400" dirty="0">
              <a:solidFill>
                <a:schemeClr val="tx1"/>
              </a:solidFill>
              <a:latin typeface="+mn-ea"/>
            </a:endParaRPr>
          </a:p>
          <a:p>
            <a:pPr>
              <a:buNone/>
            </a:pPr>
            <a:r>
              <a:rPr lang="ja-JP" altLang="en-US" sz="2400" dirty="0">
                <a:solidFill>
                  <a:schemeClr val="tx1"/>
                </a:solidFill>
                <a:latin typeface="+mn-ea"/>
              </a:rPr>
              <a:t>図表内の特定の要素や、抽象的な表現を用いた説明には対応が困難</a:t>
            </a:r>
          </a:p>
        </p:txBody>
      </p:sp>
    </p:spTree>
    <p:extLst>
      <p:ext uri="{BB962C8B-B14F-4D97-AF65-F5344CB8AC3E}">
        <p14:creationId xmlns:p14="http://schemas.microsoft.com/office/powerpoint/2010/main" val="131781065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DC8EE743-6A72-42AC-C4F6-235885C4AF28}"/>
              </a:ext>
            </a:extLst>
          </p:cNvPr>
          <p:cNvSpPr>
            <a:spLocks noGrp="1"/>
          </p:cNvSpPr>
          <p:nvPr>
            <p:ph type="title"/>
          </p:nvPr>
        </p:nvSpPr>
        <p:spPr/>
        <p:txBody>
          <a:bodyPr/>
          <a:lstStyle/>
          <a:p>
            <a:r>
              <a:rPr kumimoji="1" lang="ja-JP" altLang="en-US" dirty="0"/>
              <a:t>オブジェクト認識</a:t>
            </a:r>
          </a:p>
        </p:txBody>
      </p:sp>
      <p:sp>
        <p:nvSpPr>
          <p:cNvPr id="3" name="テキスト ボックス 2">
            <a:extLst>
              <a:ext uri="{FF2B5EF4-FFF2-40B4-BE49-F238E27FC236}">
                <a16:creationId xmlns:a16="http://schemas.microsoft.com/office/drawing/2014/main" id="{6D31128F-7004-29A5-975E-3843432D7851}"/>
              </a:ext>
            </a:extLst>
          </p:cNvPr>
          <p:cNvSpPr txBox="1"/>
          <p:nvPr/>
        </p:nvSpPr>
        <p:spPr>
          <a:xfrm>
            <a:off x="826874" y="1360733"/>
            <a:ext cx="10538186" cy="523220"/>
          </a:xfrm>
          <a:prstGeom prst="rect">
            <a:avLst/>
          </a:prstGeom>
          <a:noFill/>
        </p:spPr>
        <p:txBody>
          <a:bodyPr wrap="square" rtlCol="0">
            <a:spAutoFit/>
          </a:bodyPr>
          <a:lstStyle/>
          <a:p>
            <a:r>
              <a:rPr lang="en-US" altLang="ja-JP" sz="2800" dirty="0">
                <a:latin typeface="+mn-ea"/>
              </a:rPr>
              <a:t>Grounded SAM 2 </a:t>
            </a:r>
            <a:r>
              <a:rPr lang="ja-JP" altLang="en-US" sz="2800" dirty="0">
                <a:latin typeface="+mn-ea"/>
                <a:ea typeface="+mn-ea"/>
              </a:rPr>
              <a:t>：画像や動画内の任意のオブジェクトを検出</a:t>
            </a:r>
            <a:endParaRPr lang="en-US" altLang="ja-JP" sz="2800" dirty="0">
              <a:latin typeface="+mn-ea"/>
              <a:ea typeface="+mn-ea"/>
            </a:endParaRPr>
          </a:p>
        </p:txBody>
      </p:sp>
      <p:sp>
        <p:nvSpPr>
          <p:cNvPr id="14" name="矢印: 右 13">
            <a:extLst>
              <a:ext uri="{FF2B5EF4-FFF2-40B4-BE49-F238E27FC236}">
                <a16:creationId xmlns:a16="http://schemas.microsoft.com/office/drawing/2014/main" id="{C9594392-1E32-1C7C-8069-E978184FB63B}"/>
              </a:ext>
            </a:extLst>
          </p:cNvPr>
          <p:cNvSpPr/>
          <p:nvPr/>
        </p:nvSpPr>
        <p:spPr>
          <a:xfrm>
            <a:off x="5811420" y="4053792"/>
            <a:ext cx="806230" cy="484632"/>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pic>
        <p:nvPicPr>
          <p:cNvPr id="1026" name="Picture 2" descr="画像">
            <a:extLst>
              <a:ext uri="{FF2B5EF4-FFF2-40B4-BE49-F238E27FC236}">
                <a16:creationId xmlns:a16="http://schemas.microsoft.com/office/drawing/2014/main" id="{48D37892-4E7E-0DCD-01AE-FD4B974B46C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13859" y="2617153"/>
            <a:ext cx="5030647" cy="3357910"/>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a:extLst>
              <a:ext uri="{FF2B5EF4-FFF2-40B4-BE49-F238E27FC236}">
                <a16:creationId xmlns:a16="http://schemas.microsoft.com/office/drawing/2014/main" id="{1876E9D3-56AE-22D8-C93D-AE9912616EBE}"/>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884564" y="2617153"/>
            <a:ext cx="5030647" cy="335791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94722675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583EA0B2-1AE4-8E22-EE34-497D47833264}"/>
              </a:ext>
            </a:extLst>
          </p:cNvPr>
          <p:cNvSpPr>
            <a:spLocks noGrp="1"/>
          </p:cNvSpPr>
          <p:nvPr>
            <p:ph type="title"/>
          </p:nvPr>
        </p:nvSpPr>
        <p:spPr>
          <a:xfrm>
            <a:off x="950967" y="627533"/>
            <a:ext cx="10290000" cy="542361"/>
          </a:xfrm>
        </p:spPr>
        <p:txBody>
          <a:bodyPr/>
          <a:lstStyle/>
          <a:p>
            <a:r>
              <a:rPr lang="ja-JP" altLang="en-US" dirty="0"/>
              <a:t>グラフ構造の理解</a:t>
            </a:r>
            <a:endParaRPr kumimoji="1" lang="ja-JP" altLang="en-US" dirty="0"/>
          </a:p>
        </p:txBody>
      </p:sp>
      <p:sp>
        <p:nvSpPr>
          <p:cNvPr id="4" name="テキスト ボックス 3">
            <a:extLst>
              <a:ext uri="{FF2B5EF4-FFF2-40B4-BE49-F238E27FC236}">
                <a16:creationId xmlns:a16="http://schemas.microsoft.com/office/drawing/2014/main" id="{5DFE976F-FA55-755A-B536-2B89B053E0ED}"/>
              </a:ext>
            </a:extLst>
          </p:cNvPr>
          <p:cNvSpPr txBox="1"/>
          <p:nvPr/>
        </p:nvSpPr>
        <p:spPr>
          <a:xfrm>
            <a:off x="2612288" y="1370684"/>
            <a:ext cx="6967355" cy="523220"/>
          </a:xfrm>
          <a:prstGeom prst="rect">
            <a:avLst/>
          </a:prstGeom>
          <a:noFill/>
        </p:spPr>
        <p:txBody>
          <a:bodyPr wrap="square" rtlCol="0">
            <a:spAutoFit/>
          </a:bodyPr>
          <a:lstStyle/>
          <a:p>
            <a:r>
              <a:rPr lang="en-US" altLang="ja-JP" sz="2800" dirty="0" err="1">
                <a:latin typeface="+mn-ea"/>
              </a:rPr>
              <a:t>ChartVLM</a:t>
            </a:r>
            <a:r>
              <a:rPr lang="en-US" altLang="ja-JP" sz="2800" dirty="0">
                <a:latin typeface="+mn-ea"/>
              </a:rPr>
              <a:t> </a:t>
            </a:r>
            <a:r>
              <a:rPr lang="ja-JP" altLang="en-US" sz="2800" dirty="0">
                <a:latin typeface="+mn-ea"/>
                <a:ea typeface="+mn-ea"/>
              </a:rPr>
              <a:t>：チャート（グラフ）を推論</a:t>
            </a:r>
            <a:endParaRPr lang="en-US" altLang="ja-JP" sz="2800" dirty="0">
              <a:latin typeface="+mn-ea"/>
              <a:ea typeface="+mn-ea"/>
            </a:endParaRPr>
          </a:p>
        </p:txBody>
      </p:sp>
      <p:sp>
        <p:nvSpPr>
          <p:cNvPr id="8" name="四角形: 角を丸くする 7">
            <a:extLst>
              <a:ext uri="{FF2B5EF4-FFF2-40B4-BE49-F238E27FC236}">
                <a16:creationId xmlns:a16="http://schemas.microsoft.com/office/drawing/2014/main" id="{8ABFAC86-35D1-F13F-11A4-76AA0A19C8DD}"/>
              </a:ext>
            </a:extLst>
          </p:cNvPr>
          <p:cNvSpPr/>
          <p:nvPr/>
        </p:nvSpPr>
        <p:spPr>
          <a:xfrm>
            <a:off x="1150810" y="5703350"/>
            <a:ext cx="9890312" cy="1051619"/>
          </a:xfrm>
          <a:prstGeom prst="round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2400" dirty="0">
                <a:solidFill>
                  <a:schemeClr val="tx1"/>
                </a:solidFill>
              </a:rPr>
              <a:t>チャートを単なる画像としてではなく、</a:t>
            </a:r>
            <a:endParaRPr lang="en-US" altLang="ja-JP" sz="2400" dirty="0">
              <a:solidFill>
                <a:schemeClr val="tx1"/>
              </a:solidFill>
            </a:endParaRPr>
          </a:p>
          <a:p>
            <a:pPr algn="ctr"/>
            <a:r>
              <a:rPr lang="ja-JP" altLang="en-US" sz="2400" dirty="0">
                <a:solidFill>
                  <a:schemeClr val="tx1"/>
                </a:solidFill>
              </a:rPr>
              <a:t>データ構造として理解することで推論の根拠を明確にしている</a:t>
            </a:r>
            <a:endParaRPr lang="ja-JP" altLang="en-US" dirty="0"/>
          </a:p>
        </p:txBody>
      </p:sp>
      <p:sp>
        <p:nvSpPr>
          <p:cNvPr id="3" name="テキスト ボックス 2">
            <a:extLst>
              <a:ext uri="{FF2B5EF4-FFF2-40B4-BE49-F238E27FC236}">
                <a16:creationId xmlns:a16="http://schemas.microsoft.com/office/drawing/2014/main" id="{463482D0-E49C-E6B3-7141-FF23FA81F1B0}"/>
              </a:ext>
            </a:extLst>
          </p:cNvPr>
          <p:cNvSpPr txBox="1"/>
          <p:nvPr/>
        </p:nvSpPr>
        <p:spPr>
          <a:xfrm>
            <a:off x="3258960" y="3339794"/>
            <a:ext cx="2743200" cy="707886"/>
          </a:xfrm>
          <a:prstGeom prst="rect">
            <a:avLst/>
          </a:prstGeom>
          <a:noFill/>
        </p:spPr>
        <p:txBody>
          <a:bodyPr wrap="square" rtlCol="0">
            <a:spAutoFit/>
          </a:bodyPr>
          <a:lstStyle/>
          <a:p>
            <a:r>
              <a:rPr lang="en-US" altLang="ja-JP" sz="2000" dirty="0"/>
              <a:t>'who has the largest value?'</a:t>
            </a:r>
            <a:endParaRPr kumimoji="1" lang="ja-JP" altLang="en-US" sz="2000" dirty="0"/>
          </a:p>
        </p:txBody>
      </p:sp>
      <p:pic>
        <p:nvPicPr>
          <p:cNvPr id="6" name="図 5">
            <a:extLst>
              <a:ext uri="{FF2B5EF4-FFF2-40B4-BE49-F238E27FC236}">
                <a16:creationId xmlns:a16="http://schemas.microsoft.com/office/drawing/2014/main" id="{85017964-B7DA-8A9A-72F0-B3184A25820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27969" y="1883245"/>
            <a:ext cx="2280496" cy="3298446"/>
          </a:xfrm>
          <a:prstGeom prst="rect">
            <a:avLst/>
          </a:prstGeom>
        </p:spPr>
      </p:pic>
      <p:sp>
        <p:nvSpPr>
          <p:cNvPr id="9" name="テキスト ボックス 8">
            <a:extLst>
              <a:ext uri="{FF2B5EF4-FFF2-40B4-BE49-F238E27FC236}">
                <a16:creationId xmlns:a16="http://schemas.microsoft.com/office/drawing/2014/main" id="{14CEA358-8687-F604-97EC-97B4F2BB30DE}"/>
              </a:ext>
            </a:extLst>
          </p:cNvPr>
          <p:cNvSpPr txBox="1"/>
          <p:nvPr/>
        </p:nvSpPr>
        <p:spPr>
          <a:xfrm>
            <a:off x="7993862" y="3467767"/>
            <a:ext cx="6094520" cy="400110"/>
          </a:xfrm>
          <a:prstGeom prst="rect">
            <a:avLst/>
          </a:prstGeom>
          <a:noFill/>
        </p:spPr>
        <p:txBody>
          <a:bodyPr wrap="square">
            <a:spAutoFit/>
          </a:bodyPr>
          <a:lstStyle/>
          <a:p>
            <a:r>
              <a:rPr lang="ja-JP" altLang="en-US" sz="2000" dirty="0"/>
              <a:t>Ford F150 (Regular Cab)</a:t>
            </a:r>
          </a:p>
        </p:txBody>
      </p:sp>
      <p:sp>
        <p:nvSpPr>
          <p:cNvPr id="10" name="矢印: 右 9">
            <a:extLst>
              <a:ext uri="{FF2B5EF4-FFF2-40B4-BE49-F238E27FC236}">
                <a16:creationId xmlns:a16="http://schemas.microsoft.com/office/drawing/2014/main" id="{774B7F18-F562-4CC6-A75C-2B4B8E6804A2}"/>
              </a:ext>
            </a:extLst>
          </p:cNvPr>
          <p:cNvSpPr/>
          <p:nvPr/>
        </p:nvSpPr>
        <p:spPr>
          <a:xfrm>
            <a:off x="6395352" y="3425506"/>
            <a:ext cx="978408" cy="484632"/>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1" name="テキスト ボックス 10">
            <a:extLst>
              <a:ext uri="{FF2B5EF4-FFF2-40B4-BE49-F238E27FC236}">
                <a16:creationId xmlns:a16="http://schemas.microsoft.com/office/drawing/2014/main" id="{1C473C20-E4CC-8ACE-EE12-8685DEDA18F6}"/>
              </a:ext>
            </a:extLst>
          </p:cNvPr>
          <p:cNvSpPr txBox="1"/>
          <p:nvPr/>
        </p:nvSpPr>
        <p:spPr>
          <a:xfrm>
            <a:off x="2157274" y="5178202"/>
            <a:ext cx="3204839" cy="400110"/>
          </a:xfrm>
          <a:prstGeom prst="rect">
            <a:avLst/>
          </a:prstGeom>
          <a:noFill/>
        </p:spPr>
        <p:txBody>
          <a:bodyPr wrap="square" rtlCol="0">
            <a:spAutoFit/>
          </a:bodyPr>
          <a:lstStyle/>
          <a:p>
            <a:r>
              <a:rPr kumimoji="1" lang="ja-JP" altLang="en-US" sz="2000" dirty="0"/>
              <a:t>入力：画像 ＆ テキスト</a:t>
            </a:r>
          </a:p>
        </p:txBody>
      </p:sp>
      <p:sp>
        <p:nvSpPr>
          <p:cNvPr id="12" name="テキスト ボックス 11">
            <a:extLst>
              <a:ext uri="{FF2B5EF4-FFF2-40B4-BE49-F238E27FC236}">
                <a16:creationId xmlns:a16="http://schemas.microsoft.com/office/drawing/2014/main" id="{F89C1CBE-4A04-81D9-5080-826CB0676B1E}"/>
              </a:ext>
            </a:extLst>
          </p:cNvPr>
          <p:cNvSpPr txBox="1"/>
          <p:nvPr/>
        </p:nvSpPr>
        <p:spPr>
          <a:xfrm>
            <a:off x="7993862" y="5178202"/>
            <a:ext cx="3204839" cy="400110"/>
          </a:xfrm>
          <a:prstGeom prst="rect">
            <a:avLst/>
          </a:prstGeom>
          <a:noFill/>
        </p:spPr>
        <p:txBody>
          <a:bodyPr wrap="square" rtlCol="0">
            <a:spAutoFit/>
          </a:bodyPr>
          <a:lstStyle/>
          <a:p>
            <a:r>
              <a:rPr kumimoji="1" lang="ja-JP" altLang="en-US" sz="2000" dirty="0"/>
              <a:t>出力：テキスト </a:t>
            </a:r>
            <a:r>
              <a:rPr kumimoji="1" lang="en-US" altLang="ja-JP" sz="2000" dirty="0"/>
              <a:t>or CSV</a:t>
            </a:r>
            <a:endParaRPr kumimoji="1" lang="ja-JP" altLang="en-US" sz="2000" dirty="0"/>
          </a:p>
        </p:txBody>
      </p:sp>
    </p:spTree>
    <p:extLst>
      <p:ext uri="{BB962C8B-B14F-4D97-AF65-F5344CB8AC3E}">
        <p14:creationId xmlns:p14="http://schemas.microsoft.com/office/powerpoint/2010/main" val="21147005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4C0FECEA-DFCD-9057-97F6-07D43A5E4B00}"/>
              </a:ext>
            </a:extLst>
          </p:cNvPr>
          <p:cNvSpPr>
            <a:spLocks noGrp="1"/>
          </p:cNvSpPr>
          <p:nvPr>
            <p:ph type="title"/>
          </p:nvPr>
        </p:nvSpPr>
        <p:spPr/>
        <p:txBody>
          <a:bodyPr/>
          <a:lstStyle/>
          <a:p>
            <a:r>
              <a:rPr lang="ja-JP" altLang="en-US" dirty="0"/>
              <a:t>技術的課題</a:t>
            </a:r>
            <a:endParaRPr kumimoji="1" lang="ja-JP" altLang="en-US" dirty="0"/>
          </a:p>
        </p:txBody>
      </p:sp>
      <p:graphicFrame>
        <p:nvGraphicFramePr>
          <p:cNvPr id="3" name="図表 2">
            <a:extLst>
              <a:ext uri="{FF2B5EF4-FFF2-40B4-BE49-F238E27FC236}">
                <a16:creationId xmlns:a16="http://schemas.microsoft.com/office/drawing/2014/main" id="{71AC113C-1CAD-D27F-B281-9E9FDF9C3B56}"/>
              </a:ext>
            </a:extLst>
          </p:cNvPr>
          <p:cNvGraphicFramePr/>
          <p:nvPr>
            <p:extLst>
              <p:ext uri="{D42A27DB-BD31-4B8C-83A1-F6EECF244321}">
                <p14:modId xmlns:p14="http://schemas.microsoft.com/office/powerpoint/2010/main" val="963136739"/>
              </p:ext>
            </p:extLst>
          </p:nvPr>
        </p:nvGraphicFramePr>
        <p:xfrm>
          <a:off x="950967" y="1284194"/>
          <a:ext cx="10418521" cy="5069541"/>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416146775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1A909B76-78AC-7A84-6C91-3A7E925B481E}"/>
              </a:ext>
            </a:extLst>
          </p:cNvPr>
          <p:cNvSpPr>
            <a:spLocks noGrp="1"/>
          </p:cNvSpPr>
          <p:nvPr>
            <p:ph type="title"/>
          </p:nvPr>
        </p:nvSpPr>
        <p:spPr>
          <a:xfrm>
            <a:off x="950967" y="627533"/>
            <a:ext cx="10290000" cy="641974"/>
          </a:xfrm>
        </p:spPr>
        <p:txBody>
          <a:bodyPr/>
          <a:lstStyle/>
          <a:p>
            <a:r>
              <a:rPr kumimoji="1" lang="ja-JP" altLang="en-US" dirty="0"/>
              <a:t>プロトタイプ構想</a:t>
            </a:r>
          </a:p>
        </p:txBody>
      </p:sp>
      <p:graphicFrame>
        <p:nvGraphicFramePr>
          <p:cNvPr id="3" name="図表 2">
            <a:extLst>
              <a:ext uri="{FF2B5EF4-FFF2-40B4-BE49-F238E27FC236}">
                <a16:creationId xmlns:a16="http://schemas.microsoft.com/office/drawing/2014/main" id="{784612E0-BAA9-6933-8D88-552EDC5C1F04}"/>
              </a:ext>
            </a:extLst>
          </p:cNvPr>
          <p:cNvGraphicFramePr/>
          <p:nvPr>
            <p:extLst>
              <p:ext uri="{D42A27DB-BD31-4B8C-83A1-F6EECF244321}">
                <p14:modId xmlns:p14="http://schemas.microsoft.com/office/powerpoint/2010/main" val="985843384"/>
              </p:ext>
            </p:extLst>
          </p:nvPr>
        </p:nvGraphicFramePr>
        <p:xfrm>
          <a:off x="1137278" y="2041864"/>
          <a:ext cx="9917378" cy="386565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172797412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テキスト プレースホルダー 1">
            <a:extLst>
              <a:ext uri="{FF2B5EF4-FFF2-40B4-BE49-F238E27FC236}">
                <a16:creationId xmlns:a16="http://schemas.microsoft.com/office/drawing/2014/main" id="{7E3F60DC-2FFB-6C7B-BE10-D38DD02EC063}"/>
              </a:ext>
            </a:extLst>
          </p:cNvPr>
          <p:cNvSpPr>
            <a:spLocks noGrp="1"/>
          </p:cNvSpPr>
          <p:nvPr>
            <p:ph type="body" idx="1"/>
          </p:nvPr>
        </p:nvSpPr>
        <p:spPr>
          <a:xfrm>
            <a:off x="950967" y="2345732"/>
            <a:ext cx="10536738" cy="3543623"/>
          </a:xfrm>
        </p:spPr>
        <p:txBody>
          <a:bodyPr/>
          <a:lstStyle/>
          <a:p>
            <a:r>
              <a:rPr lang="ja-JP" altLang="en-US" sz="2800" dirty="0">
                <a:latin typeface="+mn-ea"/>
              </a:rPr>
              <a:t>入力されたスライドを解析し、含まれるすべての要素のメタデータと画面上の座標を抽出</a:t>
            </a:r>
            <a:endParaRPr lang="en-US" altLang="ja-JP" sz="2800" dirty="0">
              <a:latin typeface="+mn-ea"/>
            </a:endParaRPr>
          </a:p>
          <a:p>
            <a:r>
              <a:rPr lang="en-US" altLang="ja-JP" sz="2800" dirty="0">
                <a:latin typeface="+mn-ea"/>
              </a:rPr>
              <a:t>VLM</a:t>
            </a:r>
            <a:r>
              <a:rPr lang="ja-JP" altLang="en-US" sz="2800" dirty="0">
                <a:latin typeface="+mn-ea"/>
              </a:rPr>
              <a:t>（ </a:t>
            </a:r>
            <a:r>
              <a:rPr lang="en-US" altLang="ja-JP" sz="2800" dirty="0" err="1">
                <a:latin typeface="+mn-ea"/>
              </a:rPr>
              <a:t>Moondream</a:t>
            </a:r>
            <a:r>
              <a:rPr lang="en-US" altLang="ja-JP" sz="2800" dirty="0">
                <a:latin typeface="+mn-ea"/>
              </a:rPr>
              <a:t> </a:t>
            </a:r>
            <a:r>
              <a:rPr lang="ja-JP" altLang="en-US" sz="2800" dirty="0">
                <a:latin typeface="+mn-ea"/>
              </a:rPr>
              <a:t>など）を活用し、スライド画像を解析させる</a:t>
            </a:r>
            <a:endParaRPr lang="en-US" altLang="ja-JP" sz="2800" dirty="0">
              <a:latin typeface="+mn-ea"/>
            </a:endParaRPr>
          </a:p>
          <a:p>
            <a:r>
              <a:rPr lang="en-US" altLang="ja-JP" sz="2800" dirty="0">
                <a:latin typeface="+mn-ea"/>
              </a:rPr>
              <a:t>Grounded SAM 2 </a:t>
            </a:r>
            <a:r>
              <a:rPr lang="ja-JP" altLang="en-US" sz="2800" dirty="0">
                <a:latin typeface="+mn-ea"/>
              </a:rPr>
              <a:t>や </a:t>
            </a:r>
            <a:r>
              <a:rPr lang="en-US" altLang="ja-JP" sz="2800" dirty="0" err="1"/>
              <a:t>ChartVLM</a:t>
            </a:r>
            <a:r>
              <a:rPr lang="en-US" altLang="ja-JP" sz="2800" dirty="0"/>
              <a:t> </a:t>
            </a:r>
            <a:r>
              <a:rPr lang="ja-JP" altLang="en-US" sz="2800" dirty="0"/>
              <a:t>のような専用モデルによる構造抽出を検討</a:t>
            </a:r>
          </a:p>
          <a:p>
            <a:endParaRPr lang="en-US" altLang="ja-JP" sz="2800" dirty="0"/>
          </a:p>
          <a:p>
            <a:endParaRPr lang="en-US" altLang="ja-JP" sz="2800" dirty="0">
              <a:latin typeface="+mn-ea"/>
            </a:endParaRPr>
          </a:p>
          <a:p>
            <a:endParaRPr kumimoji="1" lang="ja-JP" altLang="en-US" sz="2400" dirty="0"/>
          </a:p>
        </p:txBody>
      </p:sp>
      <p:sp>
        <p:nvSpPr>
          <p:cNvPr id="3" name="タイトル 2">
            <a:extLst>
              <a:ext uri="{FF2B5EF4-FFF2-40B4-BE49-F238E27FC236}">
                <a16:creationId xmlns:a16="http://schemas.microsoft.com/office/drawing/2014/main" id="{3625C46B-9CF9-865C-11ED-EF85EC11E56D}"/>
              </a:ext>
            </a:extLst>
          </p:cNvPr>
          <p:cNvSpPr>
            <a:spLocks noGrp="1"/>
          </p:cNvSpPr>
          <p:nvPr>
            <p:ph type="title"/>
          </p:nvPr>
        </p:nvSpPr>
        <p:spPr/>
        <p:txBody>
          <a:bodyPr/>
          <a:lstStyle/>
          <a:p>
            <a:r>
              <a:rPr lang="ja-JP" altLang="en-US" dirty="0"/>
              <a:t>スライド解析モジュール</a:t>
            </a:r>
            <a:endParaRPr kumimoji="1" lang="ja-JP" altLang="en-US" dirty="0"/>
          </a:p>
        </p:txBody>
      </p:sp>
    </p:spTree>
    <p:extLst>
      <p:ext uri="{BB962C8B-B14F-4D97-AF65-F5344CB8AC3E}">
        <p14:creationId xmlns:p14="http://schemas.microsoft.com/office/powerpoint/2010/main" val="121721853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60A2B1-5B91-4B14-48CB-7BC04FD3EC40}"/>
            </a:ext>
          </a:extLst>
        </p:cNvPr>
        <p:cNvGrpSpPr/>
        <p:nvPr/>
      </p:nvGrpSpPr>
      <p:grpSpPr>
        <a:xfrm>
          <a:off x="0" y="0"/>
          <a:ext cx="0" cy="0"/>
          <a:chOff x="0" y="0"/>
          <a:chExt cx="0" cy="0"/>
        </a:xfrm>
      </p:grpSpPr>
      <p:sp>
        <p:nvSpPr>
          <p:cNvPr id="2" name="テキスト プレースホルダー 1">
            <a:extLst>
              <a:ext uri="{FF2B5EF4-FFF2-40B4-BE49-F238E27FC236}">
                <a16:creationId xmlns:a16="http://schemas.microsoft.com/office/drawing/2014/main" id="{4B045CAA-B98F-C7E0-04EE-D7F258EF8795}"/>
              </a:ext>
            </a:extLst>
          </p:cNvPr>
          <p:cNvSpPr>
            <a:spLocks noGrp="1"/>
          </p:cNvSpPr>
          <p:nvPr>
            <p:ph type="body" idx="1"/>
          </p:nvPr>
        </p:nvSpPr>
        <p:spPr>
          <a:xfrm>
            <a:off x="950967" y="2345733"/>
            <a:ext cx="10536738" cy="3884734"/>
          </a:xfrm>
        </p:spPr>
        <p:txBody>
          <a:bodyPr/>
          <a:lstStyle/>
          <a:p>
            <a:r>
              <a:rPr lang="ja-JP" altLang="en-US" sz="2800" dirty="0"/>
              <a:t>発表中の音声をマイクからリアルタイムに取得し、</a:t>
            </a:r>
            <a:r>
              <a:rPr lang="en-US" altLang="ja-JP" sz="2800" dirty="0"/>
              <a:t>OpenAI</a:t>
            </a:r>
            <a:r>
              <a:rPr lang="ja-JP" altLang="en-US" sz="2800" dirty="0"/>
              <a:t>の </a:t>
            </a:r>
            <a:r>
              <a:rPr lang="en-US" altLang="ja-JP" sz="2800" dirty="0"/>
              <a:t>Whisper </a:t>
            </a:r>
            <a:r>
              <a:rPr lang="ja-JP" altLang="en-US" sz="2800" dirty="0"/>
              <a:t>などの高性能な音声認識（</a:t>
            </a:r>
            <a:r>
              <a:rPr lang="en-US" altLang="ja-JP" sz="2800" dirty="0"/>
              <a:t>ASR</a:t>
            </a:r>
            <a:r>
              <a:rPr lang="ja-JP" altLang="en-US" sz="2800" dirty="0"/>
              <a:t>）モデルを用いてテキスト化</a:t>
            </a:r>
          </a:p>
          <a:p>
            <a:r>
              <a:rPr lang="ja-JP" altLang="en-US" sz="2800" dirty="0"/>
              <a:t>スライド解析モジュールから得られたスライド要素をマルチモーダル</a:t>
            </a:r>
            <a:r>
              <a:rPr lang="en-US" altLang="ja-JP" sz="2800" dirty="0"/>
              <a:t>LLM</a:t>
            </a:r>
            <a:r>
              <a:rPr lang="ja-JP" altLang="en-US" sz="2800" dirty="0"/>
              <a:t>（</a:t>
            </a:r>
            <a:r>
              <a:rPr lang="en-US" altLang="ja-JP" sz="2800" dirty="0"/>
              <a:t>Llama3</a:t>
            </a:r>
            <a:r>
              <a:rPr lang="ja-JP" altLang="en-US" sz="2800" dirty="0"/>
              <a:t>など）に入力し、発話内容と最も意味的に関連するスライド要素の座標を推論させる</a:t>
            </a:r>
            <a:endParaRPr lang="en-US" altLang="ja-JP" sz="2800" dirty="0"/>
          </a:p>
          <a:p>
            <a:endParaRPr lang="ja-JP" altLang="en-US" sz="2800" dirty="0"/>
          </a:p>
          <a:p>
            <a:endParaRPr lang="ja-JP" altLang="en-US" sz="2800" dirty="0"/>
          </a:p>
          <a:p>
            <a:endParaRPr lang="en-US" altLang="ja-JP" sz="2800" dirty="0"/>
          </a:p>
          <a:p>
            <a:endParaRPr lang="en-US" altLang="ja-JP" sz="2800" dirty="0">
              <a:latin typeface="+mn-ea"/>
            </a:endParaRPr>
          </a:p>
          <a:p>
            <a:endParaRPr kumimoji="1" lang="ja-JP" altLang="en-US" sz="2400" dirty="0"/>
          </a:p>
        </p:txBody>
      </p:sp>
      <p:sp>
        <p:nvSpPr>
          <p:cNvPr id="3" name="タイトル 2">
            <a:extLst>
              <a:ext uri="{FF2B5EF4-FFF2-40B4-BE49-F238E27FC236}">
                <a16:creationId xmlns:a16="http://schemas.microsoft.com/office/drawing/2014/main" id="{751334E4-A37A-FBF4-4225-FA636C1227A2}"/>
              </a:ext>
            </a:extLst>
          </p:cNvPr>
          <p:cNvSpPr>
            <a:spLocks noGrp="1"/>
          </p:cNvSpPr>
          <p:nvPr>
            <p:ph type="title"/>
          </p:nvPr>
        </p:nvSpPr>
        <p:spPr/>
        <p:txBody>
          <a:bodyPr/>
          <a:lstStyle/>
          <a:p>
            <a:r>
              <a:rPr kumimoji="1" lang="ja-JP" altLang="en-US" dirty="0"/>
              <a:t>音声・意味理解モジュール</a:t>
            </a:r>
          </a:p>
        </p:txBody>
      </p:sp>
    </p:spTree>
    <p:extLst>
      <p:ext uri="{BB962C8B-B14F-4D97-AF65-F5344CB8AC3E}">
        <p14:creationId xmlns:p14="http://schemas.microsoft.com/office/powerpoint/2010/main" val="413949708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99A22F3-5118-ABCE-0EDF-A459CFFEE537}"/>
            </a:ext>
          </a:extLst>
        </p:cNvPr>
        <p:cNvGrpSpPr/>
        <p:nvPr/>
      </p:nvGrpSpPr>
      <p:grpSpPr>
        <a:xfrm>
          <a:off x="0" y="0"/>
          <a:ext cx="0" cy="0"/>
          <a:chOff x="0" y="0"/>
          <a:chExt cx="0" cy="0"/>
        </a:xfrm>
      </p:grpSpPr>
      <p:sp>
        <p:nvSpPr>
          <p:cNvPr id="2" name="テキスト プレースホルダー 1">
            <a:extLst>
              <a:ext uri="{FF2B5EF4-FFF2-40B4-BE49-F238E27FC236}">
                <a16:creationId xmlns:a16="http://schemas.microsoft.com/office/drawing/2014/main" id="{95A34428-A980-921E-3BF4-CB0FCFD759B2}"/>
              </a:ext>
            </a:extLst>
          </p:cNvPr>
          <p:cNvSpPr>
            <a:spLocks noGrp="1"/>
          </p:cNvSpPr>
          <p:nvPr>
            <p:ph type="body" idx="1"/>
          </p:nvPr>
        </p:nvSpPr>
        <p:spPr>
          <a:xfrm>
            <a:off x="950967" y="2345733"/>
            <a:ext cx="10536738" cy="2790000"/>
          </a:xfrm>
        </p:spPr>
        <p:txBody>
          <a:bodyPr/>
          <a:lstStyle/>
          <a:p>
            <a:r>
              <a:rPr lang="ja-JP" altLang="en-US" sz="2800" dirty="0"/>
              <a:t>スライド画像の上にポインティング用の層を重畳表示</a:t>
            </a:r>
          </a:p>
          <a:p>
            <a:r>
              <a:rPr lang="en-US" altLang="ja-JP" sz="2800" dirty="0"/>
              <a:t>LLM</a:t>
            </a:r>
            <a:r>
              <a:rPr lang="ja-JP" altLang="en-US" sz="2800" dirty="0"/>
              <a:t>が特定した要素の座標位置にレーザーポインター風のエフェクトを描画</a:t>
            </a:r>
            <a:endParaRPr lang="en-US" altLang="ja-JP" sz="2800" dirty="0"/>
          </a:p>
          <a:p>
            <a:r>
              <a:rPr lang="ja-JP" altLang="en-US" sz="2800" dirty="0"/>
              <a:t>要素間の移動時には、視覚的に滑らかな軌跡を描くことで、人間の自然なポインティング動作を模倣する</a:t>
            </a:r>
          </a:p>
          <a:p>
            <a:endParaRPr lang="en-US" altLang="ja-JP" sz="2800" dirty="0"/>
          </a:p>
          <a:p>
            <a:endParaRPr lang="en-US" altLang="ja-JP" sz="2800" dirty="0">
              <a:latin typeface="+mn-ea"/>
            </a:endParaRPr>
          </a:p>
          <a:p>
            <a:endParaRPr kumimoji="1" lang="ja-JP" altLang="en-US" sz="2400" dirty="0"/>
          </a:p>
        </p:txBody>
      </p:sp>
      <p:sp>
        <p:nvSpPr>
          <p:cNvPr id="3" name="タイトル 2">
            <a:extLst>
              <a:ext uri="{FF2B5EF4-FFF2-40B4-BE49-F238E27FC236}">
                <a16:creationId xmlns:a16="http://schemas.microsoft.com/office/drawing/2014/main" id="{4F1721B5-8F76-D0E3-EEEF-0E1D31FFAD75}"/>
              </a:ext>
            </a:extLst>
          </p:cNvPr>
          <p:cNvSpPr>
            <a:spLocks noGrp="1"/>
          </p:cNvSpPr>
          <p:nvPr>
            <p:ph type="title"/>
          </p:nvPr>
        </p:nvSpPr>
        <p:spPr/>
        <p:txBody>
          <a:bodyPr/>
          <a:lstStyle/>
          <a:p>
            <a:r>
              <a:rPr lang="ja-JP" altLang="en-US" dirty="0"/>
              <a:t>ポインティング制御モジュール</a:t>
            </a:r>
          </a:p>
        </p:txBody>
      </p:sp>
    </p:spTree>
    <p:extLst>
      <p:ext uri="{BB962C8B-B14F-4D97-AF65-F5344CB8AC3E}">
        <p14:creationId xmlns:p14="http://schemas.microsoft.com/office/powerpoint/2010/main" val="189406459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5380B8-480D-1D7F-C0E3-64DCC01F3351}"/>
            </a:ext>
          </a:extLst>
        </p:cNvPr>
        <p:cNvGrpSpPr/>
        <p:nvPr/>
      </p:nvGrpSpPr>
      <p:grpSpPr>
        <a:xfrm>
          <a:off x="0" y="0"/>
          <a:ext cx="0" cy="0"/>
          <a:chOff x="0" y="0"/>
          <a:chExt cx="0" cy="0"/>
        </a:xfrm>
      </p:grpSpPr>
      <p:sp>
        <p:nvSpPr>
          <p:cNvPr id="2" name="テキスト プレースホルダー 1">
            <a:extLst>
              <a:ext uri="{FF2B5EF4-FFF2-40B4-BE49-F238E27FC236}">
                <a16:creationId xmlns:a16="http://schemas.microsoft.com/office/drawing/2014/main" id="{D998226B-43D8-B42C-FF66-E56AFF5AD35B}"/>
              </a:ext>
            </a:extLst>
          </p:cNvPr>
          <p:cNvSpPr>
            <a:spLocks noGrp="1"/>
          </p:cNvSpPr>
          <p:nvPr>
            <p:ph type="body" idx="1"/>
          </p:nvPr>
        </p:nvSpPr>
        <p:spPr>
          <a:xfrm>
            <a:off x="950967" y="2345733"/>
            <a:ext cx="10536738" cy="2790000"/>
          </a:xfrm>
        </p:spPr>
        <p:txBody>
          <a:bodyPr/>
          <a:lstStyle/>
          <a:p>
            <a:r>
              <a:rPr lang="en-US" altLang="ja-JP" sz="2800" dirty="0">
                <a:latin typeface="+mn-ea"/>
              </a:rPr>
              <a:t>VLM</a:t>
            </a:r>
            <a:r>
              <a:rPr lang="ja-JP" altLang="en-US" sz="2800" dirty="0">
                <a:latin typeface="+mn-ea"/>
              </a:rPr>
              <a:t>による図表解析のプロンプト設計と検証を行い、</a:t>
            </a:r>
            <a:r>
              <a:rPr lang="en-US" altLang="ja-JP" sz="2800" dirty="0">
                <a:latin typeface="+mn-ea"/>
              </a:rPr>
              <a:t>Grounded SAM 2 </a:t>
            </a:r>
            <a:r>
              <a:rPr lang="ja-JP" altLang="en-US" sz="2800" dirty="0">
                <a:latin typeface="+mn-ea"/>
              </a:rPr>
              <a:t>や </a:t>
            </a:r>
            <a:r>
              <a:rPr lang="en-US" altLang="ja-JP" sz="2800" dirty="0" err="1"/>
              <a:t>ChartVLM</a:t>
            </a:r>
            <a:r>
              <a:rPr lang="en-US" altLang="ja-JP" sz="2800" dirty="0"/>
              <a:t> </a:t>
            </a:r>
            <a:r>
              <a:rPr lang="ja-JP" altLang="en-US" sz="2800" dirty="0"/>
              <a:t>の有用性を確かめる</a:t>
            </a:r>
          </a:p>
          <a:p>
            <a:r>
              <a:rPr lang="ja-JP" altLang="en-US" sz="2800" dirty="0"/>
              <a:t>スライド解析モジュールのスクリプトを作成する</a:t>
            </a:r>
            <a:endParaRPr lang="en-US" altLang="ja-JP" sz="2800" dirty="0"/>
          </a:p>
          <a:p>
            <a:r>
              <a:rPr lang="en-US" altLang="ja-JP" sz="2800" dirty="0"/>
              <a:t>OpenAI Whisper</a:t>
            </a:r>
            <a:r>
              <a:rPr lang="ja-JP" altLang="en-US" sz="2800" dirty="0"/>
              <a:t>による声のリアルタイムテキスト化をテストする</a:t>
            </a:r>
            <a:endParaRPr lang="en-US" altLang="ja-JP" sz="2800" dirty="0"/>
          </a:p>
          <a:p>
            <a:endParaRPr lang="en-US" altLang="ja-JP" sz="2800" dirty="0">
              <a:latin typeface="+mn-ea"/>
            </a:endParaRPr>
          </a:p>
          <a:p>
            <a:endParaRPr kumimoji="1" lang="ja-JP" altLang="en-US" sz="2400" dirty="0"/>
          </a:p>
        </p:txBody>
      </p:sp>
      <p:sp>
        <p:nvSpPr>
          <p:cNvPr id="3" name="タイトル 2">
            <a:extLst>
              <a:ext uri="{FF2B5EF4-FFF2-40B4-BE49-F238E27FC236}">
                <a16:creationId xmlns:a16="http://schemas.microsoft.com/office/drawing/2014/main" id="{10D9C443-CD56-61D0-45C0-D323986A86B1}"/>
              </a:ext>
            </a:extLst>
          </p:cNvPr>
          <p:cNvSpPr>
            <a:spLocks noGrp="1"/>
          </p:cNvSpPr>
          <p:nvPr>
            <p:ph type="title"/>
          </p:nvPr>
        </p:nvSpPr>
        <p:spPr/>
        <p:txBody>
          <a:bodyPr/>
          <a:lstStyle/>
          <a:p>
            <a:r>
              <a:rPr lang="ja-JP" altLang="en-US" dirty="0"/>
              <a:t>今後</a:t>
            </a:r>
          </a:p>
        </p:txBody>
      </p:sp>
    </p:spTree>
    <p:extLst>
      <p:ext uri="{BB962C8B-B14F-4D97-AF65-F5344CB8AC3E}">
        <p14:creationId xmlns:p14="http://schemas.microsoft.com/office/powerpoint/2010/main" val="3430028799"/>
      </p:ext>
    </p:extLst>
  </p:cSld>
  <p:clrMapOvr>
    <a:masterClrMapping/>
  </p:clrMapOvr>
</p:sld>
</file>

<file path=ppt/theme/theme1.xml><?xml version="1.0" encoding="utf-8"?>
<a:theme xmlns:a="http://schemas.openxmlformats.org/drawingml/2006/main" name="Formulating a Research Problem for University Students by Slidesgo">
  <a:themeElements>
    <a:clrScheme name="Simple Light">
      <a:dk1>
        <a:srgbClr val="0A0A0A"/>
      </a:dk1>
      <a:lt1>
        <a:srgbClr val="F9F9F9"/>
      </a:lt1>
      <a:dk2>
        <a:srgbClr val="DDDDDD"/>
      </a:dk2>
      <a:lt2>
        <a:srgbClr val="B3B4B3"/>
      </a:lt2>
      <a:accent1>
        <a:srgbClr val="878887"/>
      </a:accent1>
      <a:accent2>
        <a:srgbClr val="5F6160"/>
      </a:accent2>
      <a:accent3>
        <a:srgbClr val="FFFFFF"/>
      </a:accent3>
      <a:accent4>
        <a:srgbClr val="FFFFFF"/>
      </a:accent4>
      <a:accent5>
        <a:srgbClr val="FFFFFF"/>
      </a:accent5>
      <a:accent6>
        <a:srgbClr val="FFFFFF"/>
      </a:accent6>
      <a:hlink>
        <a:srgbClr val="0A0A0A"/>
      </a:hlink>
      <a:folHlink>
        <a:srgbClr val="0097A7"/>
      </a:folHlink>
    </a:clrScheme>
    <a:fontScheme name="LINE Seed">
      <a:majorFont>
        <a:latin typeface="LINE Seed JP App_TTF Bold"/>
        <a:ea typeface="LINE Seed JP App_TTF Bold"/>
        <a:cs typeface=""/>
      </a:majorFont>
      <a:minorFont>
        <a:latin typeface="LINE Seed JP App_TTF Regular"/>
        <a:ea typeface="LINE Seed JP App_TTF Regular"/>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Formulating a Research Problem for University Students by Slidesgo" id="{33731E4D-5D04-4A0E-9E7F-EBF56192A690}" vid="{497C6BD0-AF50-4169-8B46-4E82D98A33B5}"/>
    </a:ext>
  </a:extLst>
</a:theme>
</file>

<file path=ppt/theme/theme2.xml><?xml version="1.0" encoding="utf-8"?>
<a:theme xmlns:a="http://schemas.openxmlformats.org/drawingml/2006/main" name="Slidesgo Final Pages">
  <a:themeElements>
    <a:clrScheme name="Simple Light">
      <a:dk1>
        <a:srgbClr val="0E2A47"/>
      </a:dk1>
      <a:lt1>
        <a:srgbClr val="FFFFFF"/>
      </a:lt1>
      <a:dk2>
        <a:srgbClr val="869FB2"/>
      </a:dk2>
      <a:lt2>
        <a:srgbClr val="FFFFFF"/>
      </a:lt2>
      <a:accent1>
        <a:srgbClr val="FFFFFF"/>
      </a:accent1>
      <a:accent2>
        <a:srgbClr val="FFFFFF"/>
      </a:accent2>
      <a:accent3>
        <a:srgbClr val="FFFFFF"/>
      </a:accent3>
      <a:accent4>
        <a:srgbClr val="FFFFFF"/>
      </a:accent4>
      <a:accent5>
        <a:srgbClr val="FFFFFF"/>
      </a:accent5>
      <a:accent6>
        <a:srgbClr val="FFFFFF"/>
      </a:accent6>
      <a:hlink>
        <a:srgbClr val="869FB2"/>
      </a:hlink>
      <a:folHlink>
        <a:srgbClr val="0097A7"/>
      </a:folHlink>
    </a:clrScheme>
    <a:fontScheme name="LINE Seed">
      <a:majorFont>
        <a:latin typeface="LINE Seed JP App_TTF Bold"/>
        <a:ea typeface="LINE Seed JP App_TTF Bold"/>
        <a:cs typeface=""/>
      </a:majorFont>
      <a:minorFont>
        <a:latin typeface="LINE Seed JP App_TTF Regular"/>
        <a:ea typeface="LINE Seed JP App_TTF Regular"/>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1_Slidesgo Final Pages">
  <a:themeElements>
    <a:clrScheme name="Simple Light">
      <a:dk1>
        <a:srgbClr val="0E2A47"/>
      </a:dk1>
      <a:lt1>
        <a:srgbClr val="FFFFFF"/>
      </a:lt1>
      <a:dk2>
        <a:srgbClr val="869FB2"/>
      </a:dk2>
      <a:lt2>
        <a:srgbClr val="FFFFFF"/>
      </a:lt2>
      <a:accent1>
        <a:srgbClr val="FFFFFF"/>
      </a:accent1>
      <a:accent2>
        <a:srgbClr val="FFFFFF"/>
      </a:accent2>
      <a:accent3>
        <a:srgbClr val="FFFFFF"/>
      </a:accent3>
      <a:accent4>
        <a:srgbClr val="FFFFFF"/>
      </a:accent4>
      <a:accent5>
        <a:srgbClr val="FFFFFF"/>
      </a:accent5>
      <a:accent6>
        <a:srgbClr val="FFFFFF"/>
      </a:accent6>
      <a:hlink>
        <a:srgbClr val="869FB2"/>
      </a:hlink>
      <a:folHlink>
        <a:srgbClr val="0097A7"/>
      </a:folHlink>
    </a:clrScheme>
    <a:fontScheme name="LINE Seed">
      <a:majorFont>
        <a:latin typeface="LINE Seed JP App_TTF Bold"/>
        <a:ea typeface="LINE Seed JP App_TTF Bold"/>
        <a:cs typeface=""/>
      </a:majorFont>
      <a:minorFont>
        <a:latin typeface="LINE Seed JP App_TTF Regular"/>
        <a:ea typeface="LINE Seed JP App_TTF Regular"/>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ffice テーマ">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游ゴシック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Formulating a Research Problem for University Students by Slidesgo</Template>
  <TotalTime>1498</TotalTime>
  <Words>827</Words>
  <Application>Microsoft Office PowerPoint</Application>
  <PresentationFormat>ワイド画面</PresentationFormat>
  <Paragraphs>89</Paragraphs>
  <Slides>10</Slides>
  <Notes>10</Notes>
  <HiddenSlides>0</HiddenSlides>
  <MMClips>0</MMClips>
  <ScaleCrop>false</ScaleCrop>
  <HeadingPairs>
    <vt:vector size="6" baseType="variant">
      <vt:variant>
        <vt:lpstr>使用されているフォント</vt:lpstr>
      </vt:variant>
      <vt:variant>
        <vt:i4>12</vt:i4>
      </vt:variant>
      <vt:variant>
        <vt:lpstr>テーマ</vt:lpstr>
      </vt:variant>
      <vt:variant>
        <vt:i4>3</vt:i4>
      </vt:variant>
      <vt:variant>
        <vt:lpstr>スライド タイトル</vt:lpstr>
      </vt:variant>
      <vt:variant>
        <vt:i4>10</vt:i4>
      </vt:variant>
    </vt:vector>
  </HeadingPairs>
  <TitlesOfParts>
    <vt:vector size="25" baseType="lpstr">
      <vt:lpstr>Chivo</vt:lpstr>
      <vt:lpstr>Commissioner</vt:lpstr>
      <vt:lpstr>Golos Text</vt:lpstr>
      <vt:lpstr>Golos Text SemiBold</vt:lpstr>
      <vt:lpstr>LINE Seed JP App_OTF Bold</vt:lpstr>
      <vt:lpstr>LINE Seed JP App_TTF Bold</vt:lpstr>
      <vt:lpstr>LINE Seed JP App_TTF Regular</vt:lpstr>
      <vt:lpstr>Proxima Nova</vt:lpstr>
      <vt:lpstr>Proxima Nova Semibold</vt:lpstr>
      <vt:lpstr>Red Hat Display</vt:lpstr>
      <vt:lpstr>游ゴシック</vt:lpstr>
      <vt:lpstr>Arial</vt:lpstr>
      <vt:lpstr>Formulating a Research Problem for University Students by Slidesgo</vt:lpstr>
      <vt:lpstr>Slidesgo Final Pages</vt:lpstr>
      <vt:lpstr>1_Slidesgo Final Pages</vt:lpstr>
      <vt:lpstr>AI自動ポインティングに関する調べものとプロトタイプ構想</vt:lpstr>
      <vt:lpstr>自動ポインティングの前例 </vt:lpstr>
      <vt:lpstr>オブジェクト認識</vt:lpstr>
      <vt:lpstr>グラフ構造の理解</vt:lpstr>
      <vt:lpstr>技術的課題</vt:lpstr>
      <vt:lpstr>プロトタイプ構想</vt:lpstr>
      <vt:lpstr>スライド解析モジュール</vt:lpstr>
      <vt:lpstr>音声・意味理解モジュール</vt:lpstr>
      <vt:lpstr>ポインティング制御モジュール</vt:lpstr>
      <vt:lpstr>今後</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白木　陽</dc:creator>
  <cp:lastModifiedBy>白木　陽</cp:lastModifiedBy>
  <cp:revision>20</cp:revision>
  <dcterms:created xsi:type="dcterms:W3CDTF">2026-04-18T14:34:58Z</dcterms:created>
  <dcterms:modified xsi:type="dcterms:W3CDTF">2026-04-27T08:31:30Z</dcterms:modified>
</cp:coreProperties>
</file>