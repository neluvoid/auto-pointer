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</p:sldIdLst>
  <p:sldSz cx="6858000" cy="9906000" type="A4"/>
  <p:notesSz cx="6735763" cy="98663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2787"/>
    <p:restoredTop sz="90929"/>
  </p:normalViewPr>
  <p:slideViewPr>
    <p:cSldViewPr>
      <p:cViewPr varScale="1">
        <p:scale>
          <a:sx n="86" d="100"/>
          <a:sy n="86" d="100"/>
        </p:scale>
        <p:origin x="3564" y="66"/>
      </p:cViewPr>
      <p:guideLst>
        <p:guide orient="horz" pos="312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>
            <a:extLst>
              <a:ext uri="{FF2B5EF4-FFF2-40B4-BE49-F238E27FC236}">
                <a16:creationId xmlns:a16="http://schemas.microsoft.com/office/drawing/2014/main" id="{6F64DE7D-1251-9029-B49C-F30157AFFA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1027">
            <a:extLst>
              <a:ext uri="{FF2B5EF4-FFF2-40B4-BE49-F238E27FC236}">
                <a16:creationId xmlns:a16="http://schemas.microsoft.com/office/drawing/2014/main" id="{9EA10777-3EF3-C1B6-F78E-F5C6B40A88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4" name="Rectangle 1028">
            <a:extLst>
              <a:ext uri="{FF2B5EF4-FFF2-40B4-BE49-F238E27FC236}">
                <a16:creationId xmlns:a16="http://schemas.microsoft.com/office/drawing/2014/main" id="{CC029A95-1214-8029-D52A-6E18CB0D465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5" name="Rectangle 1029">
            <a:extLst>
              <a:ext uri="{FF2B5EF4-FFF2-40B4-BE49-F238E27FC236}">
                <a16:creationId xmlns:a16="http://schemas.microsoft.com/office/drawing/2014/main" id="{7908588A-2148-2C5E-854F-DBBCBDE8502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42A00C2-4541-402D-9317-E3B543B62F5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14350" y="3076575"/>
            <a:ext cx="5829300" cy="212407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20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657B98-1EF9-479A-664E-FF24AFB443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C4E3C7-4966-262F-2087-3756F23343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7F7FDF-83D0-0A65-76E0-935B1D5E8B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418C1D-950F-4667-8729-A9D7A832616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90252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C60C56-6BB8-0452-4741-428B9EDBBA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061F79-04C3-70C0-62D8-A1FB217A6D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8AEDF5-236A-752F-187E-D290771BF6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F4B1C8-349B-4E50-9B39-C0104629C35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16461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1338" y="6365875"/>
            <a:ext cx="5829300" cy="196691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41338" y="4198938"/>
            <a:ext cx="5829300" cy="21669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C724DD-99C3-86F5-E0B8-331219F4A8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784651-697C-B9B3-08F9-759F2966AE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8F30E4-CD57-01F7-0FD6-0EAE1AF150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73029-FB95-4BD8-841F-8DF2D91DC07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96128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14350" y="2862263"/>
            <a:ext cx="283845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505200" y="2862263"/>
            <a:ext cx="283845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590719-C71A-0BC9-35F6-D247819D5E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A559C2-60CF-28C0-8498-416B0937B1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2F92FC-82B9-747D-C50C-7CF0E46388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F13116-294C-4C9B-87C3-666BB920EE8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65518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42900" y="2217738"/>
            <a:ext cx="3030538" cy="923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2900" y="3141663"/>
            <a:ext cx="3030538" cy="5707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84563" y="2217738"/>
            <a:ext cx="3030537" cy="923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84563" y="3141663"/>
            <a:ext cx="3030537" cy="5707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1A55363-7199-3FDD-0C46-73014CA76F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EAC7378-4FF7-3F45-3682-1C4C5E078D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66E3B4A-D212-E981-7C0D-16D5C6B8E6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667C87-0942-4BE8-89BD-3886997709C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88885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F8A8761-F86B-5E29-873B-ABB0BA0B15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63EBD2B-014A-A3C0-7E70-070E03CAE5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59148E9-B7BE-5E91-1951-51D315A2EA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F8520-7E06-4A50-A38B-A7D8776324F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1168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39C1E65-96E8-0855-3B01-23F0C05438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6952957-49FF-8675-C0C1-C512DEEB97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CFCBE33-835A-81E5-DACC-31476DA778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FADC92-6399-4304-A85D-D179356ED0D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9154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2900" y="393700"/>
            <a:ext cx="2255838" cy="1679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681288" y="393700"/>
            <a:ext cx="3833812" cy="8455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342900" y="2073275"/>
            <a:ext cx="2255838" cy="67754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0CB5A4-29FD-430C-D80D-EE64FF7572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FAC421-3094-5936-7372-27FAED911E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5D1C6D-AF3A-7E8D-25D8-5F69BBDFE7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320A6F-6C1E-4148-990D-0ADF2AAD53C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83561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44613" y="6934200"/>
            <a:ext cx="4114800" cy="8191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344613" y="885825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344613" y="7753350"/>
            <a:ext cx="4114800" cy="11620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26CF49-8C4C-0647-EA54-C62CE58F0C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4980F9-1B02-E962-90BE-392C5229D8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0E8EFA-39EE-E7AB-8188-D045D2799D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A9D15-95A2-4E5B-A0BB-A4E200E0BF6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66564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61EDC-DB92-C706-83C7-56CF4E346D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958EA5-4320-24A5-7953-47A6B3F40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FF6E06C-6228-6124-19AD-36A3906F43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49F0E-9455-4F66-8124-0FA2760DDD9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08378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886325" y="881063"/>
            <a:ext cx="1457325" cy="79248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14350" y="881063"/>
            <a:ext cx="4219575" cy="792480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99892B-66B7-F135-0E37-72D1EC1208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4CDEDC-79AF-5691-49F2-B3FD986D07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D57B2E-6DB1-B984-BCFB-D452AE4E9C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7CCFA-5A11-4150-8C23-2646D4253B9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000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3A8633B-A5B9-47B9-4A51-60F3FF92F4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81063"/>
            <a:ext cx="5829300" cy="165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D95BA5F-74F2-DFF3-C314-70523CADE0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862263"/>
            <a:ext cx="58293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57E8E40-CCE8-681B-1A5D-48B7DECA0CD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9024938"/>
            <a:ext cx="1428750" cy="660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CC9E76F-E5DB-4190-F7C3-A11C53F4634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9024938"/>
            <a:ext cx="2171700" cy="660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1A748D9-86A7-0B66-D92B-59D1AD6C65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9024938"/>
            <a:ext cx="1428750" cy="660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0F93465-A1A0-4AF8-A1DE-448C8CFB324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DFEEE525-01B8-70F4-ABCB-B773A5393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" y="211138"/>
            <a:ext cx="661511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2600" b="1">
                <a:latin typeface="Meiryo UI" panose="020B0604030504040204" pitchFamily="50" charset="-128"/>
                <a:ea typeface="Meiryo UI" panose="020B0604030504040204" pitchFamily="50" charset="-128"/>
              </a:rPr>
              <a:t>仕事を指示するとき・受けるときに共有すべきこと</a:t>
            </a:r>
          </a:p>
        </p:txBody>
      </p:sp>
      <p:sp>
        <p:nvSpPr>
          <p:cNvPr id="2051" name="Text Box 3">
            <a:extLst>
              <a:ext uri="{FF2B5EF4-FFF2-40B4-BE49-F238E27FC236}">
                <a16:creationId xmlns:a16="http://schemas.microsoft.com/office/drawing/2014/main" id="{DC9C85C7-1790-8A94-462D-15062E00D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31825"/>
            <a:ext cx="6592888" cy="96027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charset="0"/>
                <a:ea typeface="ＭＳ Ｐゴシック" pitchFamily="50" charset="-128"/>
              </a:defRPr>
            </a:lvl1pPr>
            <a:lvl2pPr marL="765175" indent="-307975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charset="0"/>
                <a:ea typeface="ＭＳ Ｐゴシック" pitchFamily="50" charset="-128"/>
              </a:defRPr>
            </a:lvl2pPr>
            <a:lvl3pPr marL="1509713" indent="-4572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charset="0"/>
                <a:ea typeface="ＭＳ Ｐゴシック" pitchFamily="50" charset="-128"/>
              </a:defRPr>
            </a:lvl3pPr>
            <a:lvl4pPr marL="2157413" indent="-4572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charset="0"/>
                <a:ea typeface="ＭＳ Ｐゴシック" pitchFamily="50" charset="-128"/>
              </a:defRPr>
            </a:lvl4pPr>
            <a:lvl5pPr marL="2805113" indent="-4572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ＭＳ Ｐゴシック" pitchFamily="50" charset="-128"/>
              </a:defRPr>
            </a:lvl5pPr>
            <a:lvl6pPr marL="3262313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ＭＳ Ｐゴシック" pitchFamily="50" charset="-128"/>
              </a:defRPr>
            </a:lvl6pPr>
            <a:lvl7pPr marL="3719513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ＭＳ Ｐゴシック" pitchFamily="50" charset="-128"/>
              </a:defRPr>
            </a:lvl7pPr>
            <a:lvl8pPr marL="4176713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ＭＳ Ｐゴシック" pitchFamily="50" charset="-128"/>
              </a:defRPr>
            </a:lvl8pPr>
            <a:lvl9pPr marL="4633913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ＭＳ Ｐゴシック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ja-JP" altLang="en-US" sz="2400" b="1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背景と目的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背景：職場の使命、方針、環境変化、上司の指示など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目的：何のため、誰のために行うのか？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最終のお客様まで、どのようにつながっているのか？</a:t>
            </a:r>
            <a:br>
              <a:rPr lang="en-US" altLang="ja-JP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</a:br>
            <a:endParaRPr lang="ja-JP" altLang="en-US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ja-JP" altLang="en-US" sz="2400" b="1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目標（ゴール・達成基準）・達成時期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いつまでに、何を、どんな状態（レベル）にするのか？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何が達成できれば成功したと言えるのか？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達成時期、〆切はいつか？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endParaRPr lang="ja-JP" altLang="en-US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ja-JP" altLang="en-US" sz="2400" b="1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アウトプットイメージ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提供するモノ・サービスの具体的なイメージは？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資料の場合：何をどこまで記載するのか？資料サイズとページ数は？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endParaRPr lang="ja-JP" altLang="en-US" sz="1800" b="1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ja-JP" altLang="en-US" sz="2400" b="1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担当と主な節目</a:t>
            </a:r>
            <a:endParaRPr lang="en-US" altLang="ja-JP" sz="20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担当は誰か？どのように役割分担をするのか？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大きな節目（企画、準備、実施、振返りなど）はいつか？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endParaRPr lang="en-US" altLang="ja-JP" sz="18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ja-JP" altLang="en-US" sz="2400" b="1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主な手順</a:t>
            </a:r>
            <a:endParaRPr lang="en-US" altLang="ja-JP" sz="20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どのような手順で行うか？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マニュアルなどの要領書はあるか？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企画、準備、実施、振返りなど各段階で何を行うか？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endParaRPr lang="en-US" altLang="ja-JP" sz="18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ja-JP" altLang="en-US" sz="2400" b="1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進めるうえで必要なモノ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どのような情報やツールが必要か？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本人の知識やスキルは大丈夫か？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相談相手は誰か？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457200" lvl="1" indent="0" eaLnBrk="1" hangingPunct="1">
              <a:spcBef>
                <a:spcPct val="0"/>
              </a:spcBef>
              <a:buFontTx/>
              <a:buNone/>
              <a:defRPr/>
            </a:pPr>
            <a:endParaRPr lang="en-US" altLang="ja-JP" sz="18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ja-JP" altLang="en-US" sz="2400" b="1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注意しておくこと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過去の失敗、リスクなど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endParaRPr lang="en-US" altLang="ja-JP" sz="18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ja-JP" altLang="en-US" sz="2400" b="1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気になること・不明なことへの解決策ほか</a:t>
            </a:r>
            <a:endParaRPr lang="en-US" altLang="ja-JP" sz="2400" b="1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  <a:defRPr/>
            </a:pPr>
            <a:r>
              <a:rPr lang="ja-JP" altLang="en-US" sz="1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自分のキャリアや能力向上との関係など</a:t>
            </a:r>
            <a:endParaRPr lang="en-US" altLang="ja-JP" sz="1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076" name="Text Box 5">
            <a:extLst>
              <a:ext uri="{FF2B5EF4-FFF2-40B4-BE49-F238E27FC236}">
                <a16:creationId xmlns:a16="http://schemas.microsoft.com/office/drawing/2014/main" id="{1B19F420-DCC8-F858-A152-D6DB3E1D3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063" y="9607550"/>
            <a:ext cx="25622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Ver.2.3</a:t>
            </a:r>
            <a:r>
              <a:rPr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2021</a:t>
            </a:r>
            <a:r>
              <a:rPr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年</a:t>
            </a:r>
            <a:r>
              <a:rPr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  <a:r>
              <a:rPr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18</a:t>
            </a:r>
            <a:r>
              <a:rPr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日作成）</a:t>
            </a:r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0A465087-8E20-A6AF-C3B4-DE7BF9FB0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7938"/>
            <a:ext cx="1390650" cy="276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仕事の仕方シリーズ</a:t>
            </a:r>
            <a:endParaRPr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288</Words>
  <Application>Microsoft Office PowerPoint</Application>
  <PresentationFormat>A4 210 x 297 mm</PresentationFormat>
  <Paragraphs>35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Times New Roman</vt:lpstr>
      <vt:lpstr>ＭＳ Ｐゴシック</vt:lpstr>
      <vt:lpstr>Arial</vt:lpstr>
      <vt:lpstr>游ゴシック</vt:lpstr>
      <vt:lpstr>Meiryo UI</vt:lpstr>
      <vt:lpstr>標準デザイン</vt:lpstr>
      <vt:lpstr>PowerPoint プレゼンテーション</vt:lpstr>
    </vt:vector>
  </TitlesOfParts>
  <Company>トヨタ自動車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1172036</dc:creator>
  <cp:lastModifiedBy>藤原 慎太郎</cp:lastModifiedBy>
  <cp:revision>53</cp:revision>
  <cp:lastPrinted>2015-10-08T04:49:31Z</cp:lastPrinted>
  <dcterms:created xsi:type="dcterms:W3CDTF">2011-04-25T22:01:23Z</dcterms:created>
  <dcterms:modified xsi:type="dcterms:W3CDTF">2023-07-12T22:55:07Z</dcterms:modified>
</cp:coreProperties>
</file>