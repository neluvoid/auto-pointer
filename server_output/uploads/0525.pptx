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 id="2147483694" r:id="rId3"/>
  </p:sldMasterIdLst>
  <p:sldIdLst>
    <p:sldId id="256" r:id="rId4"/>
    <p:sldId id="260" r:id="rId5"/>
    <p:sldId id="267" r:id="rId6"/>
    <p:sldId id="268" r:id="rId7"/>
    <p:sldId id="262" r:id="rId8"/>
    <p:sldId id="263" r:id="rId9"/>
    <p:sldId id="265"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99" d="100"/>
          <a:sy n="99" d="100"/>
        </p:scale>
        <p:origin x="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C0E027-1904-4639-94F8-D3D6B4175B4F}"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kumimoji="1" lang="ja-JP" altLang="en-US"/>
        </a:p>
      </dgm:t>
    </dgm:pt>
    <dgm:pt modelId="{75F9FDF1-31B1-4D50-8703-0B045C2CB25D}">
      <dgm:prSet phldrT="[テキスト]" phldr="0" custT="1"/>
      <dgm:spPr/>
      <dgm:t>
        <a:bodyPr/>
        <a:lstStyle/>
        <a:p>
          <a:r>
            <a:rPr kumimoji="1" lang="en-US" altLang="ja-JP" sz="1800" dirty="0"/>
            <a:t>PPTX</a:t>
          </a:r>
          <a:r>
            <a:rPr kumimoji="1" lang="ja-JP" altLang="en-US" sz="1800" dirty="0"/>
            <a:t>解析</a:t>
          </a:r>
        </a:p>
      </dgm:t>
    </dgm:pt>
    <dgm:pt modelId="{E2554ACF-D897-45E5-B6EC-FBFB50E41868}" type="parTrans" cxnId="{D804C41D-4F8C-4208-8249-B157AFCE8C8B}">
      <dgm:prSet/>
      <dgm:spPr/>
      <dgm:t>
        <a:bodyPr/>
        <a:lstStyle/>
        <a:p>
          <a:endParaRPr kumimoji="1" lang="ja-JP" altLang="en-US"/>
        </a:p>
      </dgm:t>
    </dgm:pt>
    <dgm:pt modelId="{42DC9463-6823-421E-80A4-AEA9E6F0E35D}" type="sibTrans" cxnId="{D804C41D-4F8C-4208-8249-B157AFCE8C8B}">
      <dgm:prSet/>
      <dgm:spPr/>
      <dgm:t>
        <a:bodyPr/>
        <a:lstStyle/>
        <a:p>
          <a:endParaRPr kumimoji="1" lang="ja-JP" altLang="en-US"/>
        </a:p>
      </dgm:t>
    </dgm:pt>
    <dgm:pt modelId="{1EEED537-E7E4-42AF-B095-381FC404B793}">
      <dgm:prSet phldrT="[テキスト]" custT="1"/>
      <dgm:spPr/>
      <dgm:t>
        <a:bodyPr/>
        <a:lstStyle/>
        <a:p>
          <a:r>
            <a:rPr lang="ja-JP" altLang="en-US" sz="2000" dirty="0"/>
            <a:t>音声入力・認識</a:t>
          </a:r>
          <a:endParaRPr kumimoji="1" lang="ja-JP" altLang="en-US" sz="2000" dirty="0"/>
        </a:p>
      </dgm:t>
    </dgm:pt>
    <dgm:pt modelId="{254C398C-189C-4697-BB55-41DBDE1F8882}" type="parTrans" cxnId="{F145410D-3A81-4063-8458-CBC3EA1CB0B2}">
      <dgm:prSet/>
      <dgm:spPr/>
      <dgm:t>
        <a:bodyPr/>
        <a:lstStyle/>
        <a:p>
          <a:endParaRPr kumimoji="1" lang="ja-JP" altLang="en-US"/>
        </a:p>
      </dgm:t>
    </dgm:pt>
    <dgm:pt modelId="{56FBE039-33D5-463E-B518-A58A3BE9547D}" type="sibTrans" cxnId="{F145410D-3A81-4063-8458-CBC3EA1CB0B2}">
      <dgm:prSet/>
      <dgm:spPr/>
      <dgm:t>
        <a:bodyPr/>
        <a:lstStyle/>
        <a:p>
          <a:endParaRPr kumimoji="1" lang="ja-JP" altLang="en-US"/>
        </a:p>
      </dgm:t>
    </dgm:pt>
    <dgm:pt modelId="{99C6BD06-F508-48F8-A543-3ECC058F20D4}">
      <dgm:prSet phldrT="[テキスト]"/>
      <dgm:spPr/>
      <dgm:t>
        <a:bodyPr/>
        <a:lstStyle/>
        <a:p>
          <a:r>
            <a:rPr lang="ja-JP" altLang="en-US" dirty="0"/>
            <a:t>ブラウザのマイク → </a:t>
          </a:r>
          <a:r>
            <a:rPr lang="en-US" altLang="ja-JP" dirty="0"/>
            <a:t>Whisper medium → </a:t>
          </a:r>
          <a:r>
            <a:rPr lang="ja-JP" altLang="en-US" dirty="0"/>
            <a:t>テキスト</a:t>
          </a:r>
          <a:endParaRPr kumimoji="1" lang="ja-JP" altLang="en-US" dirty="0"/>
        </a:p>
      </dgm:t>
    </dgm:pt>
    <dgm:pt modelId="{2BD403BA-E791-4AB5-9830-D83F525F29A5}" type="parTrans" cxnId="{ED13941E-7144-4483-8542-B2483E6A0F8B}">
      <dgm:prSet/>
      <dgm:spPr/>
      <dgm:t>
        <a:bodyPr/>
        <a:lstStyle/>
        <a:p>
          <a:endParaRPr kumimoji="1" lang="ja-JP" altLang="en-US"/>
        </a:p>
      </dgm:t>
    </dgm:pt>
    <dgm:pt modelId="{73D76817-E7BB-4548-B71D-541B060D29F3}" type="sibTrans" cxnId="{ED13941E-7144-4483-8542-B2483E6A0F8B}">
      <dgm:prSet/>
      <dgm:spPr/>
      <dgm:t>
        <a:bodyPr/>
        <a:lstStyle/>
        <a:p>
          <a:endParaRPr kumimoji="1" lang="ja-JP" altLang="en-US"/>
        </a:p>
      </dgm:t>
    </dgm:pt>
    <dgm:pt modelId="{1E8A3912-A871-439C-8A09-B704237947CC}">
      <dgm:prSet phldrT="[テキスト]" custT="1"/>
      <dgm:spPr/>
      <dgm:t>
        <a:bodyPr/>
        <a:lstStyle/>
        <a:p>
          <a:r>
            <a:rPr lang="ja-JP" altLang="en-US" sz="2000" dirty="0"/>
            <a:t>描画 </a:t>
          </a:r>
          <a:endParaRPr kumimoji="1" lang="ja-JP" altLang="en-US" sz="2000" dirty="0"/>
        </a:p>
      </dgm:t>
    </dgm:pt>
    <dgm:pt modelId="{99A4BB0F-E076-454F-9ADC-277EC130F6A8}" type="parTrans" cxnId="{88EF2EFA-560F-4FAB-BCAE-EFFBDFB3EF54}">
      <dgm:prSet/>
      <dgm:spPr/>
      <dgm:t>
        <a:bodyPr/>
        <a:lstStyle/>
        <a:p>
          <a:endParaRPr kumimoji="1" lang="ja-JP" altLang="en-US"/>
        </a:p>
      </dgm:t>
    </dgm:pt>
    <dgm:pt modelId="{BEE2A955-0853-40D0-954D-D728D7237C3C}" type="sibTrans" cxnId="{88EF2EFA-560F-4FAB-BCAE-EFFBDFB3EF54}">
      <dgm:prSet/>
      <dgm:spPr/>
      <dgm:t>
        <a:bodyPr/>
        <a:lstStyle/>
        <a:p>
          <a:endParaRPr kumimoji="1" lang="ja-JP" altLang="en-US"/>
        </a:p>
      </dgm:t>
    </dgm:pt>
    <dgm:pt modelId="{306CFAE4-DB6A-4FCD-8790-70E9121F109A}">
      <dgm:prSet phldrT="[テキスト]"/>
      <dgm:spPr/>
      <dgm:t>
        <a:bodyPr/>
        <a:lstStyle/>
        <a:p>
          <a:r>
            <a:rPr lang="ja-JP" altLang="en-US" dirty="0"/>
            <a:t>ポインティング対象要素・座標推論に基づき</a:t>
          </a:r>
          <a:r>
            <a:rPr lang="en-US" altLang="ja-JP" dirty="0"/>
            <a:t>SVG</a:t>
          </a:r>
          <a:r>
            <a:rPr lang="ja-JP" altLang="en-US" dirty="0"/>
            <a:t>オーバーレイ描画</a:t>
          </a:r>
          <a:endParaRPr kumimoji="1" lang="ja-JP" altLang="en-US" dirty="0"/>
        </a:p>
      </dgm:t>
    </dgm:pt>
    <dgm:pt modelId="{229F256F-99FA-4679-8F9C-5138A9F78DC1}" type="parTrans" cxnId="{8579E019-91C1-446B-A86C-564146E32EB6}">
      <dgm:prSet/>
      <dgm:spPr/>
      <dgm:t>
        <a:bodyPr/>
        <a:lstStyle/>
        <a:p>
          <a:endParaRPr kumimoji="1" lang="ja-JP" altLang="en-US"/>
        </a:p>
      </dgm:t>
    </dgm:pt>
    <dgm:pt modelId="{8C9E404C-BD63-4D9B-8D43-20161E9CDA50}" type="sibTrans" cxnId="{8579E019-91C1-446B-A86C-564146E32EB6}">
      <dgm:prSet/>
      <dgm:spPr/>
      <dgm:t>
        <a:bodyPr/>
        <a:lstStyle/>
        <a:p>
          <a:endParaRPr kumimoji="1" lang="ja-JP" altLang="en-US"/>
        </a:p>
      </dgm:t>
    </dgm:pt>
    <dgm:pt modelId="{2564B1C1-D397-4638-8C67-DCB1504E1316}">
      <dgm:prSet phldrT="[テキスト]" custT="1"/>
      <dgm:spPr/>
      <dgm:t>
        <a:bodyPr/>
        <a:lstStyle/>
        <a:p>
          <a:r>
            <a:rPr lang="ja-JP" altLang="en-US" sz="2000" dirty="0"/>
            <a:t>意味理解</a:t>
          </a:r>
          <a:endParaRPr kumimoji="1" lang="ja-JP" altLang="en-US" sz="2000" dirty="0"/>
        </a:p>
      </dgm:t>
    </dgm:pt>
    <dgm:pt modelId="{86B19A77-FE8F-466C-91C2-736D0FDD1365}" type="parTrans" cxnId="{94CBDC42-C497-4FEA-8940-C477B9F2FAD8}">
      <dgm:prSet/>
      <dgm:spPr/>
      <dgm:t>
        <a:bodyPr/>
        <a:lstStyle/>
        <a:p>
          <a:endParaRPr kumimoji="1" lang="ja-JP" altLang="en-US"/>
        </a:p>
      </dgm:t>
    </dgm:pt>
    <dgm:pt modelId="{686739F8-A1E0-436F-AAA6-8BA83D016D4B}" type="sibTrans" cxnId="{94CBDC42-C497-4FEA-8940-C477B9F2FAD8}">
      <dgm:prSet/>
      <dgm:spPr/>
      <dgm:t>
        <a:bodyPr/>
        <a:lstStyle/>
        <a:p>
          <a:endParaRPr kumimoji="1" lang="ja-JP" altLang="en-US"/>
        </a:p>
      </dgm:t>
    </dgm:pt>
    <dgm:pt modelId="{546677F9-7F7B-407E-814B-63BA10920F2B}">
      <dgm:prSet phldrT="[テキスト]"/>
      <dgm:spPr/>
      <dgm:t>
        <a:bodyPr/>
        <a:lstStyle/>
        <a:p>
          <a:r>
            <a:rPr lang="ja-JP" altLang="en-US" dirty="0"/>
            <a:t>クライアント側で</a:t>
          </a:r>
          <a:r>
            <a:rPr lang="en-US" altLang="ja-JP" dirty="0"/>
            <a:t>PPTX </a:t>
          </a:r>
          <a:r>
            <a:rPr lang="ja-JP" altLang="en-US" dirty="0"/>
            <a:t>アップロード → テキスト・図形・</a:t>
          </a:r>
          <a:r>
            <a:rPr lang="en-US" altLang="ja-JP" dirty="0"/>
            <a:t>SmartArt</a:t>
          </a:r>
          <a:r>
            <a:rPr lang="ja-JP" altLang="en-US" dirty="0"/>
            <a:t>座標を抽出→</a:t>
          </a:r>
          <a:r>
            <a:rPr lang="en-US" altLang="ja-JP" dirty="0"/>
            <a:t>VLM</a:t>
          </a:r>
          <a:r>
            <a:rPr lang="ja-JP" altLang="en-US" dirty="0"/>
            <a:t>（</a:t>
          </a:r>
          <a:r>
            <a:rPr lang="en-US" altLang="ja-JP" dirty="0"/>
            <a:t>Gemma4:e2b</a:t>
          </a:r>
          <a:r>
            <a:rPr lang="ja-JP" altLang="en-US" dirty="0"/>
            <a:t>）で図形の意味解析プロンプト生成→メタデータ</a:t>
          </a:r>
          <a:endParaRPr kumimoji="1" lang="ja-JP" altLang="en-US" dirty="0"/>
        </a:p>
      </dgm:t>
    </dgm:pt>
    <dgm:pt modelId="{BC67698C-BC9C-4566-80FF-867E51CE50A6}" type="parTrans" cxnId="{93180E8B-9B47-459E-8A66-CA6EAD136DC3}">
      <dgm:prSet/>
      <dgm:spPr/>
      <dgm:t>
        <a:bodyPr/>
        <a:lstStyle/>
        <a:p>
          <a:endParaRPr kumimoji="1" lang="ja-JP" altLang="en-US"/>
        </a:p>
      </dgm:t>
    </dgm:pt>
    <dgm:pt modelId="{AB88B5BC-83D6-4A09-923B-FE69A80C78A3}" type="sibTrans" cxnId="{93180E8B-9B47-459E-8A66-CA6EAD136DC3}">
      <dgm:prSet/>
      <dgm:spPr/>
      <dgm:t>
        <a:bodyPr/>
        <a:lstStyle/>
        <a:p>
          <a:endParaRPr kumimoji="1" lang="ja-JP" altLang="en-US"/>
        </a:p>
      </dgm:t>
    </dgm:pt>
    <dgm:pt modelId="{1A3B9F2D-FCB5-48E3-B999-B1323B714AF1}">
      <dgm:prSet/>
      <dgm:spPr/>
      <dgm:t>
        <a:bodyPr/>
        <a:lstStyle/>
        <a:p>
          <a:r>
            <a:rPr lang="en-US" altLang="ja-JP" dirty="0"/>
            <a:t>LLM</a:t>
          </a:r>
          <a:r>
            <a:rPr lang="ja-JP" altLang="en-US" dirty="0"/>
            <a:t>（</a:t>
          </a:r>
          <a:r>
            <a:rPr lang="en-US" altLang="ja-JP"/>
            <a:t>Llama3:8b</a:t>
          </a:r>
          <a:r>
            <a:rPr lang="ja-JP" altLang="en-US"/>
            <a:t>）</a:t>
          </a:r>
          <a:r>
            <a:rPr lang="ja-JP" altLang="en-US" dirty="0"/>
            <a:t>＆</a:t>
          </a:r>
          <a:r>
            <a:rPr lang="en-US" altLang="ja-JP" dirty="0"/>
            <a:t>VLM</a:t>
          </a:r>
          <a:r>
            <a:rPr lang="ja-JP" altLang="en-US" dirty="0"/>
            <a:t>（</a:t>
          </a:r>
          <a:r>
            <a:rPr lang="en-US" altLang="ja-JP" dirty="0"/>
            <a:t>Ministral3:8b</a:t>
          </a:r>
          <a:r>
            <a:rPr lang="ja-JP" altLang="en-US" dirty="0"/>
            <a:t>）</a:t>
          </a:r>
          <a:r>
            <a:rPr lang="en-US" altLang="ja-JP" dirty="0"/>
            <a:t>+</a:t>
          </a:r>
          <a:r>
            <a:rPr lang="ja-JP" altLang="en-US" dirty="0"/>
            <a:t>スライド要素メタデータ</a:t>
          </a:r>
          <a:r>
            <a:rPr lang="en-US" altLang="ja-JP" dirty="0"/>
            <a:t>+</a:t>
          </a:r>
          <a:r>
            <a:rPr lang="ja-JP" altLang="en-US" dirty="0"/>
            <a:t>テキスト → ポインティング対象要素・座標推論</a:t>
          </a:r>
          <a:endParaRPr kumimoji="1" lang="ja-JP" altLang="en-US" dirty="0"/>
        </a:p>
      </dgm:t>
    </dgm:pt>
    <dgm:pt modelId="{3C222FAF-1A52-419A-AC76-B6967BF1538E}" type="parTrans" cxnId="{6D216BCD-D67E-4B60-A48A-6C768FF6C667}">
      <dgm:prSet/>
      <dgm:spPr/>
      <dgm:t>
        <a:bodyPr/>
        <a:lstStyle/>
        <a:p>
          <a:endParaRPr kumimoji="1" lang="ja-JP" altLang="en-US"/>
        </a:p>
      </dgm:t>
    </dgm:pt>
    <dgm:pt modelId="{8A4CC142-BD65-48E4-BEEF-15A36331341C}" type="sibTrans" cxnId="{6D216BCD-D67E-4B60-A48A-6C768FF6C667}">
      <dgm:prSet/>
      <dgm:spPr/>
      <dgm:t>
        <a:bodyPr/>
        <a:lstStyle/>
        <a:p>
          <a:endParaRPr kumimoji="1" lang="ja-JP" altLang="en-US"/>
        </a:p>
      </dgm:t>
    </dgm:pt>
    <dgm:pt modelId="{D3D6B9A5-F536-4AE3-995B-CC78924AAB8D}" type="pres">
      <dgm:prSet presAssocID="{B6C0E027-1904-4639-94F8-D3D6B4175B4F}" presName="linearFlow" presStyleCnt="0">
        <dgm:presLayoutVars>
          <dgm:dir/>
          <dgm:animLvl val="lvl"/>
          <dgm:resizeHandles val="exact"/>
        </dgm:presLayoutVars>
      </dgm:prSet>
      <dgm:spPr/>
    </dgm:pt>
    <dgm:pt modelId="{C2A973CA-112F-42E3-816C-68D6A0CB0F76}" type="pres">
      <dgm:prSet presAssocID="{75F9FDF1-31B1-4D50-8703-0B045C2CB25D}" presName="composite" presStyleCnt="0"/>
      <dgm:spPr/>
    </dgm:pt>
    <dgm:pt modelId="{C4573FE0-51B7-489C-99B4-A196D0D76231}" type="pres">
      <dgm:prSet presAssocID="{75F9FDF1-31B1-4D50-8703-0B045C2CB25D}" presName="parentText" presStyleLbl="alignNode1" presStyleIdx="0" presStyleCnt="4">
        <dgm:presLayoutVars>
          <dgm:chMax val="1"/>
          <dgm:bulletEnabled val="1"/>
        </dgm:presLayoutVars>
      </dgm:prSet>
      <dgm:spPr/>
    </dgm:pt>
    <dgm:pt modelId="{AF4DA720-5FD3-40C7-899A-ED733AACF96F}" type="pres">
      <dgm:prSet presAssocID="{75F9FDF1-31B1-4D50-8703-0B045C2CB25D}" presName="descendantText" presStyleLbl="alignAcc1" presStyleIdx="0" presStyleCnt="4">
        <dgm:presLayoutVars>
          <dgm:bulletEnabled val="1"/>
        </dgm:presLayoutVars>
      </dgm:prSet>
      <dgm:spPr/>
    </dgm:pt>
    <dgm:pt modelId="{50EE256F-9FDD-438B-BC15-E05E312E16B1}" type="pres">
      <dgm:prSet presAssocID="{42DC9463-6823-421E-80A4-AEA9E6F0E35D}" presName="sp" presStyleCnt="0"/>
      <dgm:spPr/>
    </dgm:pt>
    <dgm:pt modelId="{89E79786-C37B-4B97-9689-5835D7AC4020}" type="pres">
      <dgm:prSet presAssocID="{1EEED537-E7E4-42AF-B095-381FC404B793}" presName="composite" presStyleCnt="0"/>
      <dgm:spPr/>
    </dgm:pt>
    <dgm:pt modelId="{05AF3295-5AAB-46FD-B18C-3F054D803F12}" type="pres">
      <dgm:prSet presAssocID="{1EEED537-E7E4-42AF-B095-381FC404B793}" presName="parentText" presStyleLbl="alignNode1" presStyleIdx="1" presStyleCnt="4">
        <dgm:presLayoutVars>
          <dgm:chMax val="1"/>
          <dgm:bulletEnabled val="1"/>
        </dgm:presLayoutVars>
      </dgm:prSet>
      <dgm:spPr/>
    </dgm:pt>
    <dgm:pt modelId="{60BABAE3-4F1B-4565-83A3-D64DDD9DD079}" type="pres">
      <dgm:prSet presAssocID="{1EEED537-E7E4-42AF-B095-381FC404B793}" presName="descendantText" presStyleLbl="alignAcc1" presStyleIdx="1" presStyleCnt="4">
        <dgm:presLayoutVars>
          <dgm:bulletEnabled val="1"/>
        </dgm:presLayoutVars>
      </dgm:prSet>
      <dgm:spPr/>
    </dgm:pt>
    <dgm:pt modelId="{E0970BA1-8A83-4778-BE3F-C7E5382D6732}" type="pres">
      <dgm:prSet presAssocID="{56FBE039-33D5-463E-B518-A58A3BE9547D}" presName="sp" presStyleCnt="0"/>
      <dgm:spPr/>
    </dgm:pt>
    <dgm:pt modelId="{FA8249F2-08FF-4358-8D78-F3F9EA820902}" type="pres">
      <dgm:prSet presAssocID="{2564B1C1-D397-4638-8C67-DCB1504E1316}" presName="composite" presStyleCnt="0"/>
      <dgm:spPr/>
    </dgm:pt>
    <dgm:pt modelId="{F4BD75B0-2792-422C-B009-8DF85EC12405}" type="pres">
      <dgm:prSet presAssocID="{2564B1C1-D397-4638-8C67-DCB1504E1316}" presName="parentText" presStyleLbl="alignNode1" presStyleIdx="2" presStyleCnt="4">
        <dgm:presLayoutVars>
          <dgm:chMax val="1"/>
          <dgm:bulletEnabled val="1"/>
        </dgm:presLayoutVars>
      </dgm:prSet>
      <dgm:spPr/>
    </dgm:pt>
    <dgm:pt modelId="{3E8BB61B-C242-4D55-8D5B-3AC760FC6B9E}" type="pres">
      <dgm:prSet presAssocID="{2564B1C1-D397-4638-8C67-DCB1504E1316}" presName="descendantText" presStyleLbl="alignAcc1" presStyleIdx="2" presStyleCnt="4">
        <dgm:presLayoutVars>
          <dgm:bulletEnabled val="1"/>
        </dgm:presLayoutVars>
      </dgm:prSet>
      <dgm:spPr/>
    </dgm:pt>
    <dgm:pt modelId="{6AE13011-2200-4A81-A958-E85A1B2FB5B6}" type="pres">
      <dgm:prSet presAssocID="{686739F8-A1E0-436F-AAA6-8BA83D016D4B}" presName="sp" presStyleCnt="0"/>
      <dgm:spPr/>
    </dgm:pt>
    <dgm:pt modelId="{A61A403F-8AB6-4672-B1A5-E57D62178AD0}" type="pres">
      <dgm:prSet presAssocID="{1E8A3912-A871-439C-8A09-B704237947CC}" presName="composite" presStyleCnt="0"/>
      <dgm:spPr/>
    </dgm:pt>
    <dgm:pt modelId="{D16C475C-DB8A-4BA4-AD0A-F55389FD3AD7}" type="pres">
      <dgm:prSet presAssocID="{1E8A3912-A871-439C-8A09-B704237947CC}" presName="parentText" presStyleLbl="alignNode1" presStyleIdx="3" presStyleCnt="4">
        <dgm:presLayoutVars>
          <dgm:chMax val="1"/>
          <dgm:bulletEnabled val="1"/>
        </dgm:presLayoutVars>
      </dgm:prSet>
      <dgm:spPr/>
    </dgm:pt>
    <dgm:pt modelId="{0C4EA067-684F-4BD9-8DAC-89703E28E701}" type="pres">
      <dgm:prSet presAssocID="{1E8A3912-A871-439C-8A09-B704237947CC}" presName="descendantText" presStyleLbl="alignAcc1" presStyleIdx="3" presStyleCnt="4">
        <dgm:presLayoutVars>
          <dgm:bulletEnabled val="1"/>
        </dgm:presLayoutVars>
      </dgm:prSet>
      <dgm:spPr/>
    </dgm:pt>
  </dgm:ptLst>
  <dgm:cxnLst>
    <dgm:cxn modelId="{F145410D-3A81-4063-8458-CBC3EA1CB0B2}" srcId="{B6C0E027-1904-4639-94F8-D3D6B4175B4F}" destId="{1EEED537-E7E4-42AF-B095-381FC404B793}" srcOrd="1" destOrd="0" parTransId="{254C398C-189C-4697-BB55-41DBDE1F8882}" sibTransId="{56FBE039-33D5-463E-B518-A58A3BE9547D}"/>
    <dgm:cxn modelId="{8579E019-91C1-446B-A86C-564146E32EB6}" srcId="{1E8A3912-A871-439C-8A09-B704237947CC}" destId="{306CFAE4-DB6A-4FCD-8790-70E9121F109A}" srcOrd="0" destOrd="0" parTransId="{229F256F-99FA-4679-8F9C-5138A9F78DC1}" sibTransId="{8C9E404C-BD63-4D9B-8D43-20161E9CDA50}"/>
    <dgm:cxn modelId="{FF98E719-61F4-466D-8520-663FF01A55D3}" type="presOf" srcId="{306CFAE4-DB6A-4FCD-8790-70E9121F109A}" destId="{0C4EA067-684F-4BD9-8DAC-89703E28E701}" srcOrd="0" destOrd="0" presId="urn:microsoft.com/office/officeart/2005/8/layout/chevron2"/>
    <dgm:cxn modelId="{D804C41D-4F8C-4208-8249-B157AFCE8C8B}" srcId="{B6C0E027-1904-4639-94F8-D3D6B4175B4F}" destId="{75F9FDF1-31B1-4D50-8703-0B045C2CB25D}" srcOrd="0" destOrd="0" parTransId="{E2554ACF-D897-45E5-B6EC-FBFB50E41868}" sibTransId="{42DC9463-6823-421E-80A4-AEA9E6F0E35D}"/>
    <dgm:cxn modelId="{ED13941E-7144-4483-8542-B2483E6A0F8B}" srcId="{1EEED537-E7E4-42AF-B095-381FC404B793}" destId="{99C6BD06-F508-48F8-A543-3ECC058F20D4}" srcOrd="0" destOrd="0" parTransId="{2BD403BA-E791-4AB5-9830-D83F525F29A5}" sibTransId="{73D76817-E7BB-4548-B71D-541B060D29F3}"/>
    <dgm:cxn modelId="{7CF5D322-A1AE-46B8-B1EB-C773DC3C9D8A}" type="presOf" srcId="{546677F9-7F7B-407E-814B-63BA10920F2B}" destId="{AF4DA720-5FD3-40C7-899A-ED733AACF96F}" srcOrd="0" destOrd="0" presId="urn:microsoft.com/office/officeart/2005/8/layout/chevron2"/>
    <dgm:cxn modelId="{94CBDC42-C497-4FEA-8940-C477B9F2FAD8}" srcId="{B6C0E027-1904-4639-94F8-D3D6B4175B4F}" destId="{2564B1C1-D397-4638-8C67-DCB1504E1316}" srcOrd="2" destOrd="0" parTransId="{86B19A77-FE8F-466C-91C2-736D0FDD1365}" sibTransId="{686739F8-A1E0-436F-AAA6-8BA83D016D4B}"/>
    <dgm:cxn modelId="{04B6D265-2421-43F3-840F-22B3A260BA52}" type="presOf" srcId="{B6C0E027-1904-4639-94F8-D3D6B4175B4F}" destId="{D3D6B9A5-F536-4AE3-995B-CC78924AAB8D}" srcOrd="0" destOrd="0" presId="urn:microsoft.com/office/officeart/2005/8/layout/chevron2"/>
    <dgm:cxn modelId="{1ECFC749-14D3-44D4-AC01-14AF8805E85C}" type="presOf" srcId="{1EEED537-E7E4-42AF-B095-381FC404B793}" destId="{05AF3295-5AAB-46FD-B18C-3F054D803F12}" srcOrd="0" destOrd="0" presId="urn:microsoft.com/office/officeart/2005/8/layout/chevron2"/>
    <dgm:cxn modelId="{BF84B16E-76BA-46DB-861D-ED25455F4B18}" type="presOf" srcId="{1E8A3912-A871-439C-8A09-B704237947CC}" destId="{D16C475C-DB8A-4BA4-AD0A-F55389FD3AD7}" srcOrd="0" destOrd="0" presId="urn:microsoft.com/office/officeart/2005/8/layout/chevron2"/>
    <dgm:cxn modelId="{A218F476-65FB-4FB0-938F-A35EBFAEE034}" type="presOf" srcId="{75F9FDF1-31B1-4D50-8703-0B045C2CB25D}" destId="{C4573FE0-51B7-489C-99B4-A196D0D76231}" srcOrd="0" destOrd="0" presId="urn:microsoft.com/office/officeart/2005/8/layout/chevron2"/>
    <dgm:cxn modelId="{ECC24686-E3AB-42B7-8C61-119A18ED9B65}" type="presOf" srcId="{99C6BD06-F508-48F8-A543-3ECC058F20D4}" destId="{60BABAE3-4F1B-4565-83A3-D64DDD9DD079}" srcOrd="0" destOrd="0" presId="urn:microsoft.com/office/officeart/2005/8/layout/chevron2"/>
    <dgm:cxn modelId="{93180E8B-9B47-459E-8A66-CA6EAD136DC3}" srcId="{75F9FDF1-31B1-4D50-8703-0B045C2CB25D}" destId="{546677F9-7F7B-407E-814B-63BA10920F2B}" srcOrd="0" destOrd="0" parTransId="{BC67698C-BC9C-4566-80FF-867E51CE50A6}" sibTransId="{AB88B5BC-83D6-4A09-923B-FE69A80C78A3}"/>
    <dgm:cxn modelId="{9C3F08A5-6CB5-44A9-AEA8-529430A54CFB}" type="presOf" srcId="{2564B1C1-D397-4638-8C67-DCB1504E1316}" destId="{F4BD75B0-2792-422C-B009-8DF85EC12405}" srcOrd="0" destOrd="0" presId="urn:microsoft.com/office/officeart/2005/8/layout/chevron2"/>
    <dgm:cxn modelId="{6D216BCD-D67E-4B60-A48A-6C768FF6C667}" srcId="{2564B1C1-D397-4638-8C67-DCB1504E1316}" destId="{1A3B9F2D-FCB5-48E3-B999-B1323B714AF1}" srcOrd="0" destOrd="0" parTransId="{3C222FAF-1A52-419A-AC76-B6967BF1538E}" sibTransId="{8A4CC142-BD65-48E4-BEEF-15A36331341C}"/>
    <dgm:cxn modelId="{67E3D8DB-2B73-42A8-8605-8973B068A05B}" type="presOf" srcId="{1A3B9F2D-FCB5-48E3-B999-B1323B714AF1}" destId="{3E8BB61B-C242-4D55-8D5B-3AC760FC6B9E}" srcOrd="0" destOrd="0" presId="urn:microsoft.com/office/officeart/2005/8/layout/chevron2"/>
    <dgm:cxn modelId="{88EF2EFA-560F-4FAB-BCAE-EFFBDFB3EF54}" srcId="{B6C0E027-1904-4639-94F8-D3D6B4175B4F}" destId="{1E8A3912-A871-439C-8A09-B704237947CC}" srcOrd="3" destOrd="0" parTransId="{99A4BB0F-E076-454F-9ADC-277EC130F6A8}" sibTransId="{BEE2A955-0853-40D0-954D-D728D7237C3C}"/>
    <dgm:cxn modelId="{4FFF8680-FC3F-402A-B397-BB8DA3998D02}" type="presParOf" srcId="{D3D6B9A5-F536-4AE3-995B-CC78924AAB8D}" destId="{C2A973CA-112F-42E3-816C-68D6A0CB0F76}" srcOrd="0" destOrd="0" presId="urn:microsoft.com/office/officeart/2005/8/layout/chevron2"/>
    <dgm:cxn modelId="{33C87B3B-A82F-4E07-AEEF-1B76CBBEE5BE}" type="presParOf" srcId="{C2A973CA-112F-42E3-816C-68D6A0CB0F76}" destId="{C4573FE0-51B7-489C-99B4-A196D0D76231}" srcOrd="0" destOrd="0" presId="urn:microsoft.com/office/officeart/2005/8/layout/chevron2"/>
    <dgm:cxn modelId="{AF435007-1181-456A-8CB2-8F7456274FA5}" type="presParOf" srcId="{C2A973CA-112F-42E3-816C-68D6A0CB0F76}" destId="{AF4DA720-5FD3-40C7-899A-ED733AACF96F}" srcOrd="1" destOrd="0" presId="urn:microsoft.com/office/officeart/2005/8/layout/chevron2"/>
    <dgm:cxn modelId="{E37398EF-D385-4480-A888-60DC555CC655}" type="presParOf" srcId="{D3D6B9A5-F536-4AE3-995B-CC78924AAB8D}" destId="{50EE256F-9FDD-438B-BC15-E05E312E16B1}" srcOrd="1" destOrd="0" presId="urn:microsoft.com/office/officeart/2005/8/layout/chevron2"/>
    <dgm:cxn modelId="{451EAA4E-7F85-4583-BE00-0C4722656E34}" type="presParOf" srcId="{D3D6B9A5-F536-4AE3-995B-CC78924AAB8D}" destId="{89E79786-C37B-4B97-9689-5835D7AC4020}" srcOrd="2" destOrd="0" presId="urn:microsoft.com/office/officeart/2005/8/layout/chevron2"/>
    <dgm:cxn modelId="{16C2D47D-41ED-4A44-828D-B6294A50C084}" type="presParOf" srcId="{89E79786-C37B-4B97-9689-5835D7AC4020}" destId="{05AF3295-5AAB-46FD-B18C-3F054D803F12}" srcOrd="0" destOrd="0" presId="urn:microsoft.com/office/officeart/2005/8/layout/chevron2"/>
    <dgm:cxn modelId="{C794F8C8-E46D-48CA-8A92-68D7E42EE801}" type="presParOf" srcId="{89E79786-C37B-4B97-9689-5835D7AC4020}" destId="{60BABAE3-4F1B-4565-83A3-D64DDD9DD079}" srcOrd="1" destOrd="0" presId="urn:microsoft.com/office/officeart/2005/8/layout/chevron2"/>
    <dgm:cxn modelId="{86DA3ADF-88E6-47C5-9457-CDA32C9B8F63}" type="presParOf" srcId="{D3D6B9A5-F536-4AE3-995B-CC78924AAB8D}" destId="{E0970BA1-8A83-4778-BE3F-C7E5382D6732}" srcOrd="3" destOrd="0" presId="urn:microsoft.com/office/officeart/2005/8/layout/chevron2"/>
    <dgm:cxn modelId="{8DA1BCD7-C4BB-4648-9596-44BC1F7A2202}" type="presParOf" srcId="{D3D6B9A5-F536-4AE3-995B-CC78924AAB8D}" destId="{FA8249F2-08FF-4358-8D78-F3F9EA820902}" srcOrd="4" destOrd="0" presId="urn:microsoft.com/office/officeart/2005/8/layout/chevron2"/>
    <dgm:cxn modelId="{7C63DBB7-0D23-4C25-86DE-F258DF4182A6}" type="presParOf" srcId="{FA8249F2-08FF-4358-8D78-F3F9EA820902}" destId="{F4BD75B0-2792-422C-B009-8DF85EC12405}" srcOrd="0" destOrd="0" presId="urn:microsoft.com/office/officeart/2005/8/layout/chevron2"/>
    <dgm:cxn modelId="{159B9DF9-A33D-4632-B428-046E06BEB6DF}" type="presParOf" srcId="{FA8249F2-08FF-4358-8D78-F3F9EA820902}" destId="{3E8BB61B-C242-4D55-8D5B-3AC760FC6B9E}" srcOrd="1" destOrd="0" presId="urn:microsoft.com/office/officeart/2005/8/layout/chevron2"/>
    <dgm:cxn modelId="{E4DA4001-F7E8-462E-9FE4-738F4E54A009}" type="presParOf" srcId="{D3D6B9A5-F536-4AE3-995B-CC78924AAB8D}" destId="{6AE13011-2200-4A81-A958-E85A1B2FB5B6}" srcOrd="5" destOrd="0" presId="urn:microsoft.com/office/officeart/2005/8/layout/chevron2"/>
    <dgm:cxn modelId="{84BF4321-6BFD-4F80-8947-7036F7A48CCB}" type="presParOf" srcId="{D3D6B9A5-F536-4AE3-995B-CC78924AAB8D}" destId="{A61A403F-8AB6-4672-B1A5-E57D62178AD0}" srcOrd="6" destOrd="0" presId="urn:microsoft.com/office/officeart/2005/8/layout/chevron2"/>
    <dgm:cxn modelId="{9D59B1F8-C7A5-4CA5-996B-9DB8FD9D2D81}" type="presParOf" srcId="{A61A403F-8AB6-4672-B1A5-E57D62178AD0}" destId="{D16C475C-DB8A-4BA4-AD0A-F55389FD3AD7}" srcOrd="0" destOrd="0" presId="urn:microsoft.com/office/officeart/2005/8/layout/chevron2"/>
    <dgm:cxn modelId="{0112015B-CF28-4CC4-8ED9-1399EB6F95C6}" type="presParOf" srcId="{A61A403F-8AB6-4672-B1A5-E57D62178AD0}" destId="{0C4EA067-684F-4BD9-8DAC-89703E28E70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73FE0-51B7-489C-99B4-A196D0D76231}">
      <dsp:nvSpPr>
        <dsp:cNvPr id="0" name=""/>
        <dsp:cNvSpPr/>
      </dsp:nvSpPr>
      <dsp:spPr>
        <a:xfrm rot="5400000">
          <a:off x="-236866" y="242083"/>
          <a:ext cx="1579113" cy="11053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en-US" altLang="ja-JP" sz="1800" kern="1200" dirty="0"/>
            <a:t>PPTX</a:t>
          </a:r>
          <a:r>
            <a:rPr kumimoji="1" lang="ja-JP" altLang="en-US" sz="1800" kern="1200" dirty="0"/>
            <a:t>解析</a:t>
          </a:r>
        </a:p>
      </dsp:txBody>
      <dsp:txXfrm rot="-5400000">
        <a:off x="2" y="557906"/>
        <a:ext cx="1105379" cy="473734"/>
      </dsp:txXfrm>
    </dsp:sp>
    <dsp:sp modelId="{AF4DA720-5FD3-40C7-899A-ED733AACF96F}">
      <dsp:nvSpPr>
        <dsp:cNvPr id="0" name=""/>
        <dsp:cNvSpPr/>
      </dsp:nvSpPr>
      <dsp:spPr>
        <a:xfrm rot="5400000">
          <a:off x="4286286" y="-3175691"/>
          <a:ext cx="1026423" cy="738823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ja-JP" altLang="en-US" sz="1500" kern="1200" dirty="0"/>
            <a:t>クライアント側で</a:t>
          </a:r>
          <a:r>
            <a:rPr lang="en-US" altLang="ja-JP" sz="1500" kern="1200" dirty="0"/>
            <a:t>PPTX </a:t>
          </a:r>
          <a:r>
            <a:rPr lang="ja-JP" altLang="en-US" sz="1500" kern="1200" dirty="0"/>
            <a:t>アップロード → テキスト・図形・</a:t>
          </a:r>
          <a:r>
            <a:rPr lang="en-US" altLang="ja-JP" sz="1500" kern="1200" dirty="0"/>
            <a:t>SmartArt</a:t>
          </a:r>
          <a:r>
            <a:rPr lang="ja-JP" altLang="en-US" sz="1500" kern="1200" dirty="0"/>
            <a:t>座標を抽出→</a:t>
          </a:r>
          <a:r>
            <a:rPr lang="en-US" altLang="ja-JP" sz="1500" kern="1200" dirty="0"/>
            <a:t>VLM</a:t>
          </a:r>
          <a:r>
            <a:rPr lang="ja-JP" altLang="en-US" sz="1500" kern="1200" dirty="0"/>
            <a:t>（</a:t>
          </a:r>
          <a:r>
            <a:rPr lang="en-US" altLang="ja-JP" sz="1500" kern="1200" dirty="0"/>
            <a:t>Gemma4:e2b</a:t>
          </a:r>
          <a:r>
            <a:rPr lang="ja-JP" altLang="en-US" sz="1500" kern="1200" dirty="0"/>
            <a:t>）で図形の意味解析プロンプト生成→メタデータ</a:t>
          </a:r>
          <a:endParaRPr kumimoji="1" lang="ja-JP" altLang="en-US" sz="1500" kern="1200" dirty="0"/>
        </a:p>
      </dsp:txBody>
      <dsp:txXfrm rot="-5400000">
        <a:off x="1105379" y="55322"/>
        <a:ext cx="7338132" cy="926211"/>
      </dsp:txXfrm>
    </dsp:sp>
    <dsp:sp modelId="{05AF3295-5AAB-46FD-B18C-3F054D803F12}">
      <dsp:nvSpPr>
        <dsp:cNvPr id="0" name=""/>
        <dsp:cNvSpPr/>
      </dsp:nvSpPr>
      <dsp:spPr>
        <a:xfrm rot="5400000">
          <a:off x="-236866" y="1677738"/>
          <a:ext cx="1579113" cy="11053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ja-JP" altLang="en-US" sz="2000" kern="1200" dirty="0"/>
            <a:t>音声入力・認識</a:t>
          </a:r>
          <a:endParaRPr kumimoji="1" lang="ja-JP" altLang="en-US" sz="2000" kern="1200" dirty="0"/>
        </a:p>
      </dsp:txBody>
      <dsp:txXfrm rot="-5400000">
        <a:off x="2" y="1993561"/>
        <a:ext cx="1105379" cy="473734"/>
      </dsp:txXfrm>
    </dsp:sp>
    <dsp:sp modelId="{60BABAE3-4F1B-4565-83A3-D64DDD9DD079}">
      <dsp:nvSpPr>
        <dsp:cNvPr id="0" name=""/>
        <dsp:cNvSpPr/>
      </dsp:nvSpPr>
      <dsp:spPr>
        <a:xfrm rot="5400000">
          <a:off x="4286016" y="-1739766"/>
          <a:ext cx="1026963" cy="738823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ja-JP" altLang="en-US" sz="1500" kern="1200" dirty="0"/>
            <a:t>ブラウザのマイク → </a:t>
          </a:r>
          <a:r>
            <a:rPr lang="en-US" altLang="ja-JP" sz="1500" kern="1200" dirty="0"/>
            <a:t>Whisper medium → </a:t>
          </a:r>
          <a:r>
            <a:rPr lang="ja-JP" altLang="en-US" sz="1500" kern="1200" dirty="0"/>
            <a:t>テキスト</a:t>
          </a:r>
          <a:endParaRPr kumimoji="1" lang="ja-JP" altLang="en-US" sz="1500" kern="1200" dirty="0"/>
        </a:p>
      </dsp:txBody>
      <dsp:txXfrm rot="-5400000">
        <a:off x="1105379" y="1491003"/>
        <a:ext cx="7338106" cy="926699"/>
      </dsp:txXfrm>
    </dsp:sp>
    <dsp:sp modelId="{F4BD75B0-2792-422C-B009-8DF85EC12405}">
      <dsp:nvSpPr>
        <dsp:cNvPr id="0" name=""/>
        <dsp:cNvSpPr/>
      </dsp:nvSpPr>
      <dsp:spPr>
        <a:xfrm rot="5400000">
          <a:off x="-236866" y="3113394"/>
          <a:ext cx="1579113" cy="11053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ja-JP" altLang="en-US" sz="2000" kern="1200" dirty="0"/>
            <a:t>意味理解</a:t>
          </a:r>
          <a:endParaRPr kumimoji="1" lang="ja-JP" altLang="en-US" sz="2000" kern="1200" dirty="0"/>
        </a:p>
      </dsp:txBody>
      <dsp:txXfrm rot="-5400000">
        <a:off x="2" y="3429217"/>
        <a:ext cx="1105379" cy="473734"/>
      </dsp:txXfrm>
    </dsp:sp>
    <dsp:sp modelId="{3E8BB61B-C242-4D55-8D5B-3AC760FC6B9E}">
      <dsp:nvSpPr>
        <dsp:cNvPr id="0" name=""/>
        <dsp:cNvSpPr/>
      </dsp:nvSpPr>
      <dsp:spPr>
        <a:xfrm rot="5400000">
          <a:off x="4286286" y="-304380"/>
          <a:ext cx="1026423" cy="738823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altLang="ja-JP" sz="1500" kern="1200" dirty="0"/>
            <a:t>LLM</a:t>
          </a:r>
          <a:r>
            <a:rPr lang="ja-JP" altLang="en-US" sz="1500" kern="1200" dirty="0"/>
            <a:t>（</a:t>
          </a:r>
          <a:r>
            <a:rPr lang="en-US" altLang="ja-JP" sz="1500" kern="1200"/>
            <a:t>Llama3:8b</a:t>
          </a:r>
          <a:r>
            <a:rPr lang="ja-JP" altLang="en-US" sz="1500" kern="1200"/>
            <a:t>）</a:t>
          </a:r>
          <a:r>
            <a:rPr lang="ja-JP" altLang="en-US" sz="1500" kern="1200" dirty="0"/>
            <a:t>＆</a:t>
          </a:r>
          <a:r>
            <a:rPr lang="en-US" altLang="ja-JP" sz="1500" kern="1200" dirty="0"/>
            <a:t>VLM</a:t>
          </a:r>
          <a:r>
            <a:rPr lang="ja-JP" altLang="en-US" sz="1500" kern="1200" dirty="0"/>
            <a:t>（</a:t>
          </a:r>
          <a:r>
            <a:rPr lang="en-US" altLang="ja-JP" sz="1500" kern="1200" dirty="0"/>
            <a:t>Ministral3:8b</a:t>
          </a:r>
          <a:r>
            <a:rPr lang="ja-JP" altLang="en-US" sz="1500" kern="1200" dirty="0"/>
            <a:t>）</a:t>
          </a:r>
          <a:r>
            <a:rPr lang="en-US" altLang="ja-JP" sz="1500" kern="1200" dirty="0"/>
            <a:t>+</a:t>
          </a:r>
          <a:r>
            <a:rPr lang="ja-JP" altLang="en-US" sz="1500" kern="1200" dirty="0"/>
            <a:t>スライド要素メタデータ</a:t>
          </a:r>
          <a:r>
            <a:rPr lang="en-US" altLang="ja-JP" sz="1500" kern="1200" dirty="0"/>
            <a:t>+</a:t>
          </a:r>
          <a:r>
            <a:rPr lang="ja-JP" altLang="en-US" sz="1500" kern="1200" dirty="0"/>
            <a:t>テキスト → ポインティング対象要素・座標推論</a:t>
          </a:r>
          <a:endParaRPr kumimoji="1" lang="ja-JP" altLang="en-US" sz="1500" kern="1200" dirty="0"/>
        </a:p>
      </dsp:txBody>
      <dsp:txXfrm rot="-5400000">
        <a:off x="1105379" y="2926633"/>
        <a:ext cx="7338132" cy="926211"/>
      </dsp:txXfrm>
    </dsp:sp>
    <dsp:sp modelId="{D16C475C-DB8A-4BA4-AD0A-F55389FD3AD7}">
      <dsp:nvSpPr>
        <dsp:cNvPr id="0" name=""/>
        <dsp:cNvSpPr/>
      </dsp:nvSpPr>
      <dsp:spPr>
        <a:xfrm rot="5400000">
          <a:off x="-236866" y="4549049"/>
          <a:ext cx="1579113" cy="11053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ja-JP" altLang="en-US" sz="2000" kern="1200" dirty="0"/>
            <a:t>描画 </a:t>
          </a:r>
          <a:endParaRPr kumimoji="1" lang="ja-JP" altLang="en-US" sz="2000" kern="1200" dirty="0"/>
        </a:p>
      </dsp:txBody>
      <dsp:txXfrm rot="-5400000">
        <a:off x="2" y="4864872"/>
        <a:ext cx="1105379" cy="473734"/>
      </dsp:txXfrm>
    </dsp:sp>
    <dsp:sp modelId="{0C4EA067-684F-4BD9-8DAC-89703E28E701}">
      <dsp:nvSpPr>
        <dsp:cNvPr id="0" name=""/>
        <dsp:cNvSpPr/>
      </dsp:nvSpPr>
      <dsp:spPr>
        <a:xfrm rot="5400000">
          <a:off x="4286286" y="1131275"/>
          <a:ext cx="1026423" cy="738823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ja-JP" altLang="en-US" sz="1500" kern="1200" dirty="0"/>
            <a:t>ポインティング対象要素・座標推論に基づき</a:t>
          </a:r>
          <a:r>
            <a:rPr lang="en-US" altLang="ja-JP" sz="1500" kern="1200" dirty="0"/>
            <a:t>SVG</a:t>
          </a:r>
          <a:r>
            <a:rPr lang="ja-JP" altLang="en-US" sz="1500" kern="1200" dirty="0"/>
            <a:t>オーバーレイ描画</a:t>
          </a:r>
          <a:endParaRPr kumimoji="1" lang="ja-JP" altLang="en-US" sz="1500" kern="1200" dirty="0"/>
        </a:p>
      </dsp:txBody>
      <dsp:txXfrm rot="-5400000">
        <a:off x="1105379" y="4362288"/>
        <a:ext cx="7338132" cy="92621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352733"/>
            <a:ext cx="8598718" cy="2959600"/>
          </a:xfrm>
          <a:prstGeom prst="rect">
            <a:avLst/>
          </a:prstGeom>
        </p:spPr>
        <p:txBody>
          <a:bodyPr spcFirstLastPara="1" wrap="square" lIns="91425" tIns="91425" rIns="91425" bIns="91425" anchor="b" anchorCtr="0">
            <a:noAutofit/>
          </a:bodyPr>
          <a:lstStyle>
            <a:lvl1pPr lvl="0" algn="l">
              <a:spcBef>
                <a:spcPts val="0"/>
              </a:spcBef>
              <a:spcAft>
                <a:spcPts val="0"/>
              </a:spcAft>
              <a:buSzPts val="4700"/>
              <a:buNone/>
              <a:defRPr sz="4800">
                <a:latin typeface="LINE Seed JP App_TTF Bold" panose="02020700000000000000" pitchFamily="18" charset="-128"/>
                <a:ea typeface="LINE Seed JP App_TTF Bold" panose="02020700000000000000" pitchFamily="18" charset="-128"/>
              </a:defRPr>
            </a:lvl1pPr>
            <a:lvl2pPr lvl="1" algn="l">
              <a:spcBef>
                <a:spcPts val="0"/>
              </a:spcBef>
              <a:spcAft>
                <a:spcPts val="0"/>
              </a:spcAft>
              <a:buSzPts val="4700"/>
              <a:buNone/>
              <a:defRPr sz="6267"/>
            </a:lvl2pPr>
            <a:lvl3pPr lvl="2" algn="l">
              <a:spcBef>
                <a:spcPts val="0"/>
              </a:spcBef>
              <a:spcAft>
                <a:spcPts val="0"/>
              </a:spcAft>
              <a:buSzPts val="4700"/>
              <a:buNone/>
              <a:defRPr sz="6267"/>
            </a:lvl3pPr>
            <a:lvl4pPr lvl="3" algn="l">
              <a:spcBef>
                <a:spcPts val="0"/>
              </a:spcBef>
              <a:spcAft>
                <a:spcPts val="0"/>
              </a:spcAft>
              <a:buSzPts val="4700"/>
              <a:buNone/>
              <a:defRPr sz="6267"/>
            </a:lvl4pPr>
            <a:lvl5pPr lvl="4" algn="l">
              <a:spcBef>
                <a:spcPts val="0"/>
              </a:spcBef>
              <a:spcAft>
                <a:spcPts val="0"/>
              </a:spcAft>
              <a:buSzPts val="4700"/>
              <a:buNone/>
              <a:defRPr sz="6267"/>
            </a:lvl5pPr>
            <a:lvl6pPr lvl="5" algn="l">
              <a:spcBef>
                <a:spcPts val="0"/>
              </a:spcBef>
              <a:spcAft>
                <a:spcPts val="0"/>
              </a:spcAft>
              <a:buSzPts val="4700"/>
              <a:buNone/>
              <a:defRPr sz="6267"/>
            </a:lvl6pPr>
            <a:lvl7pPr lvl="6" algn="l">
              <a:spcBef>
                <a:spcPts val="0"/>
              </a:spcBef>
              <a:spcAft>
                <a:spcPts val="0"/>
              </a:spcAft>
              <a:buSzPts val="4700"/>
              <a:buNone/>
              <a:defRPr sz="6267"/>
            </a:lvl7pPr>
            <a:lvl8pPr lvl="7" algn="l">
              <a:spcBef>
                <a:spcPts val="0"/>
              </a:spcBef>
              <a:spcAft>
                <a:spcPts val="0"/>
              </a:spcAft>
              <a:buSzPts val="4700"/>
              <a:buNone/>
              <a:defRPr sz="6267"/>
            </a:lvl8pPr>
            <a:lvl9pPr lvl="8" algn="l">
              <a:spcBef>
                <a:spcPts val="0"/>
              </a:spcBef>
              <a:spcAft>
                <a:spcPts val="0"/>
              </a:spcAft>
              <a:buSzPts val="4700"/>
              <a:buNone/>
              <a:defRPr sz="6267"/>
            </a:lvl9pPr>
          </a:lstStyle>
          <a:p>
            <a:r>
              <a:rPr lang="ja-JP" altLang="en-US" dirty="0"/>
              <a:t>マスター タイトルの書式設定</a:t>
            </a:r>
            <a:endParaRPr dirty="0"/>
          </a:p>
        </p:txBody>
      </p:sp>
      <p:sp>
        <p:nvSpPr>
          <p:cNvPr id="10" name="Google Shape;10;p2"/>
          <p:cNvSpPr txBox="1">
            <a:spLocks noGrp="1"/>
          </p:cNvSpPr>
          <p:nvPr>
            <p:ph type="subTitle" idx="1"/>
          </p:nvPr>
        </p:nvSpPr>
        <p:spPr>
          <a:xfrm>
            <a:off x="950966" y="4421300"/>
            <a:ext cx="8598718" cy="968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2400">
                <a:latin typeface="+mn-ea"/>
                <a:ea typeface="+mn-ea"/>
              </a:defRPr>
            </a:lvl1pPr>
            <a:lvl2pPr lvl="1">
              <a:lnSpc>
                <a:spcPct val="115000"/>
              </a:lnSpc>
              <a:spcBef>
                <a:spcPts val="0"/>
              </a:spcBef>
              <a:spcAft>
                <a:spcPts val="0"/>
              </a:spcAft>
              <a:buSzPts val="1850"/>
              <a:buNone/>
              <a:defRPr sz="2467"/>
            </a:lvl2pPr>
            <a:lvl3pPr lvl="2">
              <a:lnSpc>
                <a:spcPct val="115000"/>
              </a:lnSpc>
              <a:spcBef>
                <a:spcPts val="0"/>
              </a:spcBef>
              <a:spcAft>
                <a:spcPts val="0"/>
              </a:spcAft>
              <a:buSzPts val="1850"/>
              <a:buNone/>
              <a:defRPr sz="2467"/>
            </a:lvl3pPr>
            <a:lvl4pPr lvl="3">
              <a:lnSpc>
                <a:spcPct val="115000"/>
              </a:lnSpc>
              <a:spcBef>
                <a:spcPts val="0"/>
              </a:spcBef>
              <a:spcAft>
                <a:spcPts val="0"/>
              </a:spcAft>
              <a:buSzPts val="1850"/>
              <a:buNone/>
              <a:defRPr sz="2467"/>
            </a:lvl4pPr>
            <a:lvl5pPr lvl="4">
              <a:lnSpc>
                <a:spcPct val="115000"/>
              </a:lnSpc>
              <a:spcBef>
                <a:spcPts val="0"/>
              </a:spcBef>
              <a:spcAft>
                <a:spcPts val="0"/>
              </a:spcAft>
              <a:buSzPts val="1850"/>
              <a:buNone/>
              <a:defRPr sz="2467"/>
            </a:lvl5pPr>
            <a:lvl6pPr lvl="5">
              <a:lnSpc>
                <a:spcPct val="115000"/>
              </a:lnSpc>
              <a:spcBef>
                <a:spcPts val="0"/>
              </a:spcBef>
              <a:spcAft>
                <a:spcPts val="0"/>
              </a:spcAft>
              <a:buSzPts val="1850"/>
              <a:buNone/>
              <a:defRPr sz="2467"/>
            </a:lvl6pPr>
            <a:lvl7pPr lvl="6">
              <a:lnSpc>
                <a:spcPct val="115000"/>
              </a:lnSpc>
              <a:spcBef>
                <a:spcPts val="0"/>
              </a:spcBef>
              <a:spcAft>
                <a:spcPts val="0"/>
              </a:spcAft>
              <a:buSzPts val="1850"/>
              <a:buNone/>
              <a:defRPr sz="2467"/>
            </a:lvl7pPr>
            <a:lvl8pPr lvl="7">
              <a:lnSpc>
                <a:spcPct val="115000"/>
              </a:lnSpc>
              <a:spcBef>
                <a:spcPts val="0"/>
              </a:spcBef>
              <a:spcAft>
                <a:spcPts val="0"/>
              </a:spcAft>
              <a:buSzPts val="1850"/>
              <a:buNone/>
              <a:defRPr sz="2467"/>
            </a:lvl8pPr>
            <a:lvl9pPr lvl="8">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1" name="Google Shape;11;p2"/>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a:off x="-73833" y="719333"/>
            <a:ext cx="12265800" cy="6138667"/>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03218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24" name="Google Shape;24;p4"/>
          <p:cNvSpPr txBox="1">
            <a:spLocks noGrp="1"/>
          </p:cNvSpPr>
          <p:nvPr>
            <p:ph type="subTitle" idx="1"/>
          </p:nvPr>
        </p:nvSpPr>
        <p:spPr>
          <a:xfrm>
            <a:off x="951000" y="1622733"/>
            <a:ext cx="10290000" cy="53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5" name="Google Shape;25;p4"/>
          <p:cNvSpPr/>
          <p:nvPr/>
        </p:nvSpPr>
        <p:spPr>
          <a:xfrm flipH="1">
            <a:off x="0" y="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6" name="Google Shape;26;p4"/>
          <p:cNvGrpSpPr/>
          <p:nvPr/>
        </p:nvGrpSpPr>
        <p:grpSpPr>
          <a:xfrm>
            <a:off x="200" y="1"/>
            <a:ext cx="11813400" cy="6501367"/>
            <a:chOff x="150" y="0"/>
            <a:chExt cx="8860050" cy="4876025"/>
          </a:xfrm>
        </p:grpSpPr>
        <p:cxnSp>
          <p:nvCxnSpPr>
            <p:cNvPr id="27" name="Google Shape;27;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201777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31" name="Google Shape;31;p5"/>
          <p:cNvSpPr txBox="1">
            <a:spLocks noGrp="1"/>
          </p:cNvSpPr>
          <p:nvPr>
            <p:ph type="subTitle" idx="1"/>
          </p:nvPr>
        </p:nvSpPr>
        <p:spPr>
          <a:xfrm>
            <a:off x="2502806" y="2754000"/>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2" name="Google Shape;32;p5"/>
          <p:cNvSpPr txBox="1">
            <a:spLocks noGrp="1"/>
          </p:cNvSpPr>
          <p:nvPr>
            <p:ph type="subTitle" idx="2"/>
          </p:nvPr>
        </p:nvSpPr>
        <p:spPr>
          <a:xfrm>
            <a:off x="2502837" y="2025900"/>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3" name="Google Shape;33;p5"/>
          <p:cNvSpPr txBox="1">
            <a:spLocks noGrp="1"/>
          </p:cNvSpPr>
          <p:nvPr>
            <p:ph type="subTitle" idx="3"/>
          </p:nvPr>
        </p:nvSpPr>
        <p:spPr>
          <a:xfrm>
            <a:off x="2502806" y="4845532"/>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4" name="Google Shape;34;p5"/>
          <p:cNvSpPr txBox="1">
            <a:spLocks noGrp="1"/>
          </p:cNvSpPr>
          <p:nvPr>
            <p:ph type="subTitle" idx="4"/>
          </p:nvPr>
        </p:nvSpPr>
        <p:spPr>
          <a:xfrm>
            <a:off x="2502806" y="4147932"/>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5" name="Google Shape;35;p5"/>
          <p:cNvSpPr/>
          <p:nvPr/>
        </p:nvSpPr>
        <p:spPr>
          <a:xfrm flipH="1">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36" name="Google Shape;36;p5"/>
          <p:cNvCxnSpPr/>
          <p:nvPr/>
        </p:nvCxnSpPr>
        <p:spPr>
          <a:xfrm rot="10800000">
            <a:off x="11819767"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568832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39" name="Google Shape;39;p6"/>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 name="Google Shape;40;p6"/>
          <p:cNvGrpSpPr/>
          <p:nvPr/>
        </p:nvGrpSpPr>
        <p:grpSpPr>
          <a:xfrm>
            <a:off x="189201" y="-34"/>
            <a:ext cx="12002700" cy="650140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45708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950967" y="692100"/>
            <a:ext cx="3719600" cy="2629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r>
              <a:rPr lang="ja-JP" altLang="en-US"/>
              <a:t>マスター タイトルの書式設定</a:t>
            </a:r>
            <a:endParaRPr dirty="0"/>
          </a:p>
        </p:txBody>
      </p:sp>
      <p:sp>
        <p:nvSpPr>
          <p:cNvPr id="45" name="Google Shape;45;p7"/>
          <p:cNvSpPr txBox="1">
            <a:spLocks noGrp="1"/>
          </p:cNvSpPr>
          <p:nvPr>
            <p:ph type="subTitle" idx="1"/>
          </p:nvPr>
        </p:nvSpPr>
        <p:spPr>
          <a:xfrm>
            <a:off x="950967" y="3411841"/>
            <a:ext cx="3719600" cy="186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46" name="Google Shape;46;p7"/>
          <p:cNvSpPr>
            <a:spLocks noGrp="1"/>
          </p:cNvSpPr>
          <p:nvPr>
            <p:ph type="pic" idx="2"/>
          </p:nvPr>
        </p:nvSpPr>
        <p:spPr>
          <a:xfrm>
            <a:off x="6096000" y="0"/>
            <a:ext cx="6096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47" name="Google Shape;47;p7"/>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 y="-400"/>
            <a:ext cx="5083033" cy="6145167"/>
            <a:chOff x="0" y="-300"/>
            <a:chExt cx="3812275" cy="4608875"/>
          </a:xfrm>
        </p:grpSpPr>
        <p:cxnSp>
          <p:nvCxnSpPr>
            <p:cNvPr id="49" name="Google Shape;49;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104694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486400" y="1625367"/>
            <a:ext cx="7219200" cy="3064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5400">
                <a:latin typeface="LINE Seed JP App_TTF Bold" panose="02020700000000000000" pitchFamily="18" charset="-128"/>
                <a:ea typeface="LINE Seed JP App_TTF Bold" panose="02020700000000000000" pitchFamily="18" charset="-128"/>
              </a:defRPr>
            </a:lvl1pPr>
            <a:lvl2pPr lvl="1">
              <a:lnSpc>
                <a:spcPct val="90000"/>
              </a:lnSpc>
              <a:spcBef>
                <a:spcPts val="0"/>
              </a:spcBef>
              <a:spcAft>
                <a:spcPts val="0"/>
              </a:spcAft>
              <a:buSzPts val="6000"/>
              <a:buNone/>
              <a:defRPr sz="8000"/>
            </a:lvl2pPr>
            <a:lvl3pPr lvl="2">
              <a:lnSpc>
                <a:spcPct val="90000"/>
              </a:lnSpc>
              <a:spcBef>
                <a:spcPts val="0"/>
              </a:spcBef>
              <a:spcAft>
                <a:spcPts val="0"/>
              </a:spcAft>
              <a:buSzPts val="6000"/>
              <a:buNone/>
              <a:defRPr sz="8000"/>
            </a:lvl3pPr>
            <a:lvl4pPr lvl="3">
              <a:lnSpc>
                <a:spcPct val="90000"/>
              </a:lnSpc>
              <a:spcBef>
                <a:spcPts val="0"/>
              </a:spcBef>
              <a:spcAft>
                <a:spcPts val="0"/>
              </a:spcAft>
              <a:buSzPts val="6000"/>
              <a:buNone/>
              <a:defRPr sz="8000"/>
            </a:lvl4pPr>
            <a:lvl5pPr lvl="4">
              <a:lnSpc>
                <a:spcPct val="90000"/>
              </a:lnSpc>
              <a:spcBef>
                <a:spcPts val="0"/>
              </a:spcBef>
              <a:spcAft>
                <a:spcPts val="0"/>
              </a:spcAft>
              <a:buSzPts val="6000"/>
              <a:buNone/>
              <a:defRPr sz="8000"/>
            </a:lvl5pPr>
            <a:lvl6pPr lvl="5">
              <a:lnSpc>
                <a:spcPct val="90000"/>
              </a:lnSpc>
              <a:spcBef>
                <a:spcPts val="0"/>
              </a:spcBef>
              <a:spcAft>
                <a:spcPts val="0"/>
              </a:spcAft>
              <a:buSzPts val="6000"/>
              <a:buNone/>
              <a:defRPr sz="8000"/>
            </a:lvl6pPr>
            <a:lvl7pPr lvl="6">
              <a:lnSpc>
                <a:spcPct val="90000"/>
              </a:lnSpc>
              <a:spcBef>
                <a:spcPts val="0"/>
              </a:spcBef>
              <a:spcAft>
                <a:spcPts val="0"/>
              </a:spcAft>
              <a:buSzPts val="6000"/>
              <a:buNone/>
              <a:defRPr sz="8000"/>
            </a:lvl7pPr>
            <a:lvl8pPr lvl="7">
              <a:lnSpc>
                <a:spcPct val="90000"/>
              </a:lnSpc>
              <a:spcBef>
                <a:spcPts val="0"/>
              </a:spcBef>
              <a:spcAft>
                <a:spcPts val="0"/>
              </a:spcAft>
              <a:buSzPts val="6000"/>
              <a:buNone/>
              <a:defRPr sz="8000"/>
            </a:lvl8pPr>
            <a:lvl9pPr lvl="8">
              <a:lnSpc>
                <a:spcPct val="90000"/>
              </a:lnSpc>
              <a:spcBef>
                <a:spcPts val="0"/>
              </a:spcBef>
              <a:spcAft>
                <a:spcPts val="0"/>
              </a:spcAft>
              <a:buSzPts val="6000"/>
              <a:buNone/>
              <a:defRPr sz="8000"/>
            </a:lvl9pPr>
          </a:lstStyle>
          <a:p>
            <a:r>
              <a:rPr lang="ja-JP" altLang="en-US"/>
              <a:t>マスター タイトルの書式設定</a:t>
            </a:r>
            <a:endParaRPr dirty="0"/>
          </a:p>
        </p:txBody>
      </p:sp>
      <p:sp>
        <p:nvSpPr>
          <p:cNvPr id="53" name="Google Shape;53;p8"/>
          <p:cNvSpPr/>
          <p:nvPr/>
        </p:nvSpPr>
        <p:spPr>
          <a:xfrm flipH="1">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 name="Google Shape;54;p8"/>
          <p:cNvGrpSpPr/>
          <p:nvPr/>
        </p:nvGrpSpPr>
        <p:grpSpPr>
          <a:xfrm flipH="1">
            <a:off x="-73600" y="719333"/>
            <a:ext cx="12265600" cy="6138667"/>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199208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12192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67" name="Google Shape;67;p10"/>
          <p:cNvSpPr txBox="1">
            <a:spLocks noGrp="1"/>
          </p:cNvSpPr>
          <p:nvPr>
            <p:ph type="title"/>
          </p:nvPr>
        </p:nvSpPr>
        <p:spPr>
          <a:xfrm>
            <a:off x="950967" y="5262500"/>
            <a:ext cx="102900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r>
              <a:rPr lang="ja-JP" altLang="en-US"/>
              <a:t>マスター タイトルの書式設定</a:t>
            </a:r>
            <a:endParaRPr dirty="0"/>
          </a:p>
        </p:txBody>
      </p:sp>
    </p:spTree>
    <p:extLst>
      <p:ext uri="{BB962C8B-B14F-4D97-AF65-F5344CB8AC3E}">
        <p14:creationId xmlns:p14="http://schemas.microsoft.com/office/powerpoint/2010/main" val="1875311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2139200" y="1806077"/>
            <a:ext cx="7913600" cy="2459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9866">
                <a:latin typeface="LINE Seed JP App_TTF Bold" panose="02020700000000000000" pitchFamily="18" charset="-128"/>
                <a:ea typeface="LINE Seed JP App_TTF Bold" panose="02020700000000000000" pitchFamily="18" charset="-128"/>
              </a:defRPr>
            </a:lvl1pPr>
            <a:lvl2pPr lvl="1" algn="ctr">
              <a:spcBef>
                <a:spcPts val="0"/>
              </a:spcBef>
              <a:spcAft>
                <a:spcPts val="0"/>
              </a:spcAft>
              <a:buSzPts val="13000"/>
              <a:buNone/>
              <a:defRPr sz="17333"/>
            </a:lvl2pPr>
            <a:lvl3pPr lvl="2" algn="ctr">
              <a:spcBef>
                <a:spcPts val="0"/>
              </a:spcBef>
              <a:spcAft>
                <a:spcPts val="0"/>
              </a:spcAft>
              <a:buSzPts val="13000"/>
              <a:buNone/>
              <a:defRPr sz="17333"/>
            </a:lvl3pPr>
            <a:lvl4pPr lvl="3" algn="ctr">
              <a:spcBef>
                <a:spcPts val="0"/>
              </a:spcBef>
              <a:spcAft>
                <a:spcPts val="0"/>
              </a:spcAft>
              <a:buSzPts val="13000"/>
              <a:buNone/>
              <a:defRPr sz="17333"/>
            </a:lvl4pPr>
            <a:lvl5pPr lvl="4" algn="ctr">
              <a:spcBef>
                <a:spcPts val="0"/>
              </a:spcBef>
              <a:spcAft>
                <a:spcPts val="0"/>
              </a:spcAft>
              <a:buSzPts val="13000"/>
              <a:buNone/>
              <a:defRPr sz="17333"/>
            </a:lvl5pPr>
            <a:lvl6pPr lvl="5" algn="ctr">
              <a:spcBef>
                <a:spcPts val="0"/>
              </a:spcBef>
              <a:spcAft>
                <a:spcPts val="0"/>
              </a:spcAft>
              <a:buSzPts val="13000"/>
              <a:buNone/>
              <a:defRPr sz="17333"/>
            </a:lvl6pPr>
            <a:lvl7pPr lvl="6" algn="ctr">
              <a:spcBef>
                <a:spcPts val="0"/>
              </a:spcBef>
              <a:spcAft>
                <a:spcPts val="0"/>
              </a:spcAft>
              <a:buSzPts val="13000"/>
              <a:buNone/>
              <a:defRPr sz="17333"/>
            </a:lvl7pPr>
            <a:lvl8pPr lvl="7" algn="ctr">
              <a:spcBef>
                <a:spcPts val="0"/>
              </a:spcBef>
              <a:spcAft>
                <a:spcPts val="0"/>
              </a:spcAft>
              <a:buSzPts val="13000"/>
              <a:buNone/>
              <a:defRPr sz="17333"/>
            </a:lvl8pPr>
            <a:lvl9pPr lvl="8" algn="ctr">
              <a:spcBef>
                <a:spcPts val="0"/>
              </a:spcBef>
              <a:spcAft>
                <a:spcPts val="0"/>
              </a:spcAft>
              <a:buSzPts val="13000"/>
              <a:buNone/>
              <a:defRPr sz="17333"/>
            </a:lvl9pPr>
          </a:lstStyle>
          <a:p>
            <a:r>
              <a:rPr dirty="0"/>
              <a:t>xx%</a:t>
            </a:r>
          </a:p>
        </p:txBody>
      </p:sp>
      <p:sp>
        <p:nvSpPr>
          <p:cNvPr id="70" name="Google Shape;70;p11"/>
          <p:cNvSpPr txBox="1">
            <a:spLocks noGrp="1"/>
          </p:cNvSpPr>
          <p:nvPr>
            <p:ph type="subTitle" idx="1"/>
          </p:nvPr>
        </p:nvSpPr>
        <p:spPr>
          <a:xfrm>
            <a:off x="2139200" y="4265523"/>
            <a:ext cx="7913600" cy="78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71" name="Google Shape;71;p11"/>
          <p:cNvSpPr/>
          <p:nvPr/>
        </p:nvSpPr>
        <p:spPr>
          <a:xfrm rot="10800000">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2" name="Google Shape;72;p11"/>
          <p:cNvGrpSpPr/>
          <p:nvPr/>
        </p:nvGrpSpPr>
        <p:grpSpPr>
          <a:xfrm rot="10800000">
            <a:off x="-73766" y="0"/>
            <a:ext cx="12265767" cy="6138667"/>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5437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79" name="Google Shape;79;p13"/>
          <p:cNvSpPr txBox="1">
            <a:spLocks noGrp="1"/>
          </p:cNvSpPr>
          <p:nvPr>
            <p:ph type="subTitle" idx="1"/>
          </p:nvPr>
        </p:nvSpPr>
        <p:spPr>
          <a:xfrm>
            <a:off x="258146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0" name="Google Shape;80;p13"/>
          <p:cNvSpPr txBox="1">
            <a:spLocks noGrp="1"/>
          </p:cNvSpPr>
          <p:nvPr>
            <p:ph type="subTitle" idx="2"/>
          </p:nvPr>
        </p:nvSpPr>
        <p:spPr>
          <a:xfrm>
            <a:off x="258146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1" name="Google Shape;81;p13"/>
          <p:cNvSpPr txBox="1">
            <a:spLocks noGrp="1"/>
          </p:cNvSpPr>
          <p:nvPr>
            <p:ph type="title" idx="3" hasCustomPrompt="1"/>
          </p:nvPr>
        </p:nvSpPr>
        <p:spPr>
          <a:xfrm>
            <a:off x="1324800"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2" name="Google Shape;82;p13"/>
          <p:cNvSpPr txBox="1">
            <a:spLocks noGrp="1"/>
          </p:cNvSpPr>
          <p:nvPr>
            <p:ph type="subTitle" idx="4"/>
          </p:nvPr>
        </p:nvSpPr>
        <p:spPr>
          <a:xfrm>
            <a:off x="258146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3" name="Google Shape;83;p13"/>
          <p:cNvSpPr txBox="1">
            <a:spLocks noGrp="1"/>
          </p:cNvSpPr>
          <p:nvPr>
            <p:ph type="subTitle" idx="5"/>
          </p:nvPr>
        </p:nvSpPr>
        <p:spPr>
          <a:xfrm>
            <a:off x="258146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4" name="Google Shape;84;p13"/>
          <p:cNvSpPr txBox="1">
            <a:spLocks noGrp="1"/>
          </p:cNvSpPr>
          <p:nvPr>
            <p:ph type="title" idx="6" hasCustomPrompt="1"/>
          </p:nvPr>
        </p:nvSpPr>
        <p:spPr>
          <a:xfrm>
            <a:off x="1324800"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5" name="Google Shape;85;p13"/>
          <p:cNvSpPr txBox="1">
            <a:spLocks noGrp="1"/>
          </p:cNvSpPr>
          <p:nvPr>
            <p:ph type="subTitle" idx="7"/>
          </p:nvPr>
        </p:nvSpPr>
        <p:spPr>
          <a:xfrm>
            <a:off x="795942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6" name="Google Shape;86;p13"/>
          <p:cNvSpPr txBox="1">
            <a:spLocks noGrp="1"/>
          </p:cNvSpPr>
          <p:nvPr>
            <p:ph type="subTitle" idx="8"/>
          </p:nvPr>
        </p:nvSpPr>
        <p:spPr>
          <a:xfrm>
            <a:off x="795942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7" name="Google Shape;87;p13"/>
          <p:cNvSpPr txBox="1">
            <a:spLocks noGrp="1"/>
          </p:cNvSpPr>
          <p:nvPr>
            <p:ph type="title" idx="9" hasCustomPrompt="1"/>
          </p:nvPr>
        </p:nvSpPr>
        <p:spPr>
          <a:xfrm>
            <a:off x="6711707"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8" name="Google Shape;88;p13"/>
          <p:cNvSpPr txBox="1">
            <a:spLocks noGrp="1"/>
          </p:cNvSpPr>
          <p:nvPr>
            <p:ph type="subTitle" idx="13"/>
          </p:nvPr>
        </p:nvSpPr>
        <p:spPr>
          <a:xfrm>
            <a:off x="795942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9" name="Google Shape;89;p13"/>
          <p:cNvSpPr txBox="1">
            <a:spLocks noGrp="1"/>
          </p:cNvSpPr>
          <p:nvPr>
            <p:ph type="subTitle" idx="14"/>
          </p:nvPr>
        </p:nvSpPr>
        <p:spPr>
          <a:xfrm>
            <a:off x="795942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90" name="Google Shape;90;p13"/>
          <p:cNvSpPr txBox="1">
            <a:spLocks noGrp="1"/>
          </p:cNvSpPr>
          <p:nvPr>
            <p:ph type="title" idx="15" hasCustomPrompt="1"/>
          </p:nvPr>
        </p:nvSpPr>
        <p:spPr>
          <a:xfrm>
            <a:off x="6711707"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cxnSp>
        <p:nvCxnSpPr>
          <p:cNvPr id="91" name="Google Shape;91;p1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5153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1044200" y="5226900"/>
            <a:ext cx="10103600" cy="73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ja-JP" altLang="en-US"/>
              <a:t>マスター タイトルの書式設定</a:t>
            </a:r>
            <a:endParaRPr dirty="0"/>
          </a:p>
        </p:txBody>
      </p:sp>
      <p:sp>
        <p:nvSpPr>
          <p:cNvPr id="94" name="Google Shape;94;p14"/>
          <p:cNvSpPr txBox="1">
            <a:spLocks noGrp="1"/>
          </p:cNvSpPr>
          <p:nvPr>
            <p:ph type="subTitle" idx="1"/>
          </p:nvPr>
        </p:nvSpPr>
        <p:spPr>
          <a:xfrm>
            <a:off x="1044200" y="2296499"/>
            <a:ext cx="10103600" cy="2828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3500"/>
              <a:buNone/>
              <a:defRPr sz="41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3500"/>
              <a:buNone/>
              <a:defRPr sz="4667"/>
            </a:lvl2pPr>
            <a:lvl3pPr lvl="2" algn="ctr" rtl="0">
              <a:lnSpc>
                <a:spcPct val="115000"/>
              </a:lnSpc>
              <a:spcBef>
                <a:spcPts val="0"/>
              </a:spcBef>
              <a:spcAft>
                <a:spcPts val="0"/>
              </a:spcAft>
              <a:buSzPts val="3500"/>
              <a:buNone/>
              <a:defRPr sz="4667"/>
            </a:lvl3pPr>
            <a:lvl4pPr lvl="3" algn="ctr" rtl="0">
              <a:lnSpc>
                <a:spcPct val="115000"/>
              </a:lnSpc>
              <a:spcBef>
                <a:spcPts val="0"/>
              </a:spcBef>
              <a:spcAft>
                <a:spcPts val="0"/>
              </a:spcAft>
              <a:buSzPts val="3500"/>
              <a:buNone/>
              <a:defRPr sz="4667"/>
            </a:lvl4pPr>
            <a:lvl5pPr lvl="4" algn="ctr" rtl="0">
              <a:lnSpc>
                <a:spcPct val="115000"/>
              </a:lnSpc>
              <a:spcBef>
                <a:spcPts val="0"/>
              </a:spcBef>
              <a:spcAft>
                <a:spcPts val="0"/>
              </a:spcAft>
              <a:buSzPts val="3500"/>
              <a:buNone/>
              <a:defRPr sz="4667"/>
            </a:lvl5pPr>
            <a:lvl6pPr lvl="5" algn="ctr" rtl="0">
              <a:lnSpc>
                <a:spcPct val="115000"/>
              </a:lnSpc>
              <a:spcBef>
                <a:spcPts val="0"/>
              </a:spcBef>
              <a:spcAft>
                <a:spcPts val="0"/>
              </a:spcAft>
              <a:buSzPts val="3500"/>
              <a:buNone/>
              <a:defRPr sz="4667"/>
            </a:lvl6pPr>
            <a:lvl7pPr lvl="6" algn="ctr" rtl="0">
              <a:lnSpc>
                <a:spcPct val="115000"/>
              </a:lnSpc>
              <a:spcBef>
                <a:spcPts val="0"/>
              </a:spcBef>
              <a:spcAft>
                <a:spcPts val="0"/>
              </a:spcAft>
              <a:buSzPts val="3500"/>
              <a:buNone/>
              <a:defRPr sz="4667"/>
            </a:lvl7pPr>
            <a:lvl8pPr lvl="7" algn="ctr" rtl="0">
              <a:lnSpc>
                <a:spcPct val="115000"/>
              </a:lnSpc>
              <a:spcBef>
                <a:spcPts val="0"/>
              </a:spcBef>
              <a:spcAft>
                <a:spcPts val="0"/>
              </a:spcAft>
              <a:buSzPts val="3500"/>
              <a:buNone/>
              <a:defRPr sz="4667"/>
            </a:lvl8pPr>
            <a:lvl9pPr lvl="8" algn="ctr" rtl="0">
              <a:lnSpc>
                <a:spcPct val="115000"/>
              </a:lnSpc>
              <a:spcBef>
                <a:spcPts val="0"/>
              </a:spcBef>
              <a:spcAft>
                <a:spcPts val="0"/>
              </a:spcAft>
              <a:buSzPts val="3500"/>
              <a:buNone/>
              <a:defRPr sz="4667"/>
            </a:lvl9pPr>
          </a:lstStyle>
          <a:p>
            <a:r>
              <a:rPr lang="ja-JP" altLang="en-US"/>
              <a:t>マスター サブタイトルの書式設定</a:t>
            </a:r>
            <a:endParaRPr dirty="0"/>
          </a:p>
        </p:txBody>
      </p:sp>
      <p:cxnSp>
        <p:nvCxnSpPr>
          <p:cNvPr id="95" name="Google Shape;95;p14"/>
          <p:cNvCxnSpPr/>
          <p:nvPr/>
        </p:nvCxnSpPr>
        <p:spPr>
          <a:xfrm rot="10800000">
            <a:off x="100" y="6501367"/>
            <a:ext cx="11009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574430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flipH="1">
            <a:off x="2737100" y="2715067"/>
            <a:ext cx="7438800" cy="1970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5600">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4500"/>
              <a:buNone/>
              <a:defRPr sz="6000"/>
            </a:lvl2pPr>
            <a:lvl3pPr lvl="2" algn="r" rtl="0">
              <a:spcBef>
                <a:spcPts val="0"/>
              </a:spcBef>
              <a:spcAft>
                <a:spcPts val="0"/>
              </a:spcAft>
              <a:buSzPts val="4500"/>
              <a:buNone/>
              <a:defRPr sz="6000"/>
            </a:lvl3pPr>
            <a:lvl4pPr lvl="3" algn="r" rtl="0">
              <a:spcBef>
                <a:spcPts val="0"/>
              </a:spcBef>
              <a:spcAft>
                <a:spcPts val="0"/>
              </a:spcAft>
              <a:buSzPts val="4500"/>
              <a:buNone/>
              <a:defRPr sz="6000"/>
            </a:lvl4pPr>
            <a:lvl5pPr lvl="4" algn="r" rtl="0">
              <a:spcBef>
                <a:spcPts val="0"/>
              </a:spcBef>
              <a:spcAft>
                <a:spcPts val="0"/>
              </a:spcAft>
              <a:buSzPts val="4500"/>
              <a:buNone/>
              <a:defRPr sz="6000"/>
            </a:lvl5pPr>
            <a:lvl6pPr lvl="5" algn="r" rtl="0">
              <a:spcBef>
                <a:spcPts val="0"/>
              </a:spcBef>
              <a:spcAft>
                <a:spcPts val="0"/>
              </a:spcAft>
              <a:buSzPts val="4500"/>
              <a:buNone/>
              <a:defRPr sz="6000"/>
            </a:lvl6pPr>
            <a:lvl7pPr lvl="6" algn="r" rtl="0">
              <a:spcBef>
                <a:spcPts val="0"/>
              </a:spcBef>
              <a:spcAft>
                <a:spcPts val="0"/>
              </a:spcAft>
              <a:buSzPts val="4500"/>
              <a:buNone/>
              <a:defRPr sz="6000"/>
            </a:lvl7pPr>
            <a:lvl8pPr lvl="7" algn="r" rtl="0">
              <a:spcBef>
                <a:spcPts val="0"/>
              </a:spcBef>
              <a:spcAft>
                <a:spcPts val="0"/>
              </a:spcAft>
              <a:buSzPts val="4500"/>
              <a:buNone/>
              <a:defRPr sz="6000"/>
            </a:lvl8pPr>
            <a:lvl9pPr lvl="8" algn="r" rtl="0">
              <a:spcBef>
                <a:spcPts val="0"/>
              </a:spcBef>
              <a:spcAft>
                <a:spcPts val="0"/>
              </a:spcAft>
              <a:buSzPts val="4500"/>
              <a:buNone/>
              <a:defRPr sz="6000"/>
            </a:lvl9pPr>
          </a:lstStyle>
          <a:p>
            <a:r>
              <a:rPr lang="ja-JP" altLang="en-US"/>
              <a:t>マスター タイトルの書式設定</a:t>
            </a:r>
            <a:endParaRPr dirty="0"/>
          </a:p>
        </p:txBody>
      </p:sp>
      <p:sp>
        <p:nvSpPr>
          <p:cNvPr id="98" name="Google Shape;98;p15"/>
          <p:cNvSpPr txBox="1">
            <a:spLocks noGrp="1"/>
          </p:cNvSpPr>
          <p:nvPr>
            <p:ph type="title" idx="2" hasCustomPrompt="1"/>
          </p:nvPr>
        </p:nvSpPr>
        <p:spPr>
          <a:xfrm flipH="1">
            <a:off x="8741100" y="1350000"/>
            <a:ext cx="1434800" cy="116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5600">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5300"/>
              <a:buNone/>
              <a:defRPr sz="7066"/>
            </a:lvl2pPr>
            <a:lvl3pPr lvl="2" algn="ctr" rtl="0">
              <a:spcBef>
                <a:spcPts val="0"/>
              </a:spcBef>
              <a:spcAft>
                <a:spcPts val="0"/>
              </a:spcAft>
              <a:buSzPts val="5300"/>
              <a:buNone/>
              <a:defRPr sz="7066"/>
            </a:lvl3pPr>
            <a:lvl4pPr lvl="3" algn="ctr" rtl="0">
              <a:spcBef>
                <a:spcPts val="0"/>
              </a:spcBef>
              <a:spcAft>
                <a:spcPts val="0"/>
              </a:spcAft>
              <a:buSzPts val="5300"/>
              <a:buNone/>
              <a:defRPr sz="7066"/>
            </a:lvl4pPr>
            <a:lvl5pPr lvl="4" algn="ctr" rtl="0">
              <a:spcBef>
                <a:spcPts val="0"/>
              </a:spcBef>
              <a:spcAft>
                <a:spcPts val="0"/>
              </a:spcAft>
              <a:buSzPts val="5300"/>
              <a:buNone/>
              <a:defRPr sz="7066"/>
            </a:lvl5pPr>
            <a:lvl6pPr lvl="5" algn="ctr" rtl="0">
              <a:spcBef>
                <a:spcPts val="0"/>
              </a:spcBef>
              <a:spcAft>
                <a:spcPts val="0"/>
              </a:spcAft>
              <a:buSzPts val="5300"/>
              <a:buNone/>
              <a:defRPr sz="7066"/>
            </a:lvl6pPr>
            <a:lvl7pPr lvl="6" algn="ctr" rtl="0">
              <a:spcBef>
                <a:spcPts val="0"/>
              </a:spcBef>
              <a:spcAft>
                <a:spcPts val="0"/>
              </a:spcAft>
              <a:buSzPts val="5300"/>
              <a:buNone/>
              <a:defRPr sz="7066"/>
            </a:lvl7pPr>
            <a:lvl8pPr lvl="7" algn="ctr" rtl="0">
              <a:spcBef>
                <a:spcPts val="0"/>
              </a:spcBef>
              <a:spcAft>
                <a:spcPts val="0"/>
              </a:spcAft>
              <a:buSzPts val="5300"/>
              <a:buNone/>
              <a:defRPr sz="7066"/>
            </a:lvl8pPr>
            <a:lvl9pPr lvl="8" algn="ctr" rtl="0">
              <a:spcBef>
                <a:spcPts val="0"/>
              </a:spcBef>
              <a:spcAft>
                <a:spcPts val="0"/>
              </a:spcAft>
              <a:buSzPts val="5300"/>
              <a:buNone/>
              <a:defRPr sz="7066"/>
            </a:lvl9pPr>
          </a:lstStyle>
          <a:p>
            <a:r>
              <a:rPr dirty="0"/>
              <a:t>xx%</a:t>
            </a:r>
          </a:p>
        </p:txBody>
      </p:sp>
      <p:sp>
        <p:nvSpPr>
          <p:cNvPr id="99" name="Google Shape;99;p15"/>
          <p:cNvSpPr txBox="1">
            <a:spLocks noGrp="1"/>
          </p:cNvSpPr>
          <p:nvPr>
            <p:ph type="subTitle" idx="1"/>
          </p:nvPr>
        </p:nvSpPr>
        <p:spPr>
          <a:xfrm flipH="1">
            <a:off x="2737100" y="4764367"/>
            <a:ext cx="7438800" cy="93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850"/>
              <a:buNone/>
              <a:defRPr sz="2467"/>
            </a:lvl2pPr>
            <a:lvl3pPr lvl="2" algn="r" rtl="0">
              <a:lnSpc>
                <a:spcPct val="115000"/>
              </a:lnSpc>
              <a:spcBef>
                <a:spcPts val="0"/>
              </a:spcBef>
              <a:spcAft>
                <a:spcPts val="0"/>
              </a:spcAft>
              <a:buSzPts val="1850"/>
              <a:buNone/>
              <a:defRPr sz="2467"/>
            </a:lvl3pPr>
            <a:lvl4pPr lvl="3" algn="r" rtl="0">
              <a:lnSpc>
                <a:spcPct val="115000"/>
              </a:lnSpc>
              <a:spcBef>
                <a:spcPts val="0"/>
              </a:spcBef>
              <a:spcAft>
                <a:spcPts val="0"/>
              </a:spcAft>
              <a:buSzPts val="1850"/>
              <a:buNone/>
              <a:defRPr sz="2467"/>
            </a:lvl4pPr>
            <a:lvl5pPr lvl="4" algn="r" rtl="0">
              <a:lnSpc>
                <a:spcPct val="115000"/>
              </a:lnSpc>
              <a:spcBef>
                <a:spcPts val="0"/>
              </a:spcBef>
              <a:spcAft>
                <a:spcPts val="0"/>
              </a:spcAft>
              <a:buSzPts val="1850"/>
              <a:buNone/>
              <a:defRPr sz="2467"/>
            </a:lvl5pPr>
            <a:lvl6pPr lvl="5" algn="r" rtl="0">
              <a:lnSpc>
                <a:spcPct val="115000"/>
              </a:lnSpc>
              <a:spcBef>
                <a:spcPts val="0"/>
              </a:spcBef>
              <a:spcAft>
                <a:spcPts val="0"/>
              </a:spcAft>
              <a:buSzPts val="1850"/>
              <a:buNone/>
              <a:defRPr sz="2467"/>
            </a:lvl6pPr>
            <a:lvl7pPr lvl="6" algn="r" rtl="0">
              <a:lnSpc>
                <a:spcPct val="115000"/>
              </a:lnSpc>
              <a:spcBef>
                <a:spcPts val="0"/>
              </a:spcBef>
              <a:spcAft>
                <a:spcPts val="0"/>
              </a:spcAft>
              <a:buSzPts val="1850"/>
              <a:buNone/>
              <a:defRPr sz="2467"/>
            </a:lvl7pPr>
            <a:lvl8pPr lvl="7" algn="r" rtl="0">
              <a:lnSpc>
                <a:spcPct val="115000"/>
              </a:lnSpc>
              <a:spcBef>
                <a:spcPts val="0"/>
              </a:spcBef>
              <a:spcAft>
                <a:spcPts val="0"/>
              </a:spcAft>
              <a:buSzPts val="1850"/>
              <a:buNone/>
              <a:defRPr sz="2467"/>
            </a:lvl8pPr>
            <a:lvl9pPr lvl="8" algn="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00" name="Google Shape;100;p15"/>
          <p:cNvSpPr/>
          <p:nvPr/>
        </p:nvSpPr>
        <p:spPr>
          <a:xfrm flipH="1">
            <a:off x="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01" name="Google Shape;101;p15"/>
          <p:cNvCxnSpPr/>
          <p:nvPr/>
        </p:nvCxnSpPr>
        <p:spPr>
          <a:xfrm rot="10800000">
            <a:off x="0" y="6501367"/>
            <a:ext cx="649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180002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04" name="Google Shape;104;p16"/>
          <p:cNvSpPr txBox="1">
            <a:spLocks noGrp="1"/>
          </p:cNvSpPr>
          <p:nvPr>
            <p:ph type="subTitle" idx="1"/>
          </p:nvPr>
        </p:nvSpPr>
        <p:spPr>
          <a:xfrm>
            <a:off x="950967"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5" name="Google Shape;105;p16"/>
          <p:cNvSpPr txBox="1">
            <a:spLocks noGrp="1"/>
          </p:cNvSpPr>
          <p:nvPr>
            <p:ph type="title" idx="2" hasCustomPrompt="1"/>
          </p:nvPr>
        </p:nvSpPr>
        <p:spPr>
          <a:xfrm>
            <a:off x="950967"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6" name="Google Shape;106;p16"/>
          <p:cNvSpPr txBox="1">
            <a:spLocks noGrp="1"/>
          </p:cNvSpPr>
          <p:nvPr>
            <p:ph type="subTitle" idx="3"/>
          </p:nvPr>
        </p:nvSpPr>
        <p:spPr>
          <a:xfrm>
            <a:off x="950967"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07" name="Google Shape;107;p16"/>
          <p:cNvSpPr txBox="1">
            <a:spLocks noGrp="1"/>
          </p:cNvSpPr>
          <p:nvPr>
            <p:ph type="subTitle" idx="4"/>
          </p:nvPr>
        </p:nvSpPr>
        <p:spPr>
          <a:xfrm>
            <a:off x="8040633"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8" name="Google Shape;108;p16"/>
          <p:cNvSpPr txBox="1">
            <a:spLocks noGrp="1"/>
          </p:cNvSpPr>
          <p:nvPr>
            <p:ph type="title" idx="5" hasCustomPrompt="1"/>
          </p:nvPr>
        </p:nvSpPr>
        <p:spPr>
          <a:xfrm>
            <a:off x="8040633"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9" name="Google Shape;109;p16"/>
          <p:cNvSpPr txBox="1">
            <a:spLocks noGrp="1"/>
          </p:cNvSpPr>
          <p:nvPr>
            <p:ph type="subTitle" idx="6"/>
          </p:nvPr>
        </p:nvSpPr>
        <p:spPr>
          <a:xfrm>
            <a:off x="8040633"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10" name="Google Shape;110;p16"/>
          <p:cNvSpPr txBox="1">
            <a:spLocks noGrp="1"/>
          </p:cNvSpPr>
          <p:nvPr>
            <p:ph type="subTitle" idx="7"/>
          </p:nvPr>
        </p:nvSpPr>
        <p:spPr>
          <a:xfrm>
            <a:off x="4495800"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11" name="Google Shape;111;p16"/>
          <p:cNvSpPr txBox="1">
            <a:spLocks noGrp="1"/>
          </p:cNvSpPr>
          <p:nvPr>
            <p:ph type="title" idx="8" hasCustomPrompt="1"/>
          </p:nvPr>
        </p:nvSpPr>
        <p:spPr>
          <a:xfrm>
            <a:off x="4495800"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12" name="Google Shape;112;p16"/>
          <p:cNvSpPr txBox="1">
            <a:spLocks noGrp="1"/>
          </p:cNvSpPr>
          <p:nvPr>
            <p:ph type="subTitle" idx="9"/>
          </p:nvPr>
        </p:nvSpPr>
        <p:spPr>
          <a:xfrm>
            <a:off x="4495800"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cxnSp>
        <p:nvCxnSpPr>
          <p:cNvPr id="113" name="Google Shape;113;p16"/>
          <p:cNvCxnSpPr/>
          <p:nvPr/>
        </p:nvCxnSpPr>
        <p:spPr>
          <a:xfrm rot="10800000">
            <a:off x="6714400" y="6396767"/>
            <a:ext cx="5477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262992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grpSp>
        <p:nvGrpSpPr>
          <p:cNvPr id="133" name="Google Shape;133;p20"/>
          <p:cNvGrpSpPr/>
          <p:nvPr/>
        </p:nvGrpSpPr>
        <p:grpSpPr>
          <a:xfrm>
            <a:off x="1" y="0"/>
            <a:ext cx="12192100" cy="68580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 name="Google Shape;136;p20"/>
          <p:cNvSpPr txBox="1">
            <a:spLocks noGrp="1"/>
          </p:cNvSpPr>
          <p:nvPr>
            <p:ph type="title"/>
          </p:nvPr>
        </p:nvSpPr>
        <p:spPr>
          <a:xfrm>
            <a:off x="5442967" y="725700"/>
            <a:ext cx="5632400" cy="160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9200"/>
              <a:buNone/>
              <a:defRPr sz="60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9200"/>
              <a:buNone/>
              <a:defRPr sz="12266"/>
            </a:lvl2pPr>
            <a:lvl3pPr lvl="2" rtl="0">
              <a:spcBef>
                <a:spcPts val="0"/>
              </a:spcBef>
              <a:spcAft>
                <a:spcPts val="0"/>
              </a:spcAft>
              <a:buSzPts val="9200"/>
              <a:buNone/>
              <a:defRPr sz="12266"/>
            </a:lvl3pPr>
            <a:lvl4pPr lvl="3" rtl="0">
              <a:spcBef>
                <a:spcPts val="0"/>
              </a:spcBef>
              <a:spcAft>
                <a:spcPts val="0"/>
              </a:spcAft>
              <a:buSzPts val="9200"/>
              <a:buNone/>
              <a:defRPr sz="12266"/>
            </a:lvl4pPr>
            <a:lvl5pPr lvl="4" rtl="0">
              <a:spcBef>
                <a:spcPts val="0"/>
              </a:spcBef>
              <a:spcAft>
                <a:spcPts val="0"/>
              </a:spcAft>
              <a:buSzPts val="9200"/>
              <a:buNone/>
              <a:defRPr sz="12266"/>
            </a:lvl5pPr>
            <a:lvl6pPr lvl="5" rtl="0">
              <a:spcBef>
                <a:spcPts val="0"/>
              </a:spcBef>
              <a:spcAft>
                <a:spcPts val="0"/>
              </a:spcAft>
              <a:buSzPts val="9200"/>
              <a:buNone/>
              <a:defRPr sz="12266"/>
            </a:lvl6pPr>
            <a:lvl7pPr lvl="6" rtl="0">
              <a:spcBef>
                <a:spcPts val="0"/>
              </a:spcBef>
              <a:spcAft>
                <a:spcPts val="0"/>
              </a:spcAft>
              <a:buSzPts val="9200"/>
              <a:buNone/>
              <a:defRPr sz="12266"/>
            </a:lvl7pPr>
            <a:lvl8pPr lvl="7" rtl="0">
              <a:spcBef>
                <a:spcPts val="0"/>
              </a:spcBef>
              <a:spcAft>
                <a:spcPts val="0"/>
              </a:spcAft>
              <a:buSzPts val="9200"/>
              <a:buNone/>
              <a:defRPr sz="12266"/>
            </a:lvl8pPr>
            <a:lvl9pPr lvl="8" rtl="0">
              <a:spcBef>
                <a:spcPts val="0"/>
              </a:spcBef>
              <a:spcAft>
                <a:spcPts val="0"/>
              </a:spcAft>
              <a:buSzPts val="9200"/>
              <a:buNone/>
              <a:defRPr sz="12266"/>
            </a:lvl9pPr>
          </a:lstStyle>
          <a:p>
            <a:r>
              <a:rPr lang="ja-JP" altLang="en-US"/>
              <a:t>マスター タイトルの書式設定</a:t>
            </a:r>
            <a:endParaRPr dirty="0"/>
          </a:p>
        </p:txBody>
      </p:sp>
      <p:sp>
        <p:nvSpPr>
          <p:cNvPr id="137" name="Google Shape;137;p20"/>
          <p:cNvSpPr txBox="1">
            <a:spLocks noGrp="1"/>
          </p:cNvSpPr>
          <p:nvPr>
            <p:ph type="subTitle" idx="1"/>
          </p:nvPr>
        </p:nvSpPr>
        <p:spPr>
          <a:xfrm>
            <a:off x="5442867" y="2330500"/>
            <a:ext cx="5632400" cy="345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grpSp>
        <p:nvGrpSpPr>
          <p:cNvPr id="138" name="Google Shape;138;p20"/>
          <p:cNvGrpSpPr/>
          <p:nvPr/>
        </p:nvGrpSpPr>
        <p:grpSpPr>
          <a:xfrm>
            <a:off x="201" y="719333"/>
            <a:ext cx="11240833" cy="6138667"/>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
        <p:nvSpPr>
          <p:cNvPr id="141" name="Google Shape;141;p20"/>
          <p:cNvSpPr>
            <a:spLocks noGrp="1"/>
          </p:cNvSpPr>
          <p:nvPr>
            <p:ph type="pic" idx="2"/>
          </p:nvPr>
        </p:nvSpPr>
        <p:spPr>
          <a:xfrm>
            <a:off x="789433" y="725700"/>
            <a:ext cx="4416000" cy="51788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Tree>
    <p:extLst>
      <p:ext uri="{BB962C8B-B14F-4D97-AF65-F5344CB8AC3E}">
        <p14:creationId xmlns:p14="http://schemas.microsoft.com/office/powerpoint/2010/main" val="419829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3" name="Google Shape;143;p21"/>
          <p:cNvSpPr txBox="1">
            <a:spLocks noGrp="1"/>
          </p:cNvSpPr>
          <p:nvPr>
            <p:ph type="body" idx="1"/>
          </p:nvPr>
        </p:nvSpPr>
        <p:spPr>
          <a:xfrm>
            <a:off x="950967" y="1951149"/>
            <a:ext cx="10289996" cy="4279318"/>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Font typeface="Red Hat Display"/>
              <a:buChar char="■"/>
              <a:defRPr sz="2800">
                <a:latin typeface="LINE Seed JP App_TTF Regular" panose="02020500000000000000" pitchFamily="18" charset="-128"/>
                <a:ea typeface="LINE Seed JP App_TTF Regular" panose="02020500000000000000" pitchFamily="18" charset="-128"/>
              </a:defRPr>
            </a:lvl1pPr>
            <a:lvl2pPr marL="1219170" lvl="1" indent="-423323" rtl="0">
              <a:spcBef>
                <a:spcPts val="2133"/>
              </a:spcBef>
              <a:spcAft>
                <a:spcPts val="0"/>
              </a:spcAft>
              <a:buClr>
                <a:srgbClr val="FFFFFF"/>
              </a:buClr>
              <a:buSzPts val="1400"/>
              <a:buFont typeface="Red Hat Display"/>
              <a:buChar char="○"/>
              <a:defRPr/>
            </a:lvl2pPr>
            <a:lvl3pPr marL="1828754" lvl="2" indent="-423323" rtl="0">
              <a:spcBef>
                <a:spcPts val="2133"/>
              </a:spcBef>
              <a:spcAft>
                <a:spcPts val="0"/>
              </a:spcAft>
              <a:buClr>
                <a:srgbClr val="FFFFFF"/>
              </a:buClr>
              <a:buSzPts val="1400"/>
              <a:buFont typeface="Red Hat Display"/>
              <a:buChar char="■"/>
              <a:defRPr/>
            </a:lvl3pPr>
            <a:lvl4pPr marL="2438339" lvl="3" indent="-423323" rtl="0">
              <a:spcBef>
                <a:spcPts val="2133"/>
              </a:spcBef>
              <a:spcAft>
                <a:spcPts val="0"/>
              </a:spcAft>
              <a:buClr>
                <a:srgbClr val="FFFFFF"/>
              </a:buClr>
              <a:buSzPts val="1400"/>
              <a:buFont typeface="Red Hat Display"/>
              <a:buChar char="●"/>
              <a:defRPr/>
            </a:lvl4pPr>
            <a:lvl5pPr marL="3047924" lvl="4" indent="-423323" rtl="0">
              <a:spcBef>
                <a:spcPts val="2133"/>
              </a:spcBef>
              <a:spcAft>
                <a:spcPts val="0"/>
              </a:spcAft>
              <a:buClr>
                <a:srgbClr val="FFFFFF"/>
              </a:buClr>
              <a:buSzPts val="1400"/>
              <a:buFont typeface="Red Hat Display"/>
              <a:buChar char="○"/>
              <a:defRPr/>
            </a:lvl5pPr>
            <a:lvl6pPr marL="3657509" lvl="5" indent="-423323" rtl="0">
              <a:spcBef>
                <a:spcPts val="2133"/>
              </a:spcBef>
              <a:spcAft>
                <a:spcPts val="0"/>
              </a:spcAft>
              <a:buClr>
                <a:srgbClr val="FFFFFF"/>
              </a:buClr>
              <a:buSzPts val="1400"/>
              <a:buFont typeface="Red Hat Display"/>
              <a:buChar char="■"/>
              <a:defRPr/>
            </a:lvl6pPr>
            <a:lvl7pPr marL="4267093" lvl="6" indent="-423323" rtl="0">
              <a:spcBef>
                <a:spcPts val="2133"/>
              </a:spcBef>
              <a:spcAft>
                <a:spcPts val="0"/>
              </a:spcAft>
              <a:buClr>
                <a:srgbClr val="FFFFFF"/>
              </a:buClr>
              <a:buSzPts val="1400"/>
              <a:buFont typeface="Red Hat Display"/>
              <a:buChar char="●"/>
              <a:defRPr/>
            </a:lvl7pPr>
            <a:lvl8pPr marL="4876678" lvl="7" indent="-423323" rtl="0">
              <a:spcBef>
                <a:spcPts val="2133"/>
              </a:spcBef>
              <a:spcAft>
                <a:spcPts val="0"/>
              </a:spcAft>
              <a:buClr>
                <a:srgbClr val="FFFFFF"/>
              </a:buClr>
              <a:buSzPts val="1400"/>
              <a:buFont typeface="Red Hat Display"/>
              <a:buChar char="○"/>
              <a:defRPr/>
            </a:lvl8pPr>
            <a:lvl9pPr marL="5486263" lvl="8" indent="-423323" rtl="0">
              <a:spcBef>
                <a:spcPts val="2133"/>
              </a:spcBef>
              <a:spcAft>
                <a:spcPts val="2133"/>
              </a:spcAft>
              <a:buClr>
                <a:srgbClr val="FFFFFF"/>
              </a:buClr>
              <a:buSzPts val="1400"/>
              <a:buFont typeface="Red Hat Display"/>
              <a:buChar char="■"/>
              <a:defRPr/>
            </a:lvl9pPr>
          </a:lstStyle>
          <a:p>
            <a:pPr lvl="0"/>
            <a:r>
              <a:rPr lang="ja-JP" altLang="en-US"/>
              <a:t>マスター テキストの書式設定</a:t>
            </a:r>
          </a:p>
        </p:txBody>
      </p:sp>
      <p:sp>
        <p:nvSpPr>
          <p:cNvPr id="144" name="Google Shape;144;p2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45" name="Google Shape;145;p21"/>
          <p:cNvSpPr/>
          <p:nvPr/>
        </p:nvSpPr>
        <p:spPr>
          <a:xfrm flipH="1">
            <a:off x="0" y="650120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6" name="Google Shape;146;p21"/>
          <p:cNvGrpSpPr/>
          <p:nvPr/>
        </p:nvGrpSpPr>
        <p:grpSpPr>
          <a:xfrm>
            <a:off x="369100" y="356634"/>
            <a:ext cx="11813600" cy="6501367"/>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502638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1264433" y="1580749"/>
            <a:ext cx="6484400" cy="107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1" name="Google Shape;151;p22"/>
          <p:cNvSpPr txBox="1">
            <a:spLocks noGrp="1"/>
          </p:cNvSpPr>
          <p:nvPr>
            <p:ph type="subTitle" idx="1"/>
          </p:nvPr>
        </p:nvSpPr>
        <p:spPr>
          <a:xfrm>
            <a:off x="1264433" y="2816051"/>
            <a:ext cx="6484400" cy="246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r>
              <a:rPr lang="ja-JP" altLang="en-US"/>
              <a:t>マスター サブタイトルの書式設定</a:t>
            </a:r>
            <a:endParaRPr dirty="0"/>
          </a:p>
        </p:txBody>
      </p:sp>
      <p:sp>
        <p:nvSpPr>
          <p:cNvPr id="152" name="Google Shape;152;p22"/>
          <p:cNvSpPr/>
          <p:nvPr/>
        </p:nvSpPr>
        <p:spPr>
          <a:xfrm rot="10800000" flipH="1">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3" name="Google Shape;153;p22"/>
          <p:cNvGrpSpPr/>
          <p:nvPr/>
        </p:nvGrpSpPr>
        <p:grpSpPr>
          <a:xfrm rot="10800000" flipH="1">
            <a:off x="-73834" y="0"/>
            <a:ext cx="12265667" cy="6138667"/>
            <a:chOff x="-55375" y="539500"/>
            <a:chExt cx="9199250" cy="4604000"/>
          </a:xfrm>
        </p:grpSpPr>
        <p:cxnSp>
          <p:nvCxnSpPr>
            <p:cNvPr id="154" name="Google Shape;154;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518540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682900" y="1364803"/>
            <a:ext cx="3854000" cy="2238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9" name="Google Shape;159;p23"/>
          <p:cNvSpPr txBox="1">
            <a:spLocks noGrp="1"/>
          </p:cNvSpPr>
          <p:nvPr>
            <p:ph type="subTitle" idx="1"/>
          </p:nvPr>
        </p:nvSpPr>
        <p:spPr>
          <a:xfrm>
            <a:off x="1682900" y="3603029"/>
            <a:ext cx="3854000" cy="18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60" name="Google Shape;160;p23"/>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1" name="Google Shape;161;p23"/>
          <p:cNvGrpSpPr/>
          <p:nvPr/>
        </p:nvGrpSpPr>
        <p:grpSpPr>
          <a:xfrm rot="10800000">
            <a:off x="0" y="484133"/>
            <a:ext cx="11813600" cy="6373867"/>
            <a:chOff x="283800" y="0"/>
            <a:chExt cx="8860200" cy="4780400"/>
          </a:xfrm>
        </p:grpSpPr>
        <p:cxnSp>
          <p:nvCxnSpPr>
            <p:cNvPr id="162" name="Google Shape;162;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3" name="Google Shape;163;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062092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6329067" y="1364800"/>
            <a:ext cx="3506800" cy="202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r>
              <a:rPr lang="ja-JP" altLang="en-US"/>
              <a:t>マスター タイトルの書式設定</a:t>
            </a:r>
            <a:endParaRPr dirty="0"/>
          </a:p>
        </p:txBody>
      </p:sp>
      <p:sp>
        <p:nvSpPr>
          <p:cNvPr id="166" name="Google Shape;166;p24"/>
          <p:cNvSpPr txBox="1">
            <a:spLocks noGrp="1"/>
          </p:cNvSpPr>
          <p:nvPr>
            <p:ph type="subTitle" idx="1"/>
          </p:nvPr>
        </p:nvSpPr>
        <p:spPr>
          <a:xfrm>
            <a:off x="6329067" y="3393407"/>
            <a:ext cx="3506800" cy="210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r>
              <a:rPr lang="ja-JP" altLang="en-US"/>
              <a:t>マスター サブタイトルの書式設定</a:t>
            </a:r>
            <a:endParaRPr dirty="0"/>
          </a:p>
        </p:txBody>
      </p:sp>
      <p:grpSp>
        <p:nvGrpSpPr>
          <p:cNvPr id="167" name="Google Shape;167;p24"/>
          <p:cNvGrpSpPr/>
          <p:nvPr/>
        </p:nvGrpSpPr>
        <p:grpSpPr>
          <a:xfrm flipH="1">
            <a:off x="1" y="0"/>
            <a:ext cx="12192100" cy="68580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700456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85" name="Google Shape;185;p26"/>
          <p:cNvSpPr txBox="1">
            <a:spLocks noGrp="1"/>
          </p:cNvSpPr>
          <p:nvPr>
            <p:ph type="subTitle" idx="1"/>
          </p:nvPr>
        </p:nvSpPr>
        <p:spPr>
          <a:xfrm>
            <a:off x="1475833"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6" name="Google Shape;186;p26"/>
          <p:cNvSpPr txBox="1">
            <a:spLocks noGrp="1"/>
          </p:cNvSpPr>
          <p:nvPr>
            <p:ph type="subTitle" idx="2"/>
          </p:nvPr>
        </p:nvSpPr>
        <p:spPr>
          <a:xfrm>
            <a:off x="6448967"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7" name="Google Shape;187;p26"/>
          <p:cNvSpPr/>
          <p:nvPr/>
        </p:nvSpPr>
        <p:spPr>
          <a:xfrm rot="10800000">
            <a:off x="11813600"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 name="Google Shape;188;p26"/>
          <p:cNvGrpSpPr/>
          <p:nvPr/>
        </p:nvGrpSpPr>
        <p:grpSpPr>
          <a:xfrm rot="10800000">
            <a:off x="-166" y="356600"/>
            <a:ext cx="12002967" cy="6501400"/>
            <a:chOff x="141900" y="-26"/>
            <a:chExt cx="9002225" cy="4876050"/>
          </a:xfrm>
        </p:grpSpPr>
        <p:cxnSp>
          <p:nvCxnSpPr>
            <p:cNvPr id="189" name="Google Shape;189;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5420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93" name="Google Shape;193;p27"/>
          <p:cNvSpPr txBox="1">
            <a:spLocks noGrp="1"/>
          </p:cNvSpPr>
          <p:nvPr>
            <p:ph type="subTitle" idx="1"/>
          </p:nvPr>
        </p:nvSpPr>
        <p:spPr>
          <a:xfrm>
            <a:off x="951017"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4" name="Google Shape;194;p27"/>
          <p:cNvSpPr txBox="1">
            <a:spLocks noGrp="1"/>
          </p:cNvSpPr>
          <p:nvPr>
            <p:ph type="subTitle" idx="2"/>
          </p:nvPr>
        </p:nvSpPr>
        <p:spPr>
          <a:xfrm>
            <a:off x="951017" y="3713833"/>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5" name="Google Shape;195;p27"/>
          <p:cNvSpPr txBox="1">
            <a:spLocks noGrp="1"/>
          </p:cNvSpPr>
          <p:nvPr>
            <p:ph type="subTitle" idx="3"/>
          </p:nvPr>
        </p:nvSpPr>
        <p:spPr>
          <a:xfrm>
            <a:off x="8040584"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6" name="Google Shape;196;p27"/>
          <p:cNvSpPr txBox="1">
            <a:spLocks noGrp="1"/>
          </p:cNvSpPr>
          <p:nvPr>
            <p:ph type="subTitle" idx="4"/>
          </p:nvPr>
        </p:nvSpPr>
        <p:spPr>
          <a:xfrm>
            <a:off x="8040584"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7" name="Google Shape;197;p27"/>
          <p:cNvSpPr txBox="1">
            <a:spLocks noGrp="1"/>
          </p:cNvSpPr>
          <p:nvPr>
            <p:ph type="subTitle" idx="5"/>
          </p:nvPr>
        </p:nvSpPr>
        <p:spPr>
          <a:xfrm>
            <a:off x="4495800"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8" name="Google Shape;198;p27"/>
          <p:cNvSpPr txBox="1">
            <a:spLocks noGrp="1"/>
          </p:cNvSpPr>
          <p:nvPr>
            <p:ph type="subTitle" idx="6"/>
          </p:nvPr>
        </p:nvSpPr>
        <p:spPr>
          <a:xfrm>
            <a:off x="4495800"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Tree>
    <p:extLst>
      <p:ext uri="{BB962C8B-B14F-4D97-AF65-F5344CB8AC3E}">
        <p14:creationId xmlns:p14="http://schemas.microsoft.com/office/powerpoint/2010/main" val="2977866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01" name="Google Shape;201;p28"/>
          <p:cNvSpPr txBox="1">
            <a:spLocks noGrp="1"/>
          </p:cNvSpPr>
          <p:nvPr>
            <p:ph type="subTitle" idx="1"/>
          </p:nvPr>
        </p:nvSpPr>
        <p:spPr>
          <a:xfrm>
            <a:off x="1154167"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2" name="Google Shape;202;p28"/>
          <p:cNvSpPr txBox="1">
            <a:spLocks noGrp="1"/>
          </p:cNvSpPr>
          <p:nvPr>
            <p:ph type="subTitle" idx="2"/>
          </p:nvPr>
        </p:nvSpPr>
        <p:spPr>
          <a:xfrm>
            <a:off x="1154167"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3" name="Google Shape;203;p28"/>
          <p:cNvSpPr txBox="1">
            <a:spLocks noGrp="1"/>
          </p:cNvSpPr>
          <p:nvPr>
            <p:ph type="subTitle" idx="3"/>
          </p:nvPr>
        </p:nvSpPr>
        <p:spPr>
          <a:xfrm>
            <a:off x="8021033"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4" name="Google Shape;204;p28"/>
          <p:cNvSpPr txBox="1">
            <a:spLocks noGrp="1"/>
          </p:cNvSpPr>
          <p:nvPr>
            <p:ph type="subTitle" idx="4"/>
          </p:nvPr>
        </p:nvSpPr>
        <p:spPr>
          <a:xfrm>
            <a:off x="8021033"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5" name="Google Shape;205;p28"/>
          <p:cNvSpPr txBox="1">
            <a:spLocks noGrp="1"/>
          </p:cNvSpPr>
          <p:nvPr>
            <p:ph type="subTitle" idx="5"/>
          </p:nvPr>
        </p:nvSpPr>
        <p:spPr>
          <a:xfrm>
            <a:off x="4587600"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6" name="Google Shape;206;p28"/>
          <p:cNvSpPr txBox="1">
            <a:spLocks noGrp="1"/>
          </p:cNvSpPr>
          <p:nvPr>
            <p:ph type="subTitle" idx="6"/>
          </p:nvPr>
        </p:nvSpPr>
        <p:spPr>
          <a:xfrm>
            <a:off x="4587600"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7" name="Google Shape;207;p28"/>
          <p:cNvSpPr/>
          <p:nvPr/>
        </p:nvSpPr>
        <p:spPr>
          <a:xfrm>
            <a:off x="0" y="6501367"/>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8" name="Google Shape;208;p28"/>
          <p:cNvGrpSpPr/>
          <p:nvPr/>
        </p:nvGrpSpPr>
        <p:grpSpPr>
          <a:xfrm>
            <a:off x="378400" y="-64"/>
            <a:ext cx="11813600" cy="6679831"/>
            <a:chOff x="283800" y="-48"/>
            <a:chExt cx="8860200" cy="5009873"/>
          </a:xfrm>
        </p:grpSpPr>
        <p:cxnSp>
          <p:nvCxnSpPr>
            <p:cNvPr id="209" name="Google Shape;209;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3611489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1"/>
        <p:cNvGrpSpPr/>
        <p:nvPr/>
      </p:nvGrpSpPr>
      <p:grpSpPr>
        <a:xfrm>
          <a:off x="0" y="0"/>
          <a:ext cx="0" cy="0"/>
          <a:chOff x="0" y="0"/>
          <a:chExt cx="0" cy="0"/>
        </a:xfrm>
      </p:grpSpPr>
      <p:sp>
        <p:nvSpPr>
          <p:cNvPr id="212" name="Google Shape;212;p2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13" name="Google Shape;213;p29"/>
          <p:cNvSpPr txBox="1">
            <a:spLocks noGrp="1"/>
          </p:cNvSpPr>
          <p:nvPr>
            <p:ph type="subTitle" idx="1"/>
          </p:nvPr>
        </p:nvSpPr>
        <p:spPr>
          <a:xfrm>
            <a:off x="2503000"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4" name="Google Shape;214;p29"/>
          <p:cNvSpPr txBox="1">
            <a:spLocks noGrp="1"/>
          </p:cNvSpPr>
          <p:nvPr>
            <p:ph type="subTitle" idx="2"/>
          </p:nvPr>
        </p:nvSpPr>
        <p:spPr>
          <a:xfrm>
            <a:off x="2503000"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5" name="Google Shape;215;p29"/>
          <p:cNvSpPr txBox="1">
            <a:spLocks noGrp="1"/>
          </p:cNvSpPr>
          <p:nvPr>
            <p:ph type="subTitle" idx="3"/>
          </p:nvPr>
        </p:nvSpPr>
        <p:spPr>
          <a:xfrm>
            <a:off x="2503000"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6" name="Google Shape;216;p29"/>
          <p:cNvSpPr txBox="1">
            <a:spLocks noGrp="1"/>
          </p:cNvSpPr>
          <p:nvPr>
            <p:ph type="subTitle" idx="4"/>
          </p:nvPr>
        </p:nvSpPr>
        <p:spPr>
          <a:xfrm>
            <a:off x="2503000"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7" name="Google Shape;217;p29"/>
          <p:cNvSpPr txBox="1">
            <a:spLocks noGrp="1"/>
          </p:cNvSpPr>
          <p:nvPr>
            <p:ph type="subTitle" idx="5"/>
          </p:nvPr>
        </p:nvSpPr>
        <p:spPr>
          <a:xfrm>
            <a:off x="8149433"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8" name="Google Shape;218;p29"/>
          <p:cNvSpPr txBox="1">
            <a:spLocks noGrp="1"/>
          </p:cNvSpPr>
          <p:nvPr>
            <p:ph type="subTitle" idx="6"/>
          </p:nvPr>
        </p:nvSpPr>
        <p:spPr>
          <a:xfrm>
            <a:off x="8149433"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9" name="Google Shape;219;p29"/>
          <p:cNvSpPr txBox="1">
            <a:spLocks noGrp="1"/>
          </p:cNvSpPr>
          <p:nvPr>
            <p:ph type="subTitle" idx="7"/>
          </p:nvPr>
        </p:nvSpPr>
        <p:spPr>
          <a:xfrm>
            <a:off x="8149433"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0" name="Google Shape;220;p29"/>
          <p:cNvSpPr txBox="1">
            <a:spLocks noGrp="1"/>
          </p:cNvSpPr>
          <p:nvPr>
            <p:ph type="subTitle" idx="8"/>
          </p:nvPr>
        </p:nvSpPr>
        <p:spPr>
          <a:xfrm>
            <a:off x="8149433"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1" name="Google Shape;221;p29"/>
          <p:cNvSpPr/>
          <p:nvPr/>
        </p:nvSpPr>
        <p:spPr>
          <a:xfrm flipH="1">
            <a:off x="1181360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22" name="Google Shape;222;p29"/>
          <p:cNvCxnSpPr/>
          <p:nvPr/>
        </p:nvCxnSpPr>
        <p:spPr>
          <a:xfrm rot="10800000">
            <a:off x="12002800" y="-35"/>
            <a:ext cx="0" cy="527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73436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25" name="Google Shape;225;p30"/>
          <p:cNvSpPr txBox="1">
            <a:spLocks noGrp="1"/>
          </p:cNvSpPr>
          <p:nvPr>
            <p:ph type="subTitle" idx="1"/>
          </p:nvPr>
        </p:nvSpPr>
        <p:spPr>
          <a:xfrm>
            <a:off x="9510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6" name="Google Shape;226;p30"/>
          <p:cNvSpPr txBox="1">
            <a:spLocks noGrp="1"/>
          </p:cNvSpPr>
          <p:nvPr>
            <p:ph type="subTitle" idx="2"/>
          </p:nvPr>
        </p:nvSpPr>
        <p:spPr>
          <a:xfrm>
            <a:off x="9510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7" name="Google Shape;227;p30"/>
          <p:cNvSpPr txBox="1">
            <a:spLocks noGrp="1"/>
          </p:cNvSpPr>
          <p:nvPr>
            <p:ph type="subTitle" idx="3"/>
          </p:nvPr>
        </p:nvSpPr>
        <p:spPr>
          <a:xfrm>
            <a:off x="80406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8" name="Google Shape;228;p30"/>
          <p:cNvSpPr txBox="1">
            <a:spLocks noGrp="1"/>
          </p:cNvSpPr>
          <p:nvPr>
            <p:ph type="subTitle" idx="4"/>
          </p:nvPr>
        </p:nvSpPr>
        <p:spPr>
          <a:xfrm>
            <a:off x="80406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9" name="Google Shape;229;p30"/>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0" name="Google Shape;230;p30"/>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1" name="Google Shape;231;p30"/>
          <p:cNvSpPr txBox="1">
            <a:spLocks noGrp="1"/>
          </p:cNvSpPr>
          <p:nvPr>
            <p:ph type="subTitle" idx="7"/>
          </p:nvPr>
        </p:nvSpPr>
        <p:spPr>
          <a:xfrm>
            <a:off x="272337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2" name="Google Shape;232;p30"/>
          <p:cNvSpPr txBox="1">
            <a:spLocks noGrp="1"/>
          </p:cNvSpPr>
          <p:nvPr>
            <p:ph type="subTitle" idx="8"/>
          </p:nvPr>
        </p:nvSpPr>
        <p:spPr>
          <a:xfrm>
            <a:off x="272337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3" name="Google Shape;233;p30"/>
          <p:cNvSpPr txBox="1">
            <a:spLocks noGrp="1"/>
          </p:cNvSpPr>
          <p:nvPr>
            <p:ph type="subTitle" idx="9"/>
          </p:nvPr>
        </p:nvSpPr>
        <p:spPr>
          <a:xfrm>
            <a:off x="626822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4" name="Google Shape;234;p30"/>
          <p:cNvSpPr txBox="1">
            <a:spLocks noGrp="1"/>
          </p:cNvSpPr>
          <p:nvPr>
            <p:ph type="subTitle" idx="13"/>
          </p:nvPr>
        </p:nvSpPr>
        <p:spPr>
          <a:xfrm>
            <a:off x="626822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5" name="Google Shape;235;p30"/>
          <p:cNvSpPr/>
          <p:nvPr/>
        </p:nvSpPr>
        <p:spPr>
          <a:xfrm>
            <a:off x="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36" name="Google Shape;236;p30"/>
          <p:cNvGrpSpPr/>
          <p:nvPr/>
        </p:nvGrpSpPr>
        <p:grpSpPr>
          <a:xfrm flipH="1">
            <a:off x="378400" y="-5466"/>
            <a:ext cx="11435200" cy="6863500"/>
            <a:chOff x="283800" y="-4100"/>
            <a:chExt cx="8576400" cy="5147625"/>
          </a:xfrm>
        </p:grpSpPr>
        <p:cxnSp>
          <p:nvCxnSpPr>
            <p:cNvPr id="237" name="Google Shape;237;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0444203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41" name="Google Shape;241;p31"/>
          <p:cNvSpPr txBox="1">
            <a:spLocks noGrp="1"/>
          </p:cNvSpPr>
          <p:nvPr>
            <p:ph type="subTitle" idx="1"/>
          </p:nvPr>
        </p:nvSpPr>
        <p:spPr>
          <a:xfrm>
            <a:off x="950992"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2" name="Google Shape;242;p31"/>
          <p:cNvSpPr txBox="1">
            <a:spLocks noGrp="1"/>
          </p:cNvSpPr>
          <p:nvPr>
            <p:ph type="subTitle" idx="2"/>
          </p:nvPr>
        </p:nvSpPr>
        <p:spPr>
          <a:xfrm>
            <a:off x="950992"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3" name="Google Shape;243;p31"/>
          <p:cNvSpPr txBox="1">
            <a:spLocks noGrp="1"/>
          </p:cNvSpPr>
          <p:nvPr>
            <p:ph type="subTitle" idx="3"/>
          </p:nvPr>
        </p:nvSpPr>
        <p:spPr>
          <a:xfrm>
            <a:off x="8040608"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4" name="Google Shape;244;p31"/>
          <p:cNvSpPr txBox="1">
            <a:spLocks noGrp="1"/>
          </p:cNvSpPr>
          <p:nvPr>
            <p:ph type="subTitle" idx="4"/>
          </p:nvPr>
        </p:nvSpPr>
        <p:spPr>
          <a:xfrm>
            <a:off x="8040608"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5" name="Google Shape;245;p31"/>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6" name="Google Shape;246;p31"/>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7" name="Google Shape;247;p31"/>
          <p:cNvSpPr txBox="1">
            <a:spLocks noGrp="1"/>
          </p:cNvSpPr>
          <p:nvPr>
            <p:ph type="subTitle" idx="7"/>
          </p:nvPr>
        </p:nvSpPr>
        <p:spPr>
          <a:xfrm>
            <a:off x="950992"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8" name="Google Shape;248;p31"/>
          <p:cNvSpPr txBox="1">
            <a:spLocks noGrp="1"/>
          </p:cNvSpPr>
          <p:nvPr>
            <p:ph type="subTitle" idx="8"/>
          </p:nvPr>
        </p:nvSpPr>
        <p:spPr>
          <a:xfrm>
            <a:off x="950992"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9" name="Google Shape;249;p31"/>
          <p:cNvSpPr txBox="1">
            <a:spLocks noGrp="1"/>
          </p:cNvSpPr>
          <p:nvPr>
            <p:ph type="subTitle" idx="9"/>
          </p:nvPr>
        </p:nvSpPr>
        <p:spPr>
          <a:xfrm>
            <a:off x="4495800"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0" name="Google Shape;250;p31"/>
          <p:cNvSpPr txBox="1">
            <a:spLocks noGrp="1"/>
          </p:cNvSpPr>
          <p:nvPr>
            <p:ph type="subTitle" idx="13"/>
          </p:nvPr>
        </p:nvSpPr>
        <p:spPr>
          <a:xfrm>
            <a:off x="4495800"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1" name="Google Shape;251;p31"/>
          <p:cNvSpPr txBox="1">
            <a:spLocks noGrp="1"/>
          </p:cNvSpPr>
          <p:nvPr>
            <p:ph type="subTitle" idx="14"/>
          </p:nvPr>
        </p:nvSpPr>
        <p:spPr>
          <a:xfrm>
            <a:off x="8040608"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2" name="Google Shape;252;p31"/>
          <p:cNvSpPr txBox="1">
            <a:spLocks noGrp="1"/>
          </p:cNvSpPr>
          <p:nvPr>
            <p:ph type="subTitle" idx="15"/>
          </p:nvPr>
        </p:nvSpPr>
        <p:spPr>
          <a:xfrm>
            <a:off x="8040608"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3" name="Google Shape;253;p31"/>
          <p:cNvSpPr/>
          <p:nvPr/>
        </p:nvSpPr>
        <p:spPr>
          <a:xfrm rot="10800000" flipH="1">
            <a:off x="33"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4" name="Google Shape;254;p31"/>
          <p:cNvGrpSpPr/>
          <p:nvPr/>
        </p:nvGrpSpPr>
        <p:grpSpPr>
          <a:xfrm rot="10800000" flipH="1">
            <a:off x="189233" y="356600"/>
            <a:ext cx="12002600" cy="6501400"/>
            <a:chOff x="141900" y="-26"/>
            <a:chExt cx="9001950" cy="4876050"/>
          </a:xfrm>
        </p:grpSpPr>
        <p:cxnSp>
          <p:nvCxnSpPr>
            <p:cNvPr id="255" name="Google Shape;255;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689190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3539600" y="707000"/>
            <a:ext cx="5112800" cy="14776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54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7200"/>
              <a:buNone/>
              <a:defRPr sz="9600"/>
            </a:lvl2pPr>
            <a:lvl3pPr lvl="2">
              <a:spcBef>
                <a:spcPts val="0"/>
              </a:spcBef>
              <a:spcAft>
                <a:spcPts val="0"/>
              </a:spcAft>
              <a:buSzPts val="7200"/>
              <a:buNone/>
              <a:defRPr sz="9600"/>
            </a:lvl3pPr>
            <a:lvl4pPr lvl="3">
              <a:spcBef>
                <a:spcPts val="0"/>
              </a:spcBef>
              <a:spcAft>
                <a:spcPts val="0"/>
              </a:spcAft>
              <a:buSzPts val="7200"/>
              <a:buNone/>
              <a:defRPr sz="9600"/>
            </a:lvl4pPr>
            <a:lvl5pPr lvl="4">
              <a:spcBef>
                <a:spcPts val="0"/>
              </a:spcBef>
              <a:spcAft>
                <a:spcPts val="0"/>
              </a:spcAft>
              <a:buSzPts val="7200"/>
              <a:buNone/>
              <a:defRPr sz="9600"/>
            </a:lvl5pPr>
            <a:lvl6pPr lvl="5">
              <a:spcBef>
                <a:spcPts val="0"/>
              </a:spcBef>
              <a:spcAft>
                <a:spcPts val="0"/>
              </a:spcAft>
              <a:buSzPts val="7200"/>
              <a:buNone/>
              <a:defRPr sz="9600"/>
            </a:lvl6pPr>
            <a:lvl7pPr lvl="6">
              <a:spcBef>
                <a:spcPts val="0"/>
              </a:spcBef>
              <a:spcAft>
                <a:spcPts val="0"/>
              </a:spcAft>
              <a:buSzPts val="7200"/>
              <a:buNone/>
              <a:defRPr sz="9600"/>
            </a:lvl7pPr>
            <a:lvl8pPr lvl="7">
              <a:spcBef>
                <a:spcPts val="0"/>
              </a:spcBef>
              <a:spcAft>
                <a:spcPts val="0"/>
              </a:spcAft>
              <a:buSzPts val="7200"/>
              <a:buNone/>
              <a:defRPr sz="9600"/>
            </a:lvl8pPr>
            <a:lvl9pPr lvl="8">
              <a:spcBef>
                <a:spcPts val="0"/>
              </a:spcBef>
              <a:spcAft>
                <a:spcPts val="0"/>
              </a:spcAft>
              <a:buSzPts val="7200"/>
              <a:buNone/>
              <a:defRPr sz="9600"/>
            </a:lvl9pPr>
          </a:lstStyle>
          <a:p>
            <a:r>
              <a:rPr lang="ja-JP" altLang="en-US"/>
              <a:t>マスター タイトルの書式設定</a:t>
            </a:r>
            <a:endParaRPr dirty="0"/>
          </a:p>
        </p:txBody>
      </p:sp>
      <p:sp>
        <p:nvSpPr>
          <p:cNvPr id="259" name="Google Shape;259;p32"/>
          <p:cNvSpPr txBox="1">
            <a:spLocks noGrp="1"/>
          </p:cNvSpPr>
          <p:nvPr>
            <p:ph type="subTitle" idx="1"/>
          </p:nvPr>
        </p:nvSpPr>
        <p:spPr>
          <a:xfrm>
            <a:off x="3539600" y="3122875"/>
            <a:ext cx="5112800" cy="129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2067" b="1">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650"/>
              <a:buNone/>
              <a:defRPr sz="2200" b="1"/>
            </a:lvl2pPr>
            <a:lvl3pPr lvl="2" algn="ctr" rtl="0">
              <a:lnSpc>
                <a:spcPct val="115000"/>
              </a:lnSpc>
              <a:spcBef>
                <a:spcPts val="0"/>
              </a:spcBef>
              <a:spcAft>
                <a:spcPts val="0"/>
              </a:spcAft>
              <a:buSzPts val="1650"/>
              <a:buNone/>
              <a:defRPr sz="2200" b="1"/>
            </a:lvl3pPr>
            <a:lvl4pPr lvl="3" algn="ctr" rtl="0">
              <a:lnSpc>
                <a:spcPct val="115000"/>
              </a:lnSpc>
              <a:spcBef>
                <a:spcPts val="0"/>
              </a:spcBef>
              <a:spcAft>
                <a:spcPts val="0"/>
              </a:spcAft>
              <a:buSzPts val="1650"/>
              <a:buNone/>
              <a:defRPr sz="2200" b="1"/>
            </a:lvl4pPr>
            <a:lvl5pPr lvl="4" algn="ctr" rtl="0">
              <a:lnSpc>
                <a:spcPct val="115000"/>
              </a:lnSpc>
              <a:spcBef>
                <a:spcPts val="0"/>
              </a:spcBef>
              <a:spcAft>
                <a:spcPts val="0"/>
              </a:spcAft>
              <a:buSzPts val="1650"/>
              <a:buNone/>
              <a:defRPr sz="2200" b="1"/>
            </a:lvl5pPr>
            <a:lvl6pPr lvl="5" algn="ctr" rtl="0">
              <a:lnSpc>
                <a:spcPct val="115000"/>
              </a:lnSpc>
              <a:spcBef>
                <a:spcPts val="0"/>
              </a:spcBef>
              <a:spcAft>
                <a:spcPts val="0"/>
              </a:spcAft>
              <a:buSzPts val="1650"/>
              <a:buNone/>
              <a:defRPr sz="2200" b="1"/>
            </a:lvl6pPr>
            <a:lvl7pPr lvl="6" algn="ctr" rtl="0">
              <a:lnSpc>
                <a:spcPct val="115000"/>
              </a:lnSpc>
              <a:spcBef>
                <a:spcPts val="0"/>
              </a:spcBef>
              <a:spcAft>
                <a:spcPts val="0"/>
              </a:spcAft>
              <a:buSzPts val="1650"/>
              <a:buNone/>
              <a:defRPr sz="2200" b="1"/>
            </a:lvl7pPr>
            <a:lvl8pPr lvl="7" algn="ctr" rtl="0">
              <a:lnSpc>
                <a:spcPct val="115000"/>
              </a:lnSpc>
              <a:spcBef>
                <a:spcPts val="0"/>
              </a:spcBef>
              <a:spcAft>
                <a:spcPts val="0"/>
              </a:spcAft>
              <a:buSzPts val="1650"/>
              <a:buNone/>
              <a:defRPr sz="2200" b="1"/>
            </a:lvl8pPr>
            <a:lvl9pPr lvl="8" algn="ctr" rtl="0">
              <a:lnSpc>
                <a:spcPct val="115000"/>
              </a:lnSpc>
              <a:spcBef>
                <a:spcPts val="0"/>
              </a:spcBef>
              <a:spcAft>
                <a:spcPts val="0"/>
              </a:spcAft>
              <a:buSzPts val="1650"/>
              <a:buNone/>
              <a:defRPr sz="2200" b="1"/>
            </a:lvl9pPr>
          </a:lstStyle>
          <a:p>
            <a:r>
              <a:rPr lang="ja-JP" altLang="en-US"/>
              <a:t>マスター サブタイトルの書式設定</a:t>
            </a:r>
            <a:endParaRPr dirty="0"/>
          </a:p>
        </p:txBody>
      </p:sp>
      <p:sp>
        <p:nvSpPr>
          <p:cNvPr id="260" name="Google Shape;260;p32"/>
          <p:cNvSpPr txBox="1">
            <a:spLocks noGrp="1"/>
          </p:cNvSpPr>
          <p:nvPr>
            <p:ph type="subTitle" idx="2"/>
          </p:nvPr>
        </p:nvSpPr>
        <p:spPr>
          <a:xfrm>
            <a:off x="3539600" y="5482468"/>
            <a:ext cx="5112800" cy="451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3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300"/>
              <a:buNone/>
              <a:defRPr sz="1733" b="1"/>
            </a:lvl2pPr>
            <a:lvl3pPr lvl="2" algn="ctr" rtl="0">
              <a:lnSpc>
                <a:spcPct val="115000"/>
              </a:lnSpc>
              <a:spcBef>
                <a:spcPts val="0"/>
              </a:spcBef>
              <a:spcAft>
                <a:spcPts val="0"/>
              </a:spcAft>
              <a:buSzPts val="1300"/>
              <a:buNone/>
              <a:defRPr sz="1733" b="1"/>
            </a:lvl3pPr>
            <a:lvl4pPr lvl="3" algn="ctr" rtl="0">
              <a:lnSpc>
                <a:spcPct val="115000"/>
              </a:lnSpc>
              <a:spcBef>
                <a:spcPts val="0"/>
              </a:spcBef>
              <a:spcAft>
                <a:spcPts val="0"/>
              </a:spcAft>
              <a:buSzPts val="1300"/>
              <a:buNone/>
              <a:defRPr sz="1733" b="1"/>
            </a:lvl4pPr>
            <a:lvl5pPr lvl="4" algn="ctr" rtl="0">
              <a:lnSpc>
                <a:spcPct val="115000"/>
              </a:lnSpc>
              <a:spcBef>
                <a:spcPts val="0"/>
              </a:spcBef>
              <a:spcAft>
                <a:spcPts val="0"/>
              </a:spcAft>
              <a:buSzPts val="1300"/>
              <a:buNone/>
              <a:defRPr sz="1733" b="1"/>
            </a:lvl5pPr>
            <a:lvl6pPr lvl="5" algn="ctr" rtl="0">
              <a:lnSpc>
                <a:spcPct val="115000"/>
              </a:lnSpc>
              <a:spcBef>
                <a:spcPts val="0"/>
              </a:spcBef>
              <a:spcAft>
                <a:spcPts val="0"/>
              </a:spcAft>
              <a:buSzPts val="1300"/>
              <a:buNone/>
              <a:defRPr sz="1733" b="1"/>
            </a:lvl6pPr>
            <a:lvl7pPr lvl="6" algn="ctr" rtl="0">
              <a:lnSpc>
                <a:spcPct val="115000"/>
              </a:lnSpc>
              <a:spcBef>
                <a:spcPts val="0"/>
              </a:spcBef>
              <a:spcAft>
                <a:spcPts val="0"/>
              </a:spcAft>
              <a:buSzPts val="1300"/>
              <a:buNone/>
              <a:defRPr sz="1733" b="1"/>
            </a:lvl7pPr>
            <a:lvl8pPr lvl="7" algn="ctr" rtl="0">
              <a:lnSpc>
                <a:spcPct val="115000"/>
              </a:lnSpc>
              <a:spcBef>
                <a:spcPts val="0"/>
              </a:spcBef>
              <a:spcAft>
                <a:spcPts val="0"/>
              </a:spcAft>
              <a:buSzPts val="1300"/>
              <a:buNone/>
              <a:defRPr sz="1733" b="1"/>
            </a:lvl8pPr>
            <a:lvl9pPr lvl="8" algn="ctr" rtl="0">
              <a:lnSpc>
                <a:spcPct val="115000"/>
              </a:lnSpc>
              <a:spcBef>
                <a:spcPts val="0"/>
              </a:spcBef>
              <a:spcAft>
                <a:spcPts val="0"/>
              </a:spcAft>
              <a:buSzPts val="1300"/>
              <a:buNone/>
              <a:defRPr sz="1733" b="1"/>
            </a:lvl9pPr>
          </a:lstStyle>
          <a:p>
            <a:r>
              <a:rPr lang="ja-JP" altLang="en-US"/>
              <a:t>マスター サブタイトルの書式設定</a:t>
            </a:r>
            <a:endParaRPr dirty="0"/>
          </a:p>
        </p:txBody>
      </p:sp>
      <p:grpSp>
        <p:nvGrpSpPr>
          <p:cNvPr id="261" name="Google Shape;261;p32"/>
          <p:cNvGrpSpPr/>
          <p:nvPr/>
        </p:nvGrpSpPr>
        <p:grpSpPr>
          <a:xfrm>
            <a:off x="951584" y="3439200"/>
            <a:ext cx="11240651" cy="3418800"/>
            <a:chOff x="713688" y="2579400"/>
            <a:chExt cx="8430488" cy="2564100"/>
          </a:xfrm>
        </p:grpSpPr>
        <p:cxnSp>
          <p:nvCxnSpPr>
            <p:cNvPr id="262" name="Google Shape;262;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64" name="Google Shape;264;p32"/>
          <p:cNvSpPr txBox="1"/>
          <p:nvPr/>
        </p:nvSpPr>
        <p:spPr>
          <a:xfrm>
            <a:off x="3539600" y="4406129"/>
            <a:ext cx="5112800" cy="10588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SzPts val="1018"/>
              <a:buNone/>
            </a:pP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Credits: This presentation template was created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2">
                  <a:extLst>
                    <a:ext uri="{A12FA001-AC4F-418D-AE19-62706E023703}">
                      <ahyp:hlinkClr xmlns:ahyp="http://schemas.microsoft.com/office/drawing/2018/hyperlinkcolor" val="tx"/>
                    </a:ext>
                  </a:extLst>
                </a:hlinkClick>
              </a:rPr>
              <a:t>Slidesgo</a:t>
            </a: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 and includes icons, infographics &amp; images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3">
                  <a:extLst>
                    <a:ext uri="{A12FA001-AC4F-418D-AE19-62706E023703}">
                      <ahyp:hlinkClr xmlns:ahyp="http://schemas.microsoft.com/office/drawing/2018/hyperlinkcolor" val="tx"/>
                    </a:ext>
                  </a:extLst>
                </a:hlinkClick>
              </a:rPr>
              <a:t>Freepik</a:t>
            </a:r>
            <a:endParaRPr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endParaRPr>
          </a:p>
        </p:txBody>
      </p:sp>
    </p:spTree>
    <p:extLst>
      <p:ext uri="{BB962C8B-B14F-4D97-AF65-F5344CB8AC3E}">
        <p14:creationId xmlns:p14="http://schemas.microsoft.com/office/powerpoint/2010/main" val="23303779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65"/>
        <p:cNvGrpSpPr/>
        <p:nvPr/>
      </p:nvGrpSpPr>
      <p:grpSpPr>
        <a:xfrm>
          <a:off x="0" y="0"/>
          <a:ext cx="0" cy="0"/>
          <a:chOff x="0" y="0"/>
          <a:chExt cx="0" cy="0"/>
        </a:xfrm>
      </p:grpSpPr>
      <p:cxnSp>
        <p:nvCxnSpPr>
          <p:cNvPr id="266" name="Google Shape;266;p3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
        <p:nvSpPr>
          <p:cNvPr id="267" name="Google Shape;267;p33"/>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68" name="Google Shape;268;p33"/>
          <p:cNvCxnSpPr/>
          <p:nvPr/>
        </p:nvCxnSpPr>
        <p:spPr>
          <a:xfrm>
            <a:off x="5697600" y="6501367"/>
            <a:ext cx="6494400" cy="0"/>
          </a:xfrm>
          <a:prstGeom prst="straightConnector1">
            <a:avLst/>
          </a:prstGeom>
          <a:noFill/>
          <a:ln w="9525" cap="flat" cmpd="sng">
            <a:solidFill>
              <a:schemeClr val="dk1"/>
            </a:solidFill>
            <a:prstDash val="solid"/>
            <a:round/>
            <a:headEnd type="none" w="med" len="med"/>
            <a:tailEnd type="none" w="med" len="med"/>
          </a:ln>
        </p:spPr>
      </p:cxnSp>
      <p:cxnSp>
        <p:nvCxnSpPr>
          <p:cNvPr id="269" name="Google Shape;269;p33"/>
          <p:cNvCxnSpPr/>
          <p:nvPr/>
        </p:nvCxnSpPr>
        <p:spPr>
          <a:xfrm rot="10800000">
            <a:off x="948333"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6037123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70"/>
        <p:cNvGrpSpPr/>
        <p:nvPr/>
      </p:nvGrpSpPr>
      <p:grpSpPr>
        <a:xfrm>
          <a:off x="0" y="0"/>
          <a:ext cx="0" cy="0"/>
          <a:chOff x="0" y="0"/>
          <a:chExt cx="0" cy="0"/>
        </a:xfrm>
      </p:grpSpPr>
      <p:sp>
        <p:nvSpPr>
          <p:cNvPr id="271" name="Google Shape;271;p34"/>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2" name="Google Shape;272;p34"/>
          <p:cNvGrpSpPr/>
          <p:nvPr/>
        </p:nvGrpSpPr>
        <p:grpSpPr>
          <a:xfrm rot="10800000">
            <a:off x="0" y="484133"/>
            <a:ext cx="11813600" cy="6373867"/>
            <a:chOff x="283800" y="0"/>
            <a:chExt cx="8860200" cy="4780400"/>
          </a:xfrm>
        </p:grpSpPr>
        <p:cxnSp>
          <p:nvCxnSpPr>
            <p:cNvPr id="273" name="Google Shape;273;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4" name="Google Shape;274;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683051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78"/>
        <p:cNvGrpSpPr/>
        <p:nvPr/>
      </p:nvGrpSpPr>
      <p:grpSpPr>
        <a:xfrm>
          <a:off x="0" y="0"/>
          <a:ext cx="0" cy="0"/>
          <a:chOff x="0" y="0"/>
          <a:chExt cx="0" cy="0"/>
        </a:xfrm>
      </p:grpSpPr>
    </p:spTree>
    <p:extLst>
      <p:ext uri="{BB962C8B-B14F-4D97-AF65-F5344CB8AC3E}">
        <p14:creationId xmlns:p14="http://schemas.microsoft.com/office/powerpoint/2010/main" val="16710324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ja-JP" altLang="en-US"/>
              <a:t>マスター タイトルの書式設定</a:t>
            </a:r>
            <a:endParaRPr/>
          </a:p>
        </p:txBody>
      </p:sp>
    </p:spTree>
    <p:extLst>
      <p:ext uri="{BB962C8B-B14F-4D97-AF65-F5344CB8AC3E}">
        <p14:creationId xmlns:p14="http://schemas.microsoft.com/office/powerpoint/2010/main" val="24657172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84"/>
        <p:cNvGrpSpPr/>
        <p:nvPr/>
      </p:nvGrpSpPr>
      <p:grpSpPr>
        <a:xfrm>
          <a:off x="0" y="0"/>
          <a:ext cx="0" cy="0"/>
          <a:chOff x="0" y="0"/>
          <a:chExt cx="0" cy="0"/>
        </a:xfrm>
      </p:grpSpPr>
    </p:spTree>
    <p:extLst>
      <p:ext uri="{BB962C8B-B14F-4D97-AF65-F5344CB8AC3E}">
        <p14:creationId xmlns:p14="http://schemas.microsoft.com/office/powerpoint/2010/main" val="24139663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85"/>
        <p:cNvGrpSpPr/>
        <p:nvPr/>
      </p:nvGrpSpPr>
      <p:grpSpPr>
        <a:xfrm>
          <a:off x="0" y="0"/>
          <a:ext cx="0" cy="0"/>
          <a:chOff x="0" y="0"/>
          <a:chExt cx="0" cy="0"/>
        </a:xfrm>
      </p:grpSpPr>
      <p:sp>
        <p:nvSpPr>
          <p:cNvPr id="286" name="Google Shape;286;p40"/>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ja-JP" altLang="en-US"/>
              <a:t>マスター タイトルの書式設定</a:t>
            </a:r>
            <a:endParaRPr/>
          </a:p>
        </p:txBody>
      </p:sp>
    </p:spTree>
    <p:extLst>
      <p:ext uri="{BB962C8B-B14F-4D97-AF65-F5344CB8AC3E}">
        <p14:creationId xmlns:p14="http://schemas.microsoft.com/office/powerpoint/2010/main" val="106800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627533"/>
            <a:ext cx="10290000" cy="73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dirty="0"/>
          </a:p>
        </p:txBody>
      </p:sp>
      <p:sp>
        <p:nvSpPr>
          <p:cNvPr id="7" name="Google Shape;7;p1"/>
          <p:cNvSpPr txBox="1">
            <a:spLocks noGrp="1"/>
          </p:cNvSpPr>
          <p:nvPr>
            <p:ph type="body" idx="1"/>
          </p:nvPr>
        </p:nvSpPr>
        <p:spPr>
          <a:xfrm>
            <a:off x="950967" y="1729867"/>
            <a:ext cx="10290000" cy="4362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dirty="0"/>
          </a:p>
        </p:txBody>
      </p:sp>
    </p:spTree>
    <p:extLst>
      <p:ext uri="{BB962C8B-B14F-4D97-AF65-F5344CB8AC3E}">
        <p14:creationId xmlns:p14="http://schemas.microsoft.com/office/powerpoint/2010/main" val="3178940021"/>
      </p:ext>
    </p:extLst>
  </p:cSld>
  <p:clrMap bg1="lt1" tx1="dk1" bg2="dk2" tx2="lt2" accent1="accent1" accent2="accent2" accent3="accent3" accent4="accent4" accent5="accent5" accent6="accent6" hlink="hlink" folHlink="folHlink"/>
  <p:sldLayoutIdLst>
    <p:sldLayoutId id="2147483661" r:id="rId1"/>
    <p:sldLayoutId id="2147483697"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 id="2147483672" r:id="rId11"/>
    <p:sldLayoutId id="2147483673" r:id="rId12"/>
    <p:sldLayoutId id="2147483676" r:id="rId13"/>
    <p:sldLayoutId id="2147483677" r:id="rId14"/>
    <p:sldLayoutId id="2147483678" r:id="rId15"/>
    <p:sldLayoutId id="2147483679" r:id="rId16"/>
    <p:sldLayoutId id="2147483680"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Bold" panose="02020700000000000000" pitchFamily="18" charset="-128"/>
          <a:ea typeface="LINE Seed JP App_TTF Bold" panose="020207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Regular" panose="02020500000000000000" pitchFamily="18" charset="-128"/>
          <a:ea typeface="LINE Seed JP App_TTF Regular" panose="020205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77" name="Google Shape;277;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213529475"/>
      </p:ext>
    </p:extLst>
  </p:cSld>
  <p:clrMap bg1="lt1" tx1="dk1" bg2="dk2" tx2="lt2" accent1="accent1" accent2="accent2" accent3="accent3" accent4="accent4" accent5="accent5" accent6="accent6" hlink="hlink" folHlink="folHlink"/>
  <p:sldLayoutIdLst>
    <p:sldLayoutId id="2147483692" r:id="rId1"/>
    <p:sldLayoutId id="2147483693"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83" name="Google Shape;283;p3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889740813"/>
      </p:ext>
    </p:extLst>
  </p:cSld>
  <p:clrMap bg1="lt1" tx1="dk1" bg2="dk2" tx2="lt2" accent1="accent1" accent2="accent2" accent3="accent3" accent4="accent4" accent5="accent5" accent6="accent6" hlink="hlink" folHlink="folHlink"/>
  <p:sldLayoutIdLst>
    <p:sldLayoutId id="2147483695" r:id="rId1"/>
    <p:sldLayoutId id="2147483696"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AAD83-78BF-7A70-2A49-34582EFE95F9}"/>
              </a:ext>
            </a:extLst>
          </p:cNvPr>
          <p:cNvSpPr>
            <a:spLocks noGrp="1"/>
          </p:cNvSpPr>
          <p:nvPr>
            <p:ph type="ctrTitle"/>
          </p:nvPr>
        </p:nvSpPr>
        <p:spPr/>
        <p:txBody>
          <a:bodyPr/>
          <a:lstStyle/>
          <a:p>
            <a:r>
              <a:rPr kumimoji="1" lang="en-US" altLang="ja-JP" dirty="0"/>
              <a:t>AI</a:t>
            </a:r>
            <a:r>
              <a:rPr kumimoji="1" lang="ja-JP" altLang="en-US" dirty="0"/>
              <a:t>自動ポインティング</a:t>
            </a:r>
            <a:br>
              <a:rPr kumimoji="1" lang="en-US" altLang="ja-JP" dirty="0"/>
            </a:br>
            <a:r>
              <a:rPr kumimoji="1" lang="en-US" altLang="ja-JP" dirty="0"/>
              <a:t>5</a:t>
            </a:r>
            <a:r>
              <a:rPr kumimoji="1" lang="ja-JP" altLang="en-US" dirty="0"/>
              <a:t>月末時点での仕様</a:t>
            </a:r>
          </a:p>
        </p:txBody>
      </p:sp>
      <p:sp>
        <p:nvSpPr>
          <p:cNvPr id="3" name="字幕 2">
            <a:extLst>
              <a:ext uri="{FF2B5EF4-FFF2-40B4-BE49-F238E27FC236}">
                <a16:creationId xmlns:a16="http://schemas.microsoft.com/office/drawing/2014/main" id="{0004743A-39BB-4706-8422-ECF360629ECA}"/>
              </a:ext>
            </a:extLst>
          </p:cNvPr>
          <p:cNvSpPr>
            <a:spLocks noGrp="1"/>
          </p:cNvSpPr>
          <p:nvPr>
            <p:ph type="subTitle" idx="1"/>
          </p:nvPr>
        </p:nvSpPr>
        <p:spPr/>
        <p:txBody>
          <a:bodyPr/>
          <a:lstStyle/>
          <a:p>
            <a:r>
              <a:rPr kumimoji="1" lang="en-US" altLang="ja-JP" dirty="0"/>
              <a:t>M1 </a:t>
            </a:r>
            <a:r>
              <a:rPr kumimoji="1" lang="ja-JP" altLang="en-US" dirty="0"/>
              <a:t>白木　陽</a:t>
            </a:r>
          </a:p>
        </p:txBody>
      </p:sp>
    </p:spTree>
    <p:extLst>
      <p:ext uri="{BB962C8B-B14F-4D97-AF65-F5344CB8AC3E}">
        <p14:creationId xmlns:p14="http://schemas.microsoft.com/office/powerpoint/2010/main" val="14810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507CC0-B05E-29B2-6CDF-E5E90DE34E56}"/>
              </a:ext>
            </a:extLst>
          </p:cNvPr>
          <p:cNvSpPr>
            <a:spLocks noGrp="1"/>
          </p:cNvSpPr>
          <p:nvPr>
            <p:ph type="title"/>
          </p:nvPr>
        </p:nvSpPr>
        <p:spPr/>
        <p:txBody>
          <a:bodyPr/>
          <a:lstStyle/>
          <a:p>
            <a:r>
              <a:rPr kumimoji="1" lang="ja-JP" altLang="en-US" dirty="0"/>
              <a:t>全体構成</a:t>
            </a:r>
          </a:p>
        </p:txBody>
      </p:sp>
      <p:sp>
        <p:nvSpPr>
          <p:cNvPr id="3" name="字幕 2">
            <a:extLst>
              <a:ext uri="{FF2B5EF4-FFF2-40B4-BE49-F238E27FC236}">
                <a16:creationId xmlns:a16="http://schemas.microsoft.com/office/drawing/2014/main" id="{680823B1-BBCC-597F-D2DD-C4365CE3B645}"/>
              </a:ext>
            </a:extLst>
          </p:cNvPr>
          <p:cNvSpPr>
            <a:spLocks noGrp="1"/>
          </p:cNvSpPr>
          <p:nvPr>
            <p:ph type="subTitle" idx="1"/>
          </p:nvPr>
        </p:nvSpPr>
        <p:spPr>
          <a:xfrm>
            <a:off x="1475833" y="4042448"/>
            <a:ext cx="4267200" cy="1282966"/>
          </a:xfrm>
        </p:spPr>
        <p:txBody>
          <a:bodyPr/>
          <a:lstStyle/>
          <a:p>
            <a:pPr algn="l"/>
            <a:r>
              <a:rPr lang="ja-JP" altLang="en-US" dirty="0"/>
              <a:t>・スライド表示</a:t>
            </a:r>
            <a:endParaRPr lang="en-US" altLang="ja-JP" dirty="0"/>
          </a:p>
          <a:p>
            <a:pPr algn="l"/>
            <a:r>
              <a:rPr lang="ja-JP" altLang="en-US" dirty="0"/>
              <a:t>・ポインター描画</a:t>
            </a:r>
            <a:endParaRPr lang="en-US" altLang="ja-JP" dirty="0"/>
          </a:p>
          <a:p>
            <a:pPr algn="l"/>
            <a:r>
              <a:rPr lang="ja-JP" altLang="en-US" dirty="0"/>
              <a:t>・マイク入力</a:t>
            </a:r>
          </a:p>
          <a:p>
            <a:endParaRPr kumimoji="1" lang="ja-JP" altLang="en-US" dirty="0"/>
          </a:p>
        </p:txBody>
      </p:sp>
      <p:sp>
        <p:nvSpPr>
          <p:cNvPr id="4" name="字幕 3">
            <a:extLst>
              <a:ext uri="{FF2B5EF4-FFF2-40B4-BE49-F238E27FC236}">
                <a16:creationId xmlns:a16="http://schemas.microsoft.com/office/drawing/2014/main" id="{E041C089-17B0-0407-D0B7-F6A4BB40B30A}"/>
              </a:ext>
            </a:extLst>
          </p:cNvPr>
          <p:cNvSpPr>
            <a:spLocks noGrp="1"/>
          </p:cNvSpPr>
          <p:nvPr>
            <p:ph type="subTitle" idx="2"/>
          </p:nvPr>
        </p:nvSpPr>
        <p:spPr>
          <a:xfrm>
            <a:off x="6448969" y="4042448"/>
            <a:ext cx="4267200" cy="1282966"/>
          </a:xfrm>
        </p:spPr>
        <p:txBody>
          <a:bodyPr/>
          <a:lstStyle/>
          <a:p>
            <a:pPr algn="l"/>
            <a:r>
              <a:rPr lang="ja-JP" altLang="en-US" dirty="0"/>
              <a:t>・音声認識</a:t>
            </a:r>
            <a:endParaRPr lang="en-US" altLang="ja-JP" dirty="0"/>
          </a:p>
          <a:p>
            <a:pPr algn="l"/>
            <a:r>
              <a:rPr lang="ja-JP" altLang="en-US" dirty="0"/>
              <a:t>・意味理解</a:t>
            </a:r>
            <a:endParaRPr lang="en-US" altLang="ja-JP" dirty="0"/>
          </a:p>
          <a:p>
            <a:pPr algn="l"/>
            <a:r>
              <a:rPr lang="ja-JP" altLang="en-US" dirty="0"/>
              <a:t>・</a:t>
            </a:r>
            <a:r>
              <a:rPr lang="ja-JP" altLang="ja-JP" dirty="0"/>
              <a:t>PPTX解析</a:t>
            </a:r>
          </a:p>
          <a:p>
            <a:endParaRPr kumimoji="1" lang="ja-JP" altLang="en-US" dirty="0"/>
          </a:p>
        </p:txBody>
      </p:sp>
      <p:pic>
        <p:nvPicPr>
          <p:cNvPr id="7" name="グラフィックス 6" descr="ノート PC 単色塗りつぶし">
            <a:extLst>
              <a:ext uri="{FF2B5EF4-FFF2-40B4-BE49-F238E27FC236}">
                <a16:creationId xmlns:a16="http://schemas.microsoft.com/office/drawing/2014/main" id="{C0674293-C404-ED48-46DE-123C10FF9C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06488" y="1397852"/>
            <a:ext cx="2005885" cy="2005885"/>
          </a:xfrm>
          <a:prstGeom prst="rect">
            <a:avLst/>
          </a:prstGeom>
        </p:spPr>
      </p:pic>
      <p:pic>
        <p:nvPicPr>
          <p:cNvPr id="9" name="グラフィックス 8" descr="データベース 枠線">
            <a:extLst>
              <a:ext uri="{FF2B5EF4-FFF2-40B4-BE49-F238E27FC236}">
                <a16:creationId xmlns:a16="http://schemas.microsoft.com/office/drawing/2014/main" id="{4237B1B0-F629-E4DE-806C-166261E0AF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5986" y="1674211"/>
            <a:ext cx="1453166" cy="1453166"/>
          </a:xfrm>
          <a:prstGeom prst="rect">
            <a:avLst/>
          </a:prstGeom>
        </p:spPr>
      </p:pic>
      <p:sp>
        <p:nvSpPr>
          <p:cNvPr id="8" name="四角形: 角を丸くする 7">
            <a:extLst>
              <a:ext uri="{FF2B5EF4-FFF2-40B4-BE49-F238E27FC236}">
                <a16:creationId xmlns:a16="http://schemas.microsoft.com/office/drawing/2014/main" id="{8D98B8E5-3865-1B82-431F-56357D645B9A}"/>
              </a:ext>
            </a:extLst>
          </p:cNvPr>
          <p:cNvSpPr/>
          <p:nvPr/>
        </p:nvSpPr>
        <p:spPr>
          <a:xfrm>
            <a:off x="2233869" y="3052293"/>
            <a:ext cx="2751121"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クライアント</a:t>
            </a:r>
            <a:r>
              <a:rPr kumimoji="1" lang="en-US" altLang="ja-JP" sz="2400" dirty="0"/>
              <a:t>PC</a:t>
            </a:r>
            <a:endParaRPr kumimoji="1" lang="ja-JP" altLang="en-US" sz="2400" dirty="0"/>
          </a:p>
        </p:txBody>
      </p:sp>
      <p:sp>
        <p:nvSpPr>
          <p:cNvPr id="10" name="四角形: 角を丸くする 9">
            <a:extLst>
              <a:ext uri="{FF2B5EF4-FFF2-40B4-BE49-F238E27FC236}">
                <a16:creationId xmlns:a16="http://schemas.microsoft.com/office/drawing/2014/main" id="{F064B5FB-AC56-D456-C2D4-AB32C6BF6305}"/>
              </a:ext>
            </a:extLst>
          </p:cNvPr>
          <p:cNvSpPr/>
          <p:nvPr/>
        </p:nvSpPr>
        <p:spPr>
          <a:xfrm>
            <a:off x="7207012" y="3052293"/>
            <a:ext cx="2751121"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サーバー</a:t>
            </a:r>
            <a:r>
              <a:rPr kumimoji="1" lang="en-US" altLang="ja-JP" sz="2400" dirty="0"/>
              <a:t>PC</a:t>
            </a:r>
            <a:endParaRPr kumimoji="1" lang="ja-JP" altLang="en-US" sz="2400" dirty="0"/>
          </a:p>
        </p:txBody>
      </p:sp>
      <p:sp>
        <p:nvSpPr>
          <p:cNvPr id="11" name="矢印: 左右 10">
            <a:extLst>
              <a:ext uri="{FF2B5EF4-FFF2-40B4-BE49-F238E27FC236}">
                <a16:creationId xmlns:a16="http://schemas.microsoft.com/office/drawing/2014/main" id="{C23ED702-09B6-D248-869C-114C7AB3DD55}"/>
              </a:ext>
            </a:extLst>
          </p:cNvPr>
          <p:cNvSpPr/>
          <p:nvPr/>
        </p:nvSpPr>
        <p:spPr>
          <a:xfrm>
            <a:off x="5487891" y="2158478"/>
            <a:ext cx="1216152" cy="73320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通信</a:t>
            </a:r>
          </a:p>
        </p:txBody>
      </p:sp>
    </p:spTree>
    <p:extLst>
      <p:ext uri="{BB962C8B-B14F-4D97-AF65-F5344CB8AC3E}">
        <p14:creationId xmlns:p14="http://schemas.microsoft.com/office/powerpoint/2010/main" val="4047884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749F100-F6B8-DF25-9713-D458B7C9EC7D}"/>
              </a:ext>
            </a:extLst>
          </p:cNvPr>
          <p:cNvSpPr>
            <a:spLocks noGrp="1"/>
          </p:cNvSpPr>
          <p:nvPr>
            <p:ph type="title"/>
          </p:nvPr>
        </p:nvSpPr>
        <p:spPr>
          <a:xfrm>
            <a:off x="951000" y="228288"/>
            <a:ext cx="10290000" cy="733200"/>
          </a:xfrm>
        </p:spPr>
        <p:txBody>
          <a:bodyPr/>
          <a:lstStyle/>
          <a:p>
            <a:r>
              <a:rPr kumimoji="1" lang="ja-JP" altLang="en-US" dirty="0"/>
              <a:t>処理フロー</a:t>
            </a:r>
          </a:p>
        </p:txBody>
      </p:sp>
      <p:graphicFrame>
        <p:nvGraphicFramePr>
          <p:cNvPr id="4" name="図表 3">
            <a:extLst>
              <a:ext uri="{FF2B5EF4-FFF2-40B4-BE49-F238E27FC236}">
                <a16:creationId xmlns:a16="http://schemas.microsoft.com/office/drawing/2014/main" id="{9FA402DD-766A-1C71-330C-B30C4F43D585}"/>
              </a:ext>
            </a:extLst>
          </p:cNvPr>
          <p:cNvGraphicFramePr/>
          <p:nvPr>
            <p:extLst>
              <p:ext uri="{D42A27DB-BD31-4B8C-83A1-F6EECF244321}">
                <p14:modId xmlns:p14="http://schemas.microsoft.com/office/powerpoint/2010/main" val="964549632"/>
              </p:ext>
            </p:extLst>
          </p:nvPr>
        </p:nvGraphicFramePr>
        <p:xfrm>
          <a:off x="1654936" y="961489"/>
          <a:ext cx="8493618" cy="58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124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7840DF-B4D6-C92B-B64F-950C5CB223EB}"/>
              </a:ext>
            </a:extLst>
          </p:cNvPr>
          <p:cNvSpPr>
            <a:spLocks noGrp="1"/>
          </p:cNvSpPr>
          <p:nvPr>
            <p:ph type="body" idx="1"/>
          </p:nvPr>
        </p:nvSpPr>
        <p:spPr/>
        <p:txBody>
          <a:bodyPr/>
          <a:lstStyle/>
          <a:p>
            <a:r>
              <a:rPr kumimoji="1" lang="ja-JP" altLang="en-US" dirty="0"/>
              <a:t>スライド上の要素の中で発表者の音声と最も意味が近いものに黄色のハイライト</a:t>
            </a:r>
            <a:r>
              <a:rPr lang="en-US" altLang="ja-JP" dirty="0"/>
              <a:t>+</a:t>
            </a:r>
            <a:r>
              <a:rPr kumimoji="1" lang="ja-JP" altLang="en-US" dirty="0"/>
              <a:t>赤枠</a:t>
            </a:r>
            <a:r>
              <a:rPr lang="en-US" altLang="ja-JP" dirty="0"/>
              <a:t>+</a:t>
            </a:r>
            <a:r>
              <a:rPr kumimoji="1" lang="ja-JP" altLang="en-US" dirty="0"/>
              <a:t>赤ポインター</a:t>
            </a:r>
            <a:endParaRPr kumimoji="1" lang="en-US" altLang="ja-JP" dirty="0"/>
          </a:p>
          <a:p>
            <a:r>
              <a:rPr kumimoji="1" lang="ja-JP" altLang="en-US" dirty="0"/>
              <a:t>図表の場合、図表内部に音声の指す内容に合わせて紫色の丸枠や矢印を表示する</a:t>
            </a:r>
          </a:p>
        </p:txBody>
      </p:sp>
      <p:sp>
        <p:nvSpPr>
          <p:cNvPr id="3" name="タイトル 2">
            <a:extLst>
              <a:ext uri="{FF2B5EF4-FFF2-40B4-BE49-F238E27FC236}">
                <a16:creationId xmlns:a16="http://schemas.microsoft.com/office/drawing/2014/main" id="{5A4325A3-0A98-1C37-4412-A5E2CB8C1CAD}"/>
              </a:ext>
            </a:extLst>
          </p:cNvPr>
          <p:cNvSpPr>
            <a:spLocks noGrp="1"/>
          </p:cNvSpPr>
          <p:nvPr>
            <p:ph type="title"/>
          </p:nvPr>
        </p:nvSpPr>
        <p:spPr/>
        <p:txBody>
          <a:bodyPr/>
          <a:lstStyle/>
          <a:p>
            <a:r>
              <a:rPr kumimoji="1" lang="ja-JP" altLang="en-US" dirty="0"/>
              <a:t>描画形態</a:t>
            </a:r>
          </a:p>
        </p:txBody>
      </p:sp>
    </p:spTree>
    <p:extLst>
      <p:ext uri="{BB962C8B-B14F-4D97-AF65-F5344CB8AC3E}">
        <p14:creationId xmlns:p14="http://schemas.microsoft.com/office/powerpoint/2010/main" val="2587915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49A19460-AB80-583F-531A-C27E6484F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5145" y="3429000"/>
            <a:ext cx="5527183" cy="3109040"/>
          </a:xfrm>
          <a:prstGeom prst="rect">
            <a:avLst/>
          </a:prstGeom>
        </p:spPr>
      </p:pic>
      <p:pic>
        <p:nvPicPr>
          <p:cNvPr id="7" name="図 6">
            <a:extLst>
              <a:ext uri="{FF2B5EF4-FFF2-40B4-BE49-F238E27FC236}">
                <a16:creationId xmlns:a16="http://schemas.microsoft.com/office/drawing/2014/main" id="{02826F83-0ADE-6F80-ECBB-5EB89946F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643" y="122350"/>
            <a:ext cx="5527182" cy="3109040"/>
          </a:xfrm>
          <a:prstGeom prst="rect">
            <a:avLst/>
          </a:prstGeom>
        </p:spPr>
      </p:pic>
      <p:pic>
        <p:nvPicPr>
          <p:cNvPr id="9" name="図 8">
            <a:extLst>
              <a:ext uri="{FF2B5EF4-FFF2-40B4-BE49-F238E27FC236}">
                <a16:creationId xmlns:a16="http://schemas.microsoft.com/office/drawing/2014/main" id="{706C3F7A-5B3E-5403-9734-5A2DB035A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339" y="3542899"/>
            <a:ext cx="5527183" cy="3109040"/>
          </a:xfrm>
          <a:prstGeom prst="rect">
            <a:avLst/>
          </a:prstGeom>
        </p:spPr>
      </p:pic>
    </p:spTree>
    <p:extLst>
      <p:ext uri="{BB962C8B-B14F-4D97-AF65-F5344CB8AC3E}">
        <p14:creationId xmlns:p14="http://schemas.microsoft.com/office/powerpoint/2010/main" val="555229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41980D7B-D661-669C-947A-C08CE412D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7526" y="976096"/>
            <a:ext cx="7786995" cy="4905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430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692E0-AB61-324B-152F-F68A3BE24D76}"/>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52976B59-ED78-E44A-4368-51781590B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088" y="700533"/>
            <a:ext cx="9191284" cy="563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855710"/>
      </p:ext>
    </p:extLst>
  </p:cSld>
  <p:clrMapOvr>
    <a:masterClrMapping/>
  </p:clrMapOvr>
</p:sld>
</file>

<file path=ppt/theme/theme1.xml><?xml version="1.0" encoding="utf-8"?>
<a:theme xmlns:a="http://schemas.openxmlformats.org/drawingml/2006/main" name="My Research Presentation">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y Research Presentation" id="{23B22FBB-E986-460C-802C-182F53C36B1C}" vid="{10644DD2-1222-4803-BFFD-1A9C15C7E183}"/>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 Research Presentation</Template>
  <TotalTime>594</TotalTime>
  <Words>167</Words>
  <Application>Microsoft Office PowerPoint</Application>
  <PresentationFormat>ワイド画面</PresentationFormat>
  <Paragraphs>24</Paragraphs>
  <Slides>7</Slides>
  <Notes>0</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7</vt:i4>
      </vt:variant>
    </vt:vector>
  </HeadingPairs>
  <TitlesOfParts>
    <vt:vector size="20" baseType="lpstr">
      <vt:lpstr>Commissioner</vt:lpstr>
      <vt:lpstr>Golos Text</vt:lpstr>
      <vt:lpstr>Golos Text SemiBold</vt:lpstr>
      <vt:lpstr>LINE Seed JP App_OTF Bold</vt:lpstr>
      <vt:lpstr>LINE Seed JP App_TTF Bold</vt:lpstr>
      <vt:lpstr>LINE Seed JP App_TTF Regular</vt:lpstr>
      <vt:lpstr>Proxima Nova</vt:lpstr>
      <vt:lpstr>Proxima Nova Semibold</vt:lpstr>
      <vt:lpstr>Red Hat Display</vt:lpstr>
      <vt:lpstr>Arial</vt:lpstr>
      <vt:lpstr>My Research Presentation</vt:lpstr>
      <vt:lpstr>Slidesgo Final Pages</vt:lpstr>
      <vt:lpstr>1_Slidesgo Final Pages</vt:lpstr>
      <vt:lpstr>AI自動ポインティング 5月末時点での仕様</vt:lpstr>
      <vt:lpstr>全体構成</vt:lpstr>
      <vt:lpstr>処理フロー</vt:lpstr>
      <vt:lpstr>描画形態</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白木　陽</dc:creator>
  <cp:lastModifiedBy>白木　陽</cp:lastModifiedBy>
  <cp:revision>14</cp:revision>
  <dcterms:created xsi:type="dcterms:W3CDTF">2026-05-25T01:48:46Z</dcterms:created>
  <dcterms:modified xsi:type="dcterms:W3CDTF">2026-06-08T05:51:55Z</dcterms:modified>
</cp:coreProperties>
</file>