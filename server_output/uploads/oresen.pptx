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4" autoAdjust="0"/>
    <p:restoredTop sz="94660"/>
  </p:normalViewPr>
  <p:slideViewPr>
    <p:cSldViewPr snapToGrid="0">
      <p:cViewPr varScale="1">
        <p:scale>
          <a:sx n="60" d="100"/>
          <a:sy n="60" d="100"/>
        </p:scale>
        <p:origin x="76" y="9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316E00-8D88-5D5C-9B03-6DB91C89BE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FA5E8DE-5674-6119-CA94-CE7AC4EA69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AB0AE61-AD97-340F-F5F8-C6F6D38B0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26D91-E9D1-47F2-98D6-BC20C89DE394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B6B1E4-61CF-1495-5431-8C1F3F57C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15025A2-3EDF-F4D7-B28C-86CE88C46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E99E3-BC91-42CF-85E6-2EFC345BF6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1374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8F803B-35E2-BAD5-A89C-5823C0EAF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3730D4F-ABC0-2BF0-1D59-447BC336F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6F67FA7-0C20-D94F-E39E-627F4AC6E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26D91-E9D1-47F2-98D6-BC20C89DE394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0BD8526-02BA-9E31-7F68-9B4B6EEA7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E75AE3D-5EF2-65A8-605E-1EE746922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E99E3-BC91-42CF-85E6-2EFC345BF6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1611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2F418D-582D-0851-202D-60AD39CBF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0BA2F60-6B3B-EF92-0875-FC97B3C85E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4CB323E-505A-11DE-87F0-C0E24E468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26D91-E9D1-47F2-98D6-BC20C89DE394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2D3D87A-698F-CC51-F33E-ECE379227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09666EF-7A73-073F-9383-54489ADBF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E99E3-BC91-42CF-85E6-2EFC345BF6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5757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0B3A06-5131-4FB7-9BCF-EDC37FE73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6246BB0-F033-F1F8-CC84-84CCE587BA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34CDC13-7F83-B4AF-3C77-2DED697B06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6BA34F7-7DC3-5506-4264-640443905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26D91-E9D1-47F2-98D6-BC20C89DE394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6B613A0-D8BB-92FE-8CC5-D66225BC2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A67A4F1-D700-A5AE-4DFD-5961479F0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E99E3-BC91-42CF-85E6-2EFC345BF6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0699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352827-A363-745A-1236-5B9B71B31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109E6F6-D1A4-63E7-82B6-CD22D282C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702A9C9-C7A8-D96F-C1E6-FD8D2CA2ED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847C4BE-0AAC-A991-DC66-8EFCDA9BE0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8C09A39-D6F7-89BB-EE39-57B018D949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34151D7-5F3E-0DD1-BFB1-BFE2B9459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26D91-E9D1-47F2-98D6-BC20C89DE394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45A74D8-E5AA-5B31-3711-967F224BC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06E39BF-A3E2-74E4-84C9-4D8E2D4CA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E99E3-BC91-42CF-85E6-2EFC345BF6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9418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70B7C9-FB41-6E93-2B4C-B39F7AF19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01796AE-0091-F96E-5996-BC237C5C9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26D91-E9D1-47F2-98D6-BC20C89DE394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25A1833-A309-82B1-4B86-995A30411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F30D65E-CB3C-7B8B-FD25-0D7FA8567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E99E3-BC91-42CF-85E6-2EFC345BF6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2891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9928EE2-E025-40B8-F26F-218CD8D76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26D91-E9D1-47F2-98D6-BC20C89DE394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97247E1-CED9-DB7A-2897-B863AC088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2DAE9BA-0D72-33F3-DF74-5B2B4D0B5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E99E3-BC91-42CF-85E6-2EFC345BF6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8078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0C0112-0B08-A74B-8769-2A63BA816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C5615CD-90CB-3E18-B0D6-921EA091A5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53DBEC4-F17C-909C-836E-23EA0EFE3F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5FBF606-AB22-E272-2606-ED9265720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26D91-E9D1-47F2-98D6-BC20C89DE394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8AB15D7-4B87-D8EF-021B-CED9886D8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499135A-2304-5CAB-ED17-5610CDAFD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E99E3-BC91-42CF-85E6-2EFC345BF6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9513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9A72E1-5D79-3D0A-2F53-41C220B54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060E6CA-7D8F-85C4-5A88-611FF7C47C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584DF61-2FC9-E6C1-58F2-849B2874DF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DBCD1A-3D36-C8AE-E4ED-0177FCD0A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26D91-E9D1-47F2-98D6-BC20C89DE394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C0705A3-451C-6B24-DBE2-C721235F0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E19D733-B109-5C20-47A8-8166E3EAE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E99E3-BC91-42CF-85E6-2EFC345BF6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7447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603F07-33D1-4DC5-6E1A-324AF09EF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6A27385-D19D-777C-DDF1-26B45A0DEB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8E8DBB0-6A2A-7175-0AB4-DB938B1C7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26D91-E9D1-47F2-98D6-BC20C89DE394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7620E0A-FCF0-43C0-1F06-3C98F1379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E96EC8A-4515-1E91-4248-202CF73C6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E99E3-BC91-42CF-85E6-2EFC345BF6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8509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D30297E-6D3F-8DDC-BCDF-6ACA488229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6DC6CD8-3154-1BC6-9E9E-C019A72A37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47D81D4-0670-CF35-AB20-C79E43871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26D91-E9D1-47F2-98D6-BC20C89DE394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8E957E-CA24-CDCC-2132-181D8BB01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FE538EC-2520-E927-574C-BD924E6D6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E99E3-BC91-42CF-85E6-2EFC345BF6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141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991933D-ED84-BB84-D1EF-6259B829A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1265912-A929-2873-F4A5-9985C69B8D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3174062-E727-ABD8-22D0-823BE52CCE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A26D91-E9D1-47F2-98D6-BC20C89DE394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ADDFB5A-B277-AA6A-8C58-AD1318D79A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042F72B-A076-215F-4545-97AE295B7B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AE99E3-BC91-42CF-85E6-2EFC345BF6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6428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DFD3D830-0F60-DECC-6DB1-5B5DBFAD50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7263" y="1428823"/>
            <a:ext cx="7596077" cy="5064052"/>
          </a:xfrm>
          <a:prstGeom prst="rect">
            <a:avLst/>
          </a:prstGeom>
        </p:spPr>
      </p:pic>
      <p:sp>
        <p:nvSpPr>
          <p:cNvPr id="6" name="タイトル 5">
            <a:extLst>
              <a:ext uri="{FF2B5EF4-FFF2-40B4-BE49-F238E27FC236}">
                <a16:creationId xmlns:a16="http://schemas.microsoft.com/office/drawing/2014/main" id="{F6843754-99FC-3162-8353-1B2DC214C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077306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白木　陽</dc:creator>
  <cp:lastModifiedBy>白木　陽</cp:lastModifiedBy>
  <cp:revision>1</cp:revision>
  <dcterms:created xsi:type="dcterms:W3CDTF">2026-05-13T11:40:38Z</dcterms:created>
  <dcterms:modified xsi:type="dcterms:W3CDTF">2026-05-13T11:41:18Z</dcterms:modified>
</cp:coreProperties>
</file>