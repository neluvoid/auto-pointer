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1" r:id="rId2"/>
    <p:sldMasterId id="2147483694" r:id="rId3"/>
  </p:sldMasterIdLst>
  <p:notesMasterIdLst>
    <p:notesMasterId r:id="rId13"/>
  </p:notesMasterIdLst>
  <p:sldIdLst>
    <p:sldId id="256" r:id="rId4"/>
    <p:sldId id="257" r:id="rId5"/>
    <p:sldId id="259" r:id="rId6"/>
    <p:sldId id="261" r:id="rId7"/>
    <p:sldId id="263" r:id="rId8"/>
    <p:sldId id="264" r:id="rId9"/>
    <p:sldId id="266" r:id="rId10"/>
    <p:sldId id="267" r:id="rId11"/>
    <p:sldId id="268"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3" autoAdjust="0"/>
    <p:restoredTop sz="82570" autoAdjust="0"/>
  </p:normalViewPr>
  <p:slideViewPr>
    <p:cSldViewPr snapToGrid="0">
      <p:cViewPr varScale="1">
        <p:scale>
          <a:sx n="91" d="100"/>
          <a:sy n="91" d="100"/>
        </p:scale>
        <p:origin x="38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F3C6C4-7CD5-4B0D-943E-1DB07DA73F4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kumimoji="1" lang="ja-JP" altLang="en-US"/>
        </a:p>
      </dgm:t>
    </dgm:pt>
    <dgm:pt modelId="{D54835CB-EB81-443E-974A-892E49E119C2}">
      <dgm:prSet phldrT="[テキスト]" custT="1"/>
      <dgm:spPr/>
      <dgm:t>
        <a:bodyPr/>
        <a:lstStyle/>
        <a:p>
          <a:pPr algn="ctr"/>
          <a:r>
            <a:rPr kumimoji="1" lang="ja-JP" altLang="en-US" sz="2800" dirty="0"/>
            <a:t>背景</a:t>
          </a:r>
        </a:p>
      </dgm:t>
    </dgm:pt>
    <dgm:pt modelId="{5B74DDAB-B943-4A49-9FE7-51A25D9FA431}" type="parTrans" cxnId="{FC28B56C-EF12-40CA-9FC4-D1FE443E550D}">
      <dgm:prSet/>
      <dgm:spPr/>
      <dgm:t>
        <a:bodyPr/>
        <a:lstStyle/>
        <a:p>
          <a:endParaRPr kumimoji="1" lang="ja-JP" altLang="en-US"/>
        </a:p>
      </dgm:t>
    </dgm:pt>
    <dgm:pt modelId="{FB9EDDD7-1E0F-4C69-B2EC-5CF27E402281}" type="sibTrans" cxnId="{FC28B56C-EF12-40CA-9FC4-D1FE443E550D}">
      <dgm:prSet/>
      <dgm:spPr/>
      <dgm:t>
        <a:bodyPr/>
        <a:lstStyle/>
        <a:p>
          <a:endParaRPr kumimoji="1" lang="ja-JP" altLang="en-US"/>
        </a:p>
      </dgm:t>
    </dgm:pt>
    <dgm:pt modelId="{25B4CE6C-4F85-4B7F-BF4E-6BD2591DA339}">
      <dgm:prSet phldrT="[テキスト]" custT="1"/>
      <dgm:spPr/>
      <dgm:t>
        <a:bodyPr/>
        <a:lstStyle/>
        <a:p>
          <a:r>
            <a:rPr kumimoji="1" lang="en-US" altLang="en-US" sz="2400" dirty="0"/>
            <a:t>3D</a:t>
          </a:r>
          <a:r>
            <a:rPr kumimoji="1" lang="ja-JP" altLang="en-US" sz="2400" dirty="0"/>
            <a:t>スキャン技術の発展による点群データ利用の増加</a:t>
          </a:r>
        </a:p>
      </dgm:t>
    </dgm:pt>
    <dgm:pt modelId="{BF587BD0-879B-4E3D-9729-E5210D1AAE7F}" type="parTrans" cxnId="{63FEE6FD-55DC-4E85-AAD2-FE2A51ADA6F2}">
      <dgm:prSet/>
      <dgm:spPr/>
      <dgm:t>
        <a:bodyPr/>
        <a:lstStyle/>
        <a:p>
          <a:endParaRPr kumimoji="1" lang="ja-JP" altLang="en-US"/>
        </a:p>
      </dgm:t>
    </dgm:pt>
    <dgm:pt modelId="{1807A504-1E13-40D2-93D3-AA958EA54D3D}" type="sibTrans" cxnId="{63FEE6FD-55DC-4E85-AAD2-FE2A51ADA6F2}">
      <dgm:prSet/>
      <dgm:spPr/>
      <dgm:t>
        <a:bodyPr/>
        <a:lstStyle/>
        <a:p>
          <a:endParaRPr kumimoji="1" lang="ja-JP" altLang="en-US"/>
        </a:p>
      </dgm:t>
    </dgm:pt>
    <dgm:pt modelId="{808C8FA3-87D2-4DA0-846F-12E06DA8142F}">
      <dgm:prSet phldrT="[テキスト]" custT="1"/>
      <dgm:spPr/>
      <dgm:t>
        <a:bodyPr/>
        <a:lstStyle/>
        <a:p>
          <a:pPr algn="ctr"/>
          <a:r>
            <a:rPr kumimoji="1" lang="ja-JP" altLang="en-US" sz="2800" dirty="0"/>
            <a:t>課題</a:t>
          </a:r>
        </a:p>
      </dgm:t>
    </dgm:pt>
    <dgm:pt modelId="{E6E3F23A-7DC4-4B76-9101-045B9CF26B1C}" type="parTrans" cxnId="{1AA8562E-BE27-466F-A28F-9D1270587C98}">
      <dgm:prSet/>
      <dgm:spPr/>
      <dgm:t>
        <a:bodyPr/>
        <a:lstStyle/>
        <a:p>
          <a:endParaRPr kumimoji="1" lang="ja-JP" altLang="en-US"/>
        </a:p>
      </dgm:t>
    </dgm:pt>
    <dgm:pt modelId="{DDB5AA71-46AB-4CDB-86CC-DDF8E58DF8CE}" type="sibTrans" cxnId="{1AA8562E-BE27-466F-A28F-9D1270587C98}">
      <dgm:prSet/>
      <dgm:spPr/>
      <dgm:t>
        <a:bodyPr/>
        <a:lstStyle/>
        <a:p>
          <a:endParaRPr kumimoji="1" lang="ja-JP" altLang="en-US"/>
        </a:p>
      </dgm:t>
    </dgm:pt>
    <dgm:pt modelId="{86B2CE9F-E220-48D5-A3FF-19BE2880342B}">
      <dgm:prSet phldrT="[テキスト]" custT="1"/>
      <dgm:spPr/>
      <dgm:t>
        <a:bodyPr/>
        <a:lstStyle/>
        <a:p>
          <a:pPr>
            <a:buFont typeface="Arial" panose="020B0604020202020204" pitchFamily="34" charset="0"/>
            <a:buChar char="•"/>
          </a:pPr>
          <a:r>
            <a:rPr lang="ja-JP" altLang="en-US" sz="2400" b="0" i="0" dirty="0"/>
            <a:t>点群データは</a:t>
          </a:r>
          <a:r>
            <a:rPr lang="ja-JP" altLang="en-US" sz="2400" b="1" i="0" dirty="0"/>
            <a:t>データ量が非常に大きい</a:t>
          </a:r>
          <a:endParaRPr kumimoji="1" lang="ja-JP" altLang="en-US" sz="2400" dirty="0"/>
        </a:p>
      </dgm:t>
    </dgm:pt>
    <dgm:pt modelId="{26963743-734C-441D-9A5E-1E4241FD4041}" type="parTrans" cxnId="{4A87D692-350D-4567-B507-934093460F66}">
      <dgm:prSet/>
      <dgm:spPr/>
      <dgm:t>
        <a:bodyPr/>
        <a:lstStyle/>
        <a:p>
          <a:endParaRPr kumimoji="1" lang="ja-JP" altLang="en-US"/>
        </a:p>
      </dgm:t>
    </dgm:pt>
    <dgm:pt modelId="{02639C83-F7B0-415B-B946-E4235FEAA946}" type="sibTrans" cxnId="{4A87D692-350D-4567-B507-934093460F66}">
      <dgm:prSet/>
      <dgm:spPr/>
      <dgm:t>
        <a:bodyPr/>
        <a:lstStyle/>
        <a:p>
          <a:endParaRPr kumimoji="1" lang="ja-JP" altLang="en-US"/>
        </a:p>
      </dgm:t>
    </dgm:pt>
    <dgm:pt modelId="{94EB1372-0D48-4FDC-ACEF-EFC8DD73469E}">
      <dgm:prSet phldrT="[テキスト]" custT="1"/>
      <dgm:spPr/>
      <dgm:t>
        <a:bodyPr/>
        <a:lstStyle/>
        <a:p>
          <a:pPr>
            <a:buFont typeface="Arial" panose="020B0604020202020204" pitchFamily="34" charset="0"/>
            <a:buChar char="•"/>
          </a:pPr>
          <a:r>
            <a:rPr lang="ja-JP" altLang="en-US" sz="2400" b="0" i="0" dirty="0"/>
            <a:t>描画コストが高く</a:t>
          </a:r>
          <a:r>
            <a:rPr lang="ja-JP" altLang="en-US" sz="2400" b="1" i="0" dirty="0"/>
            <a:t>リアルタイム処理が困難</a:t>
          </a:r>
          <a:endParaRPr kumimoji="1" lang="ja-JP" altLang="en-US" sz="2400" dirty="0"/>
        </a:p>
      </dgm:t>
    </dgm:pt>
    <dgm:pt modelId="{D96418A9-A58C-4289-8537-9999D546A832}" type="parTrans" cxnId="{0EEA9920-B8FF-4BE0-A561-E4ED917958B3}">
      <dgm:prSet/>
      <dgm:spPr/>
      <dgm:t>
        <a:bodyPr/>
        <a:lstStyle/>
        <a:p>
          <a:endParaRPr kumimoji="1" lang="ja-JP" altLang="en-US"/>
        </a:p>
      </dgm:t>
    </dgm:pt>
    <dgm:pt modelId="{A5F54FCC-CCD9-4956-8A33-D2EB47DA3151}" type="sibTrans" cxnId="{0EEA9920-B8FF-4BE0-A561-E4ED917958B3}">
      <dgm:prSet/>
      <dgm:spPr/>
      <dgm:t>
        <a:bodyPr/>
        <a:lstStyle/>
        <a:p>
          <a:endParaRPr kumimoji="1" lang="ja-JP" altLang="en-US"/>
        </a:p>
      </dgm:t>
    </dgm:pt>
    <dgm:pt modelId="{FE256EE4-B950-4907-A477-C78EEABAFB28}">
      <dgm:prSet custT="1"/>
      <dgm:spPr/>
      <dgm:t>
        <a:bodyPr/>
        <a:lstStyle/>
        <a:p>
          <a:pPr>
            <a:buFont typeface="Arial" panose="020B0604020202020204" pitchFamily="34" charset="0"/>
            <a:buChar char="•"/>
          </a:pPr>
          <a:r>
            <a:rPr lang="ja-JP" altLang="en-US" sz="2400" b="0" i="0" dirty="0"/>
            <a:t>視点距離による問題</a:t>
          </a:r>
          <a:endParaRPr lang="ja-JP" altLang="en-US" sz="2400" dirty="0"/>
        </a:p>
      </dgm:t>
    </dgm:pt>
    <dgm:pt modelId="{723BE04B-1740-4D96-8A2E-B9062DC0081C}" type="parTrans" cxnId="{2E43F6FE-88BF-418D-9327-7A2AFBB6D347}">
      <dgm:prSet/>
      <dgm:spPr/>
      <dgm:t>
        <a:bodyPr/>
        <a:lstStyle/>
        <a:p>
          <a:endParaRPr kumimoji="1" lang="ja-JP" altLang="en-US"/>
        </a:p>
      </dgm:t>
    </dgm:pt>
    <dgm:pt modelId="{0D0653BF-FEE7-4B5C-9DD1-FC5E5C6A461A}" type="sibTrans" cxnId="{2E43F6FE-88BF-418D-9327-7A2AFBB6D347}">
      <dgm:prSet/>
      <dgm:spPr/>
      <dgm:t>
        <a:bodyPr/>
        <a:lstStyle/>
        <a:p>
          <a:endParaRPr kumimoji="1" lang="ja-JP" altLang="en-US"/>
        </a:p>
      </dgm:t>
    </dgm:pt>
    <dgm:pt modelId="{C5D6DF2A-2109-4C0A-A79A-853D60A6F931}">
      <dgm:prSet custT="1"/>
      <dgm:spPr/>
      <dgm:t>
        <a:bodyPr/>
        <a:lstStyle/>
        <a:p>
          <a:pPr>
            <a:buFont typeface="Arial" panose="020B0604020202020204" pitchFamily="34" charset="0"/>
            <a:buChar char="•"/>
          </a:pPr>
          <a:r>
            <a:rPr lang="ja-JP" altLang="en-US" sz="2000" b="0" i="0" dirty="0"/>
            <a:t>遠距離：重なって細部が潰れる</a:t>
          </a:r>
        </a:p>
      </dgm:t>
    </dgm:pt>
    <dgm:pt modelId="{19E6999D-2B39-425A-8590-E5C58FAC4E05}" type="parTrans" cxnId="{64208601-E905-41F0-8BEC-015B704C9795}">
      <dgm:prSet/>
      <dgm:spPr/>
      <dgm:t>
        <a:bodyPr/>
        <a:lstStyle/>
        <a:p>
          <a:endParaRPr kumimoji="1" lang="ja-JP" altLang="en-US"/>
        </a:p>
      </dgm:t>
    </dgm:pt>
    <dgm:pt modelId="{38F72342-F993-48B9-A153-3E750A84DD50}" type="sibTrans" cxnId="{64208601-E905-41F0-8BEC-015B704C9795}">
      <dgm:prSet/>
      <dgm:spPr/>
      <dgm:t>
        <a:bodyPr/>
        <a:lstStyle/>
        <a:p>
          <a:endParaRPr kumimoji="1" lang="ja-JP" altLang="en-US"/>
        </a:p>
      </dgm:t>
    </dgm:pt>
    <dgm:pt modelId="{9B309BAB-D6ED-4AE8-BA64-EB23DA4061C0}">
      <dgm:prSet custT="1"/>
      <dgm:spPr/>
      <dgm:t>
        <a:bodyPr/>
        <a:lstStyle/>
        <a:p>
          <a:pPr>
            <a:buFont typeface="Arial" panose="020B0604020202020204" pitchFamily="34" charset="0"/>
            <a:buChar char="•"/>
          </a:pPr>
          <a:r>
            <a:rPr lang="ja-JP" altLang="en-US" sz="2000" b="0" i="0" dirty="0"/>
            <a:t>近距離：スカスカで見づらい</a:t>
          </a:r>
          <a:endParaRPr lang="ja-JP" altLang="en-US" sz="2000" dirty="0"/>
        </a:p>
      </dgm:t>
    </dgm:pt>
    <dgm:pt modelId="{B7744CA3-0F2B-4271-A8BF-77F7C55531F2}" type="parTrans" cxnId="{B0957822-3373-4B8D-8F1C-ACE2D2D057AB}">
      <dgm:prSet/>
      <dgm:spPr/>
      <dgm:t>
        <a:bodyPr/>
        <a:lstStyle/>
        <a:p>
          <a:endParaRPr kumimoji="1" lang="ja-JP" altLang="en-US"/>
        </a:p>
      </dgm:t>
    </dgm:pt>
    <dgm:pt modelId="{F1855A40-8340-489B-A144-144B2CB6B683}" type="sibTrans" cxnId="{B0957822-3373-4B8D-8F1C-ACE2D2D057AB}">
      <dgm:prSet/>
      <dgm:spPr/>
      <dgm:t>
        <a:bodyPr/>
        <a:lstStyle/>
        <a:p>
          <a:endParaRPr kumimoji="1" lang="ja-JP" altLang="en-US"/>
        </a:p>
      </dgm:t>
    </dgm:pt>
    <dgm:pt modelId="{93329F29-D62B-42D1-83DB-9F2818F2C748}" type="pres">
      <dgm:prSet presAssocID="{5BF3C6C4-7CD5-4B0D-943E-1DB07DA73F4D}" presName="linear" presStyleCnt="0">
        <dgm:presLayoutVars>
          <dgm:animLvl val="lvl"/>
          <dgm:resizeHandles val="exact"/>
        </dgm:presLayoutVars>
      </dgm:prSet>
      <dgm:spPr/>
    </dgm:pt>
    <dgm:pt modelId="{E623858A-1EB2-4F75-AF44-AE36DC01D54A}" type="pres">
      <dgm:prSet presAssocID="{D54835CB-EB81-443E-974A-892E49E119C2}" presName="parentText" presStyleLbl="node1" presStyleIdx="0" presStyleCnt="2" custScaleX="14000" custScaleY="86264" custLinFactNeighborX="-42588" custLinFactNeighborY="-1258">
        <dgm:presLayoutVars>
          <dgm:chMax val="0"/>
          <dgm:bulletEnabled val="1"/>
        </dgm:presLayoutVars>
      </dgm:prSet>
      <dgm:spPr>
        <a:prstGeom prst="rect">
          <a:avLst/>
        </a:prstGeom>
      </dgm:spPr>
    </dgm:pt>
    <dgm:pt modelId="{4B209F49-0189-40B5-9B84-F615AB33796C}" type="pres">
      <dgm:prSet presAssocID="{D54835CB-EB81-443E-974A-892E49E119C2}" presName="childText" presStyleLbl="revTx" presStyleIdx="0" presStyleCnt="2">
        <dgm:presLayoutVars>
          <dgm:bulletEnabled val="1"/>
        </dgm:presLayoutVars>
      </dgm:prSet>
      <dgm:spPr/>
    </dgm:pt>
    <dgm:pt modelId="{D6E19F1F-F6E6-4B1D-85C2-64EEFDD28445}" type="pres">
      <dgm:prSet presAssocID="{808C8FA3-87D2-4DA0-846F-12E06DA8142F}" presName="parentText" presStyleLbl="node1" presStyleIdx="1" presStyleCnt="2" custScaleX="14009" custScaleY="86264" custLinFactNeighborX="-42824" custLinFactNeighborY="246">
        <dgm:presLayoutVars>
          <dgm:chMax val="0"/>
          <dgm:bulletEnabled val="1"/>
        </dgm:presLayoutVars>
      </dgm:prSet>
      <dgm:spPr>
        <a:prstGeom prst="rect">
          <a:avLst/>
        </a:prstGeom>
      </dgm:spPr>
    </dgm:pt>
    <dgm:pt modelId="{774CD2D3-9832-4464-9693-D50A0798EB4A}" type="pres">
      <dgm:prSet presAssocID="{808C8FA3-87D2-4DA0-846F-12E06DA8142F}" presName="childText" presStyleLbl="revTx" presStyleIdx="1" presStyleCnt="2">
        <dgm:presLayoutVars>
          <dgm:bulletEnabled val="1"/>
        </dgm:presLayoutVars>
      </dgm:prSet>
      <dgm:spPr/>
    </dgm:pt>
  </dgm:ptLst>
  <dgm:cxnLst>
    <dgm:cxn modelId="{64208601-E905-41F0-8BEC-015B704C9795}" srcId="{FE256EE4-B950-4907-A477-C78EEABAFB28}" destId="{C5D6DF2A-2109-4C0A-A79A-853D60A6F931}" srcOrd="1" destOrd="0" parTransId="{19E6999D-2B39-425A-8590-E5C58FAC4E05}" sibTransId="{38F72342-F993-48B9-A153-3E750A84DD50}"/>
    <dgm:cxn modelId="{B70B6715-3316-427B-8334-A6FCDF42FA36}" type="presOf" srcId="{5BF3C6C4-7CD5-4B0D-943E-1DB07DA73F4D}" destId="{93329F29-D62B-42D1-83DB-9F2818F2C748}" srcOrd="0" destOrd="0" presId="urn:microsoft.com/office/officeart/2005/8/layout/vList2"/>
    <dgm:cxn modelId="{352D6A19-DD68-418E-9F91-8F561179E4A8}" type="presOf" srcId="{C5D6DF2A-2109-4C0A-A79A-853D60A6F931}" destId="{774CD2D3-9832-4464-9693-D50A0798EB4A}" srcOrd="0" destOrd="4" presId="urn:microsoft.com/office/officeart/2005/8/layout/vList2"/>
    <dgm:cxn modelId="{0EEA9920-B8FF-4BE0-A561-E4ED917958B3}" srcId="{808C8FA3-87D2-4DA0-846F-12E06DA8142F}" destId="{94EB1372-0D48-4FDC-ACEF-EFC8DD73469E}" srcOrd="1" destOrd="0" parTransId="{D96418A9-A58C-4289-8537-9999D546A832}" sibTransId="{A5F54FCC-CCD9-4956-8A33-D2EB47DA3151}"/>
    <dgm:cxn modelId="{B0957822-3373-4B8D-8F1C-ACE2D2D057AB}" srcId="{FE256EE4-B950-4907-A477-C78EEABAFB28}" destId="{9B309BAB-D6ED-4AE8-BA64-EB23DA4061C0}" srcOrd="0" destOrd="0" parTransId="{B7744CA3-0F2B-4271-A8BF-77F7C55531F2}" sibTransId="{F1855A40-8340-489B-A144-144B2CB6B683}"/>
    <dgm:cxn modelId="{349B8226-4471-4CD0-872D-03CE0FF55E36}" type="presOf" srcId="{808C8FA3-87D2-4DA0-846F-12E06DA8142F}" destId="{D6E19F1F-F6E6-4B1D-85C2-64EEFDD28445}" srcOrd="0" destOrd="0" presId="urn:microsoft.com/office/officeart/2005/8/layout/vList2"/>
    <dgm:cxn modelId="{86BF9727-16CA-4DB9-BF0F-C49D633E31E9}" type="presOf" srcId="{94EB1372-0D48-4FDC-ACEF-EFC8DD73469E}" destId="{774CD2D3-9832-4464-9693-D50A0798EB4A}" srcOrd="0" destOrd="1" presId="urn:microsoft.com/office/officeart/2005/8/layout/vList2"/>
    <dgm:cxn modelId="{1AA8562E-BE27-466F-A28F-9D1270587C98}" srcId="{5BF3C6C4-7CD5-4B0D-943E-1DB07DA73F4D}" destId="{808C8FA3-87D2-4DA0-846F-12E06DA8142F}" srcOrd="1" destOrd="0" parTransId="{E6E3F23A-7DC4-4B76-9101-045B9CF26B1C}" sibTransId="{DDB5AA71-46AB-4CDB-86CC-DDF8E58DF8CE}"/>
    <dgm:cxn modelId="{07F1E546-BFE6-48AD-B108-46E448DDCD1D}" type="presOf" srcId="{86B2CE9F-E220-48D5-A3FF-19BE2880342B}" destId="{774CD2D3-9832-4464-9693-D50A0798EB4A}" srcOrd="0" destOrd="0" presId="urn:microsoft.com/office/officeart/2005/8/layout/vList2"/>
    <dgm:cxn modelId="{FC28B56C-EF12-40CA-9FC4-D1FE443E550D}" srcId="{5BF3C6C4-7CD5-4B0D-943E-1DB07DA73F4D}" destId="{D54835CB-EB81-443E-974A-892E49E119C2}" srcOrd="0" destOrd="0" parTransId="{5B74DDAB-B943-4A49-9FE7-51A25D9FA431}" sibTransId="{FB9EDDD7-1E0F-4C69-B2EC-5CF27E402281}"/>
    <dgm:cxn modelId="{1266E058-9CCD-4C0D-B09B-FCA002B7FB86}" type="presOf" srcId="{25B4CE6C-4F85-4B7F-BF4E-6BD2591DA339}" destId="{4B209F49-0189-40B5-9B84-F615AB33796C}" srcOrd="0" destOrd="0" presId="urn:microsoft.com/office/officeart/2005/8/layout/vList2"/>
    <dgm:cxn modelId="{4A87D692-350D-4567-B507-934093460F66}" srcId="{808C8FA3-87D2-4DA0-846F-12E06DA8142F}" destId="{86B2CE9F-E220-48D5-A3FF-19BE2880342B}" srcOrd="0" destOrd="0" parTransId="{26963743-734C-441D-9A5E-1E4241FD4041}" sibTransId="{02639C83-F7B0-415B-B946-E4235FEAA946}"/>
    <dgm:cxn modelId="{208D9F9D-942C-49DD-84B1-520BD323181A}" type="presOf" srcId="{9B309BAB-D6ED-4AE8-BA64-EB23DA4061C0}" destId="{774CD2D3-9832-4464-9693-D50A0798EB4A}" srcOrd="0" destOrd="3" presId="urn:microsoft.com/office/officeart/2005/8/layout/vList2"/>
    <dgm:cxn modelId="{53E204DA-9C16-466B-88B3-C64B169E89B6}" type="presOf" srcId="{D54835CB-EB81-443E-974A-892E49E119C2}" destId="{E623858A-1EB2-4F75-AF44-AE36DC01D54A}" srcOrd="0" destOrd="0" presId="urn:microsoft.com/office/officeart/2005/8/layout/vList2"/>
    <dgm:cxn modelId="{19CD4BE1-8B12-4BF4-8753-1C752D48D25D}" type="presOf" srcId="{FE256EE4-B950-4907-A477-C78EEABAFB28}" destId="{774CD2D3-9832-4464-9693-D50A0798EB4A}" srcOrd="0" destOrd="2" presId="urn:microsoft.com/office/officeart/2005/8/layout/vList2"/>
    <dgm:cxn modelId="{63FEE6FD-55DC-4E85-AAD2-FE2A51ADA6F2}" srcId="{D54835CB-EB81-443E-974A-892E49E119C2}" destId="{25B4CE6C-4F85-4B7F-BF4E-6BD2591DA339}" srcOrd="0" destOrd="0" parTransId="{BF587BD0-879B-4E3D-9729-E5210D1AAE7F}" sibTransId="{1807A504-1E13-40D2-93D3-AA958EA54D3D}"/>
    <dgm:cxn modelId="{2E43F6FE-88BF-418D-9327-7A2AFBB6D347}" srcId="{808C8FA3-87D2-4DA0-846F-12E06DA8142F}" destId="{FE256EE4-B950-4907-A477-C78EEABAFB28}" srcOrd="2" destOrd="0" parTransId="{723BE04B-1740-4D96-8A2E-B9062DC0081C}" sibTransId="{0D0653BF-FEE7-4B5C-9DD1-FC5E5C6A461A}"/>
    <dgm:cxn modelId="{41796331-5ABB-4157-B977-3AD241A8CA2C}" type="presParOf" srcId="{93329F29-D62B-42D1-83DB-9F2818F2C748}" destId="{E623858A-1EB2-4F75-AF44-AE36DC01D54A}" srcOrd="0" destOrd="0" presId="urn:microsoft.com/office/officeart/2005/8/layout/vList2"/>
    <dgm:cxn modelId="{935FC968-C25D-4CE2-99D3-7122CB676400}" type="presParOf" srcId="{93329F29-D62B-42D1-83DB-9F2818F2C748}" destId="{4B209F49-0189-40B5-9B84-F615AB33796C}" srcOrd="1" destOrd="0" presId="urn:microsoft.com/office/officeart/2005/8/layout/vList2"/>
    <dgm:cxn modelId="{51776796-ABDE-4AB5-90EF-19E3B3C49F7D}" type="presParOf" srcId="{93329F29-D62B-42D1-83DB-9F2818F2C748}" destId="{D6E19F1F-F6E6-4B1D-85C2-64EEFDD28445}" srcOrd="2" destOrd="0" presId="urn:microsoft.com/office/officeart/2005/8/layout/vList2"/>
    <dgm:cxn modelId="{701E86A5-90D2-4794-967F-48CB5DB839EC}" type="presParOf" srcId="{93329F29-D62B-42D1-83DB-9F2818F2C748}" destId="{774CD2D3-9832-4464-9693-D50A0798EB4A}"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23858A-1EB2-4F75-AF44-AE36DC01D54A}">
      <dsp:nvSpPr>
        <dsp:cNvPr id="0" name=""/>
        <dsp:cNvSpPr/>
      </dsp:nvSpPr>
      <dsp:spPr>
        <a:xfrm>
          <a:off x="45101" y="0"/>
          <a:ext cx="1532585" cy="78623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kumimoji="1" lang="ja-JP" altLang="en-US" sz="2800" kern="1200" dirty="0"/>
            <a:t>背景</a:t>
          </a:r>
        </a:p>
      </dsp:txBody>
      <dsp:txXfrm>
        <a:off x="45101" y="0"/>
        <a:ext cx="1532585" cy="786235"/>
      </dsp:txXfrm>
    </dsp:sp>
    <dsp:sp modelId="{4B209F49-0189-40B5-9B84-F615AB33796C}">
      <dsp:nvSpPr>
        <dsp:cNvPr id="0" name=""/>
        <dsp:cNvSpPr/>
      </dsp:nvSpPr>
      <dsp:spPr>
        <a:xfrm>
          <a:off x="0" y="787391"/>
          <a:ext cx="10947042" cy="678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7569" tIns="30480" rIns="170688" bIns="30480" numCol="1" spcCol="1270" anchor="t" anchorCtr="0">
          <a:noAutofit/>
        </a:bodyPr>
        <a:lstStyle/>
        <a:p>
          <a:pPr marL="228600" lvl="1" indent="-228600" algn="l" defTabSz="1066800">
            <a:lnSpc>
              <a:spcPct val="90000"/>
            </a:lnSpc>
            <a:spcBef>
              <a:spcPct val="0"/>
            </a:spcBef>
            <a:spcAft>
              <a:spcPct val="20000"/>
            </a:spcAft>
            <a:buChar char="•"/>
          </a:pPr>
          <a:r>
            <a:rPr kumimoji="1" lang="en-US" altLang="en-US" sz="2400" kern="1200" dirty="0"/>
            <a:t>3D</a:t>
          </a:r>
          <a:r>
            <a:rPr kumimoji="1" lang="ja-JP" altLang="en-US" sz="2400" kern="1200" dirty="0"/>
            <a:t>スキャン技術の発展による点群データ利用の増加</a:t>
          </a:r>
        </a:p>
      </dsp:txBody>
      <dsp:txXfrm>
        <a:off x="0" y="787391"/>
        <a:ext cx="10947042" cy="678960"/>
      </dsp:txXfrm>
    </dsp:sp>
    <dsp:sp modelId="{D6E19F1F-F6E6-4B1D-85C2-64EEFDD28445}">
      <dsp:nvSpPr>
        <dsp:cNvPr id="0" name=""/>
        <dsp:cNvSpPr/>
      </dsp:nvSpPr>
      <dsp:spPr>
        <a:xfrm>
          <a:off x="18774" y="1474493"/>
          <a:ext cx="1533571" cy="78623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kumimoji="1" lang="ja-JP" altLang="en-US" sz="2800" kern="1200" dirty="0"/>
            <a:t>課題</a:t>
          </a:r>
        </a:p>
      </dsp:txBody>
      <dsp:txXfrm>
        <a:off x="18774" y="1474493"/>
        <a:ext cx="1533571" cy="786235"/>
      </dsp:txXfrm>
    </dsp:sp>
    <dsp:sp modelId="{774CD2D3-9832-4464-9693-D50A0798EB4A}">
      <dsp:nvSpPr>
        <dsp:cNvPr id="0" name=""/>
        <dsp:cNvSpPr/>
      </dsp:nvSpPr>
      <dsp:spPr>
        <a:xfrm>
          <a:off x="0" y="2252587"/>
          <a:ext cx="10947042" cy="3309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7569" tIns="30480" rIns="170688" bIns="30480" numCol="1" spcCol="1270" anchor="t" anchorCtr="0">
          <a:noAutofit/>
        </a:bodyPr>
        <a:lstStyle/>
        <a:p>
          <a:pPr marL="228600" lvl="1" indent="-228600" algn="l" defTabSz="1066800">
            <a:lnSpc>
              <a:spcPct val="90000"/>
            </a:lnSpc>
            <a:spcBef>
              <a:spcPct val="0"/>
            </a:spcBef>
            <a:spcAft>
              <a:spcPct val="20000"/>
            </a:spcAft>
            <a:buFont typeface="Arial" panose="020B0604020202020204" pitchFamily="34" charset="0"/>
            <a:buChar char="•"/>
          </a:pPr>
          <a:r>
            <a:rPr lang="ja-JP" altLang="en-US" sz="2400" b="0" i="0" kern="1200" dirty="0"/>
            <a:t>点群データは</a:t>
          </a:r>
          <a:r>
            <a:rPr lang="ja-JP" altLang="en-US" sz="2400" b="1" i="0" kern="1200" dirty="0"/>
            <a:t>データ量が非常に大きい</a:t>
          </a:r>
          <a:endParaRPr kumimoji="1" lang="ja-JP" altLang="en-US" sz="2400" kern="1200" dirty="0"/>
        </a:p>
        <a:p>
          <a:pPr marL="228600" lvl="1" indent="-228600" algn="l" defTabSz="1066800">
            <a:lnSpc>
              <a:spcPct val="90000"/>
            </a:lnSpc>
            <a:spcBef>
              <a:spcPct val="0"/>
            </a:spcBef>
            <a:spcAft>
              <a:spcPct val="20000"/>
            </a:spcAft>
            <a:buFont typeface="Arial" panose="020B0604020202020204" pitchFamily="34" charset="0"/>
            <a:buChar char="•"/>
          </a:pPr>
          <a:r>
            <a:rPr lang="ja-JP" altLang="en-US" sz="2400" b="0" i="0" kern="1200" dirty="0"/>
            <a:t>描画コストが高く</a:t>
          </a:r>
          <a:r>
            <a:rPr lang="ja-JP" altLang="en-US" sz="2400" b="1" i="0" kern="1200" dirty="0"/>
            <a:t>リアルタイム処理が困難</a:t>
          </a:r>
          <a:endParaRPr kumimoji="1" lang="ja-JP" altLang="en-US" sz="2400" kern="1200" dirty="0"/>
        </a:p>
        <a:p>
          <a:pPr marL="228600" lvl="1" indent="-228600" algn="l" defTabSz="1066800">
            <a:lnSpc>
              <a:spcPct val="90000"/>
            </a:lnSpc>
            <a:spcBef>
              <a:spcPct val="0"/>
            </a:spcBef>
            <a:spcAft>
              <a:spcPct val="20000"/>
            </a:spcAft>
            <a:buFont typeface="Arial" panose="020B0604020202020204" pitchFamily="34" charset="0"/>
            <a:buChar char="•"/>
          </a:pPr>
          <a:r>
            <a:rPr lang="ja-JP" altLang="en-US" sz="2400" b="0" i="0" kern="1200" dirty="0"/>
            <a:t>視点距離による問題</a:t>
          </a:r>
          <a:endParaRPr lang="ja-JP" altLang="en-US" sz="2400" kern="1200" dirty="0"/>
        </a:p>
        <a:p>
          <a:pPr marL="457200" lvl="2" indent="-228600" algn="l" defTabSz="889000">
            <a:lnSpc>
              <a:spcPct val="90000"/>
            </a:lnSpc>
            <a:spcBef>
              <a:spcPct val="0"/>
            </a:spcBef>
            <a:spcAft>
              <a:spcPct val="20000"/>
            </a:spcAft>
            <a:buFont typeface="Arial" panose="020B0604020202020204" pitchFamily="34" charset="0"/>
            <a:buChar char="•"/>
          </a:pPr>
          <a:r>
            <a:rPr lang="ja-JP" altLang="en-US" sz="2000" b="0" i="0" kern="1200" dirty="0"/>
            <a:t>近距離：スカスカで見づらい</a:t>
          </a:r>
          <a:endParaRPr lang="ja-JP" altLang="en-US" sz="2000" kern="1200" dirty="0"/>
        </a:p>
        <a:p>
          <a:pPr marL="457200" lvl="2" indent="-228600" algn="l" defTabSz="889000">
            <a:lnSpc>
              <a:spcPct val="90000"/>
            </a:lnSpc>
            <a:spcBef>
              <a:spcPct val="0"/>
            </a:spcBef>
            <a:spcAft>
              <a:spcPct val="20000"/>
            </a:spcAft>
            <a:buFont typeface="Arial" panose="020B0604020202020204" pitchFamily="34" charset="0"/>
            <a:buChar char="•"/>
          </a:pPr>
          <a:r>
            <a:rPr lang="ja-JP" altLang="en-US" sz="2000" b="0" i="0" kern="1200" dirty="0"/>
            <a:t>遠距離：重なって細部が潰れる</a:t>
          </a:r>
        </a:p>
      </dsp:txBody>
      <dsp:txXfrm>
        <a:off x="0" y="2252587"/>
        <a:ext cx="10947042" cy="330993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62D36D-D754-4ACE-962D-E7D03759845F}" type="datetimeFigureOut">
              <a:rPr kumimoji="1" lang="ja-JP" altLang="en-US" smtClean="0"/>
              <a:t>2026/7/6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C58484-2B33-42C2-B1F2-7A04FCF4BAF2}" type="slidenum">
              <a:rPr kumimoji="1" lang="ja-JP" altLang="en-US" smtClean="0"/>
              <a:t>‹#›</a:t>
            </a:fld>
            <a:endParaRPr kumimoji="1" lang="ja-JP" altLang="en-US"/>
          </a:p>
        </p:txBody>
      </p:sp>
    </p:spTree>
    <p:extLst>
      <p:ext uri="{BB962C8B-B14F-4D97-AF65-F5344CB8AC3E}">
        <p14:creationId xmlns:p14="http://schemas.microsoft.com/office/powerpoint/2010/main" val="370900464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先々週のにこグラフで興味があった論文をまとめてきました。</a:t>
            </a:r>
            <a:endParaRPr kumimoji="1" lang="en-US" altLang="ja-JP" dirty="0"/>
          </a:p>
          <a:p>
            <a:r>
              <a:rPr kumimoji="1" lang="ja-JP" altLang="en-US" dirty="0"/>
              <a:t>オクツリーに基づくボクセルを用いた動的な</a:t>
            </a:r>
            <a:r>
              <a:rPr kumimoji="1" lang="en-US" altLang="ja-JP" dirty="0"/>
              <a:t>LOD</a:t>
            </a:r>
            <a:r>
              <a:rPr kumimoji="1" lang="ja-JP" altLang="en-US" dirty="0"/>
              <a:t>点群可視化システム</a:t>
            </a:r>
          </a:p>
        </p:txBody>
      </p:sp>
      <p:sp>
        <p:nvSpPr>
          <p:cNvPr id="4" name="スライド番号プレースホルダー 3"/>
          <p:cNvSpPr>
            <a:spLocks noGrp="1"/>
          </p:cNvSpPr>
          <p:nvPr>
            <p:ph type="sldNum" sz="quarter" idx="5"/>
          </p:nvPr>
        </p:nvSpPr>
        <p:spPr/>
        <p:txBody>
          <a:bodyPr/>
          <a:lstStyle/>
          <a:p>
            <a:fld id="{B9C58484-2B33-42C2-B1F2-7A04FCF4BAF2}" type="slidenum">
              <a:rPr kumimoji="1" lang="ja-JP" altLang="en-US" smtClean="0"/>
              <a:t>1</a:t>
            </a:fld>
            <a:endParaRPr kumimoji="1" lang="ja-JP" altLang="en-US"/>
          </a:p>
        </p:txBody>
      </p:sp>
    </p:spTree>
    <p:extLst>
      <p:ext uri="{BB962C8B-B14F-4D97-AF65-F5344CB8AC3E}">
        <p14:creationId xmlns:p14="http://schemas.microsoft.com/office/powerpoint/2010/main" val="166001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fontAlgn="t"/>
            <a:r>
              <a:rPr kumimoji="1" lang="ja-JP" altLang="ja-JP" sz="1200" b="0" i="0" kern="1200" dirty="0">
                <a:solidFill>
                  <a:schemeClr val="tx1"/>
                </a:solidFill>
                <a:effectLst/>
                <a:latin typeface="+mn-lt"/>
                <a:ea typeface="+mn-ea"/>
                <a:cs typeface="+mn-cs"/>
              </a:rPr>
              <a:t>近年、3Dスキャン技術の発展により、点群データの利用が広がっています。</a:t>
            </a:r>
            <a:endParaRPr kumimoji="1" lang="en-US" altLang="ja-JP" sz="1200" b="0" i="0" kern="1200" dirty="0">
              <a:solidFill>
                <a:schemeClr val="tx1"/>
              </a:solidFill>
              <a:effectLst/>
              <a:latin typeface="+mn-lt"/>
              <a:ea typeface="+mn-ea"/>
              <a:cs typeface="+mn-cs"/>
            </a:endParaRPr>
          </a:p>
          <a:p>
            <a:pPr fontAlgn="t"/>
            <a:r>
              <a:rPr kumimoji="1" lang="ja-JP" altLang="en-US" sz="1200" b="0" i="0" kern="1200" dirty="0">
                <a:solidFill>
                  <a:schemeClr val="tx1"/>
                </a:solidFill>
                <a:effectLst/>
                <a:latin typeface="+mn-lt"/>
                <a:ea typeface="+mn-ea"/>
                <a:cs typeface="+mn-cs"/>
              </a:rPr>
              <a:t>札幌雪まつりの雪像を点群データで模したもの、こういうやつ</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しかし、点群データは非常にデータ量が大きく、描画の計算コストが高いという課題があります。</a:t>
            </a:r>
          </a:p>
          <a:p>
            <a:pPr fontAlgn="t"/>
            <a:r>
              <a:rPr kumimoji="1" lang="ja-JP" altLang="ja-JP" sz="1200" b="0" i="0" kern="1200" dirty="0">
                <a:solidFill>
                  <a:schemeClr val="tx1"/>
                </a:solidFill>
                <a:effectLst/>
                <a:latin typeface="+mn-lt"/>
                <a:ea typeface="+mn-ea"/>
                <a:cs typeface="+mn-cs"/>
              </a:rPr>
              <a:t>また、視点距離によって見え方にも問題があります。</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近くでは点が</a:t>
            </a:r>
            <a:r>
              <a:rPr kumimoji="1" lang="ja-JP" altLang="en-US" sz="1200" b="0" i="0" kern="1200" dirty="0">
                <a:solidFill>
                  <a:schemeClr val="tx1"/>
                </a:solidFill>
                <a:effectLst/>
                <a:latin typeface="+mn-lt"/>
                <a:ea typeface="+mn-ea"/>
                <a:cs typeface="+mn-cs"/>
              </a:rPr>
              <a:t>スカスカ</a:t>
            </a:r>
            <a:r>
              <a:rPr kumimoji="1" lang="ja-JP" altLang="ja-JP" sz="1200" b="0" i="0" kern="1200" dirty="0">
                <a:solidFill>
                  <a:schemeClr val="tx1"/>
                </a:solidFill>
                <a:effectLst/>
                <a:latin typeface="+mn-lt"/>
                <a:ea typeface="+mn-ea"/>
                <a:cs typeface="+mn-cs"/>
              </a:rPr>
              <a:t>になり、遠くでは点が重なって細部が見えにくくなります。</a:t>
            </a:r>
          </a:p>
          <a:p>
            <a:pPr fontAlgn="t"/>
            <a:r>
              <a:rPr kumimoji="1" lang="ja-JP" altLang="ja-JP" sz="1200" b="0" i="0" kern="1200" dirty="0">
                <a:solidFill>
                  <a:schemeClr val="tx1"/>
                </a:solidFill>
                <a:effectLst/>
                <a:latin typeface="+mn-lt"/>
                <a:ea typeface="+mn-ea"/>
                <a:cs typeface="+mn-cs"/>
              </a:rPr>
              <a:t>このように、効率と視認性の両立が課題となっています。</a:t>
            </a:r>
          </a:p>
          <a:p>
            <a:endParaRPr kumimoji="1" lang="en-US" altLang="ja-JP" dirty="0"/>
          </a:p>
          <a:p>
            <a:endParaRPr kumimoji="1" lang="en-US" altLang="ja-JP" dirty="0"/>
          </a:p>
          <a:p>
            <a:pPr fontAlgn="t"/>
            <a:r>
              <a:rPr kumimoji="1" lang="ja-JP" altLang="ja-JP" sz="1200" b="0" i="0" kern="1200" dirty="0">
                <a:solidFill>
                  <a:schemeClr val="tx1"/>
                </a:solidFill>
                <a:effectLst/>
                <a:latin typeface="+mn-lt"/>
                <a:ea typeface="+mn-ea"/>
                <a:cs typeface="+mn-cs"/>
              </a:rPr>
              <a:t>点がたくさん集まって形を表すデータ</a:t>
            </a:r>
          </a:p>
          <a:p>
            <a:pPr fontAlgn="t"/>
            <a:r>
              <a:rPr kumimoji="1" lang="ja-JP" altLang="ja-JP" sz="1200" b="0" i="0" kern="1200" dirty="0">
                <a:solidFill>
                  <a:schemeClr val="tx1"/>
                </a:solidFill>
                <a:effectLst/>
                <a:latin typeface="+mn-lt"/>
                <a:ea typeface="+mn-ea"/>
                <a:cs typeface="+mn-cs"/>
              </a:rPr>
              <a:t>例：3Dスキャン・LiDAR</a:t>
            </a:r>
          </a:p>
          <a:p>
            <a:pPr fontAlgn="t"/>
            <a:r>
              <a:rPr kumimoji="1" lang="ja-JP" altLang="ja-JP" sz="1200" b="0" i="0" kern="1200" dirty="0">
                <a:solidFill>
                  <a:schemeClr val="tx1"/>
                </a:solidFill>
                <a:effectLst/>
                <a:latin typeface="+mn-lt"/>
                <a:ea typeface="+mn-ea"/>
                <a:cs typeface="+mn-cs"/>
              </a:rPr>
              <a:t>👉 </a:t>
            </a:r>
            <a:r>
              <a:rPr kumimoji="1" lang="ja-JP" altLang="ja-JP" sz="1200" b="1" i="0" kern="1200" dirty="0">
                <a:solidFill>
                  <a:schemeClr val="tx1"/>
                </a:solidFill>
                <a:effectLst/>
                <a:latin typeface="+mn-lt"/>
                <a:ea typeface="+mn-ea"/>
                <a:cs typeface="+mn-cs"/>
              </a:rPr>
              <a:t>ただの「点の集まり」</a:t>
            </a:r>
            <a:endParaRPr kumimoji="1" lang="ja-JP" altLang="ja-JP" sz="1200" b="0" i="0" kern="1200" dirty="0">
              <a:solidFill>
                <a:schemeClr val="tx1"/>
              </a:solidFill>
              <a:effectLst/>
              <a:latin typeface="+mn-lt"/>
              <a:ea typeface="+mn-ea"/>
              <a:cs typeface="+mn-cs"/>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B9C58484-2B33-42C2-B1F2-7A04FCF4BAF2}" type="slidenum">
              <a:rPr kumimoji="1" lang="ja-JP" altLang="en-US" smtClean="0"/>
              <a:t>2</a:t>
            </a:fld>
            <a:endParaRPr kumimoji="1" lang="ja-JP" altLang="en-US"/>
          </a:p>
        </p:txBody>
      </p:sp>
    </p:spTree>
    <p:extLst>
      <p:ext uri="{BB962C8B-B14F-4D97-AF65-F5344CB8AC3E}">
        <p14:creationId xmlns:p14="http://schemas.microsoft.com/office/powerpoint/2010/main" val="3929239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0" i="0" kern="1200" dirty="0">
                <a:solidFill>
                  <a:schemeClr val="tx1"/>
                </a:solidFill>
                <a:effectLst/>
                <a:latin typeface="+mn-lt"/>
                <a:ea typeface="+mn-ea"/>
                <a:cs typeface="+mn-cs"/>
              </a:rPr>
              <a:t>「本研究の目的は、点群データを効率的に可視化することです。</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具体的には、視点距離に応じて解像度を変えるLOD制御によって、</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データ量の削減と見やすさの維持を両立することを目指しています。」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B9C58484-2B33-42C2-B1F2-7A04FCF4BAF2}" type="slidenum">
              <a:rPr kumimoji="1" lang="ja-JP" altLang="en-US" smtClean="0"/>
              <a:t>3</a:t>
            </a:fld>
            <a:endParaRPr kumimoji="1" lang="ja-JP" altLang="en-US"/>
          </a:p>
        </p:txBody>
      </p:sp>
    </p:spTree>
    <p:extLst>
      <p:ext uri="{BB962C8B-B14F-4D97-AF65-F5344CB8AC3E}">
        <p14:creationId xmlns:p14="http://schemas.microsoft.com/office/powerpoint/2010/main" val="933499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fontAlgn="t"/>
            <a:r>
              <a:rPr kumimoji="1" lang="ja-JP" altLang="ja-JP" sz="1200" b="0" i="0" kern="1200" dirty="0">
                <a:solidFill>
                  <a:schemeClr val="tx1"/>
                </a:solidFill>
                <a:effectLst/>
                <a:latin typeface="+mn-lt"/>
                <a:ea typeface="+mn-ea"/>
                <a:cs typeface="+mn-cs"/>
              </a:rPr>
              <a:t>「本研究では、点群データをボクセルに変換し、可視化に用います。</a:t>
            </a:r>
          </a:p>
          <a:p>
            <a:pPr fontAlgn="t"/>
            <a:r>
              <a:rPr kumimoji="1" lang="ja-JP" altLang="ja-JP" sz="1200" b="0" i="0" kern="1200" dirty="0">
                <a:solidFill>
                  <a:schemeClr val="tx1"/>
                </a:solidFill>
                <a:effectLst/>
                <a:latin typeface="+mn-lt"/>
                <a:ea typeface="+mn-ea"/>
                <a:cs typeface="+mn-cs"/>
              </a:rPr>
              <a:t>さらに、視点距離に応じてボクセルの大きさを動的に変化させます。</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視点に近い部分は細かく、遠い部分は粗く表現することで、</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効率的な描画を実現しています。」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B9C58484-2B33-42C2-B1F2-7A04FCF4BAF2}" type="slidenum">
              <a:rPr kumimoji="1" lang="ja-JP" altLang="en-US" smtClean="0"/>
              <a:t>4</a:t>
            </a:fld>
            <a:endParaRPr kumimoji="1" lang="ja-JP" altLang="en-US"/>
          </a:p>
        </p:txBody>
      </p:sp>
    </p:spTree>
    <p:extLst>
      <p:ext uri="{BB962C8B-B14F-4D97-AF65-F5344CB8AC3E}">
        <p14:creationId xmlns:p14="http://schemas.microsoft.com/office/powerpoint/2010/main" val="243916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fontAlgn="t"/>
            <a:r>
              <a:rPr kumimoji="1" lang="ja-JP" altLang="ja-JP" sz="1200" b="0" i="0" kern="1200" dirty="0">
                <a:solidFill>
                  <a:schemeClr val="tx1"/>
                </a:solidFill>
                <a:effectLst/>
                <a:latin typeface="+mn-lt"/>
                <a:ea typeface="+mn-ea"/>
                <a:cs typeface="+mn-cs"/>
              </a:rPr>
              <a:t>「ボクセルの管理には、Octree構造を用いています。</a:t>
            </a:r>
          </a:p>
          <a:p>
            <a:pPr marL="0" marR="0" lvl="0" indent="0" algn="l" defTabSz="914400" rtl="0" eaLnBrk="1" fontAlgn="t" latinLnBrk="0" hangingPunct="1">
              <a:lnSpc>
                <a:spcPct val="100000"/>
              </a:lnSpc>
              <a:spcBef>
                <a:spcPts val="0"/>
              </a:spcBef>
              <a:spcAft>
                <a:spcPts val="0"/>
              </a:spcAft>
              <a:buClrTx/>
              <a:buSzTx/>
              <a:buFontTx/>
              <a:buNone/>
              <a:tabLst/>
              <a:defRPr/>
            </a:pPr>
            <a:r>
              <a:rPr kumimoji="1" lang="ja-JP" altLang="ja-JP" sz="1200" b="0" i="0" kern="1200" dirty="0">
                <a:solidFill>
                  <a:schemeClr val="tx1"/>
                </a:solidFill>
                <a:effectLst/>
                <a:latin typeface="+mn-lt"/>
                <a:ea typeface="+mn-ea"/>
                <a:cs typeface="+mn-cs"/>
              </a:rPr>
              <a:t>これは空間を8分割していく階層構造で、この図は2次元で描かれていますが、実際にはこれを3次元に拡張したものを使っています。</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単純な部分は大きなボクセルで表現し、</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複雑な部分は細かく分割して表現できます。</a:t>
            </a:r>
          </a:p>
          <a:p>
            <a:pPr fontAlgn="t"/>
            <a:r>
              <a:rPr kumimoji="1" lang="ja-JP" altLang="ja-JP" sz="1200" b="0" i="0" kern="1200" dirty="0">
                <a:solidFill>
                  <a:schemeClr val="tx1"/>
                </a:solidFill>
                <a:effectLst/>
                <a:latin typeface="+mn-lt"/>
                <a:ea typeface="+mn-ea"/>
                <a:cs typeface="+mn-cs"/>
              </a:rPr>
              <a:t>これにより、データ量を効率的に削減できます。」</a:t>
            </a:r>
            <a:endParaRPr kumimoji="1" lang="en-US" altLang="ja-JP" sz="1200" b="0" i="0" kern="1200" dirty="0">
              <a:solidFill>
                <a:schemeClr val="tx1"/>
              </a:solidFill>
              <a:effectLst/>
              <a:latin typeface="+mn-lt"/>
              <a:ea typeface="+mn-ea"/>
              <a:cs typeface="+mn-cs"/>
            </a:endParaRPr>
          </a:p>
          <a:p>
            <a:pPr fontAlgn="t"/>
            <a:endParaRPr kumimoji="1" lang="en-US" altLang="ja-JP" sz="1200" b="0" i="0" kern="1200" dirty="0">
              <a:solidFill>
                <a:schemeClr val="tx1"/>
              </a:solidFill>
              <a:effectLst/>
              <a:latin typeface="+mn-lt"/>
              <a:ea typeface="+mn-ea"/>
              <a:cs typeface="+mn-cs"/>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B9C58484-2B33-42C2-B1F2-7A04FCF4BAF2}" type="slidenum">
              <a:rPr kumimoji="1" lang="ja-JP" altLang="en-US" smtClean="0"/>
              <a:t>5</a:t>
            </a:fld>
            <a:endParaRPr kumimoji="1" lang="ja-JP" altLang="en-US"/>
          </a:p>
        </p:txBody>
      </p:sp>
    </p:spTree>
    <p:extLst>
      <p:ext uri="{BB962C8B-B14F-4D97-AF65-F5344CB8AC3E}">
        <p14:creationId xmlns:p14="http://schemas.microsoft.com/office/powerpoint/2010/main" val="528118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fontAlgn="t"/>
            <a:r>
              <a:rPr kumimoji="1" lang="ja-JP" altLang="ja-JP" sz="1200" b="0" i="0" kern="1200" dirty="0">
                <a:solidFill>
                  <a:schemeClr val="tx1"/>
                </a:solidFill>
                <a:effectLst/>
                <a:latin typeface="+mn-lt"/>
                <a:ea typeface="+mn-ea"/>
                <a:cs typeface="+mn-cs"/>
              </a:rPr>
              <a:t>「LOD制御では、視点とオブジェクトの距離を基準に</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ボクセルの解像度を切り替えます。</a:t>
            </a:r>
          </a:p>
          <a:p>
            <a:pPr fontAlgn="t"/>
            <a:r>
              <a:rPr kumimoji="1" lang="ja-JP" altLang="ja-JP" sz="1200" b="0" i="0" kern="1200" dirty="0">
                <a:solidFill>
                  <a:schemeClr val="tx1"/>
                </a:solidFill>
                <a:effectLst/>
                <a:latin typeface="+mn-lt"/>
                <a:ea typeface="+mn-ea"/>
                <a:cs typeface="+mn-cs"/>
              </a:rPr>
              <a:t>さらに、複数のオブジェクトがある場合でも、</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それぞれ独立してLODを制御することが可能です。」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B9C58484-2B33-42C2-B1F2-7A04FCF4BAF2}" type="slidenum">
              <a:rPr kumimoji="1" lang="ja-JP" altLang="en-US" smtClean="0"/>
              <a:t>6</a:t>
            </a:fld>
            <a:endParaRPr kumimoji="1" lang="ja-JP" altLang="en-US"/>
          </a:p>
        </p:txBody>
      </p:sp>
    </p:spTree>
    <p:extLst>
      <p:ext uri="{BB962C8B-B14F-4D97-AF65-F5344CB8AC3E}">
        <p14:creationId xmlns:p14="http://schemas.microsoft.com/office/powerpoint/2010/main" val="35480442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fontAlgn="t"/>
            <a:r>
              <a:rPr kumimoji="1" lang="ja-JP" altLang="ja-JP" sz="1200" b="0" i="0" kern="1200" dirty="0">
                <a:solidFill>
                  <a:schemeClr val="tx1"/>
                </a:solidFill>
                <a:effectLst/>
                <a:latin typeface="+mn-lt"/>
                <a:ea typeface="+mn-ea"/>
                <a:cs typeface="+mn-cs"/>
              </a:rPr>
              <a:t>実験では、札幌雪まつりの雪像データを使用しました。</a:t>
            </a:r>
          </a:p>
          <a:p>
            <a:pPr fontAlgn="t"/>
            <a:r>
              <a:rPr kumimoji="1" lang="ja-JP" altLang="ja-JP" sz="1200" b="0" i="0" kern="1200" dirty="0">
                <a:solidFill>
                  <a:schemeClr val="tx1"/>
                </a:solidFill>
                <a:effectLst/>
                <a:latin typeface="+mn-lt"/>
                <a:ea typeface="+mn-ea"/>
                <a:cs typeface="+mn-cs"/>
              </a:rPr>
              <a:t>その結果、データサイズは約19MBから約9MBに削減され、</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およそ半分以下に軽量化できました。</a:t>
            </a:r>
          </a:p>
          <a:p>
            <a:pPr fontAlgn="t"/>
            <a:r>
              <a:rPr kumimoji="1" lang="ja-JP" altLang="ja-JP" sz="1200" b="0" i="0" kern="1200" dirty="0">
                <a:solidFill>
                  <a:schemeClr val="tx1"/>
                </a:solidFill>
                <a:effectLst/>
                <a:latin typeface="+mn-lt"/>
                <a:ea typeface="+mn-ea"/>
                <a:cs typeface="+mn-cs"/>
              </a:rPr>
              <a:t>また、描画性能についても、</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常に60FPS以上を維持し、リアルタイムでの可視化が可能であることを確認しました。</a:t>
            </a:r>
            <a:endParaRPr kumimoji="1" lang="en-US" altLang="ja-JP" sz="1200" b="0" i="0" kern="1200" dirty="0">
              <a:solidFill>
                <a:schemeClr val="tx1"/>
              </a:solidFill>
              <a:effectLst/>
              <a:latin typeface="+mn-lt"/>
              <a:ea typeface="+mn-ea"/>
              <a:cs typeface="+mn-cs"/>
            </a:endParaRPr>
          </a:p>
          <a:p>
            <a:pPr fontAlgn="t"/>
            <a:endParaRPr kumimoji="1" lang="en-US" altLang="ja-JP" sz="1200" b="0" i="0" kern="1200" dirty="0">
              <a:solidFill>
                <a:schemeClr val="tx1"/>
              </a:solidFill>
              <a:effectLst/>
              <a:latin typeface="+mn-lt"/>
              <a:ea typeface="+mn-ea"/>
              <a:cs typeface="+mn-cs"/>
            </a:endParaRPr>
          </a:p>
          <a:p>
            <a:pPr fontAlgn="t"/>
            <a:r>
              <a:rPr kumimoji="1" lang="ja-JP" altLang="en-US" sz="1200" b="0" i="0" kern="1200" dirty="0">
                <a:solidFill>
                  <a:schemeClr val="tx1"/>
                </a:solidFill>
                <a:effectLst/>
                <a:latin typeface="+mn-lt"/>
                <a:ea typeface="+mn-ea"/>
                <a:cs typeface="+mn-cs"/>
              </a:rPr>
              <a:t>このシステムの性能を検証するため、動作時のフレームレート（</a:t>
            </a:r>
            <a:r>
              <a:rPr kumimoji="1" lang="en-US" altLang="ja-JP" sz="1200" b="0" i="0" kern="1200" dirty="0">
                <a:solidFill>
                  <a:schemeClr val="tx1"/>
                </a:solidFill>
                <a:effectLst/>
                <a:latin typeface="+mn-lt"/>
                <a:ea typeface="+mn-ea"/>
                <a:cs typeface="+mn-cs"/>
              </a:rPr>
              <a:t>FPS</a:t>
            </a:r>
            <a:r>
              <a:rPr kumimoji="1" lang="ja-JP" altLang="en-US" sz="1200" b="0" i="0" kern="1200" dirty="0">
                <a:solidFill>
                  <a:schemeClr val="tx1"/>
                </a:solidFill>
                <a:effectLst/>
                <a:latin typeface="+mn-lt"/>
                <a:ea typeface="+mn-ea"/>
                <a:cs typeface="+mn-cs"/>
              </a:rPr>
              <a:t>）を測定しました。単一のオブジェクトを描画する場合、通常（静止時）は</a:t>
            </a:r>
            <a:r>
              <a:rPr kumimoji="1" lang="en-US" altLang="ja-JP" sz="1200" b="0" i="0" kern="1200" dirty="0">
                <a:solidFill>
                  <a:schemeClr val="tx1"/>
                </a:solidFill>
                <a:effectLst/>
                <a:latin typeface="+mn-lt"/>
                <a:ea typeface="+mn-ea"/>
                <a:cs typeface="+mn-cs"/>
              </a:rPr>
              <a:t>144 FPS</a:t>
            </a:r>
            <a:r>
              <a:rPr kumimoji="1" lang="ja-JP" altLang="en-US" sz="1200" b="0" i="0" kern="1200" dirty="0">
                <a:solidFill>
                  <a:schemeClr val="tx1"/>
                </a:solidFill>
                <a:effectLst/>
                <a:latin typeface="+mn-lt"/>
                <a:ea typeface="+mn-ea"/>
                <a:cs typeface="+mn-cs"/>
              </a:rPr>
              <a:t>で動作しますが、ボクセルサイズを変更した際（</a:t>
            </a:r>
            <a:r>
              <a:rPr kumimoji="1" lang="en-US" altLang="ja-JP" sz="1200" b="0" i="0" kern="1200" dirty="0">
                <a:solidFill>
                  <a:schemeClr val="tx1"/>
                </a:solidFill>
                <a:effectLst/>
                <a:latin typeface="+mn-lt"/>
                <a:ea typeface="+mn-ea"/>
                <a:cs typeface="+mn-cs"/>
              </a:rPr>
              <a:t>LOD</a:t>
            </a:r>
            <a:r>
              <a:rPr kumimoji="1" lang="ja-JP" altLang="en-US" sz="1200" b="0" i="0" kern="1200" dirty="0">
                <a:solidFill>
                  <a:schemeClr val="tx1"/>
                </a:solidFill>
                <a:effectLst/>
                <a:latin typeface="+mn-lt"/>
                <a:ea typeface="+mn-ea"/>
                <a:cs typeface="+mn-cs"/>
              </a:rPr>
              <a:t>遷移時）、フレームレートが約</a:t>
            </a:r>
            <a:r>
              <a:rPr kumimoji="1" lang="en-US" altLang="ja-JP" sz="1200" b="0" i="0" kern="1200" dirty="0">
                <a:solidFill>
                  <a:schemeClr val="tx1"/>
                </a:solidFill>
                <a:effectLst/>
                <a:latin typeface="+mn-lt"/>
                <a:ea typeface="+mn-ea"/>
                <a:cs typeface="+mn-cs"/>
              </a:rPr>
              <a:t>110FPS</a:t>
            </a:r>
            <a:r>
              <a:rPr kumimoji="1" lang="ja-JP" altLang="en-US" sz="1200" b="0" i="0" kern="1200" dirty="0">
                <a:solidFill>
                  <a:schemeClr val="tx1"/>
                </a:solidFill>
                <a:effectLst/>
                <a:latin typeface="+mn-lt"/>
                <a:ea typeface="+mn-ea"/>
                <a:cs typeface="+mn-cs"/>
              </a:rPr>
              <a:t>から</a:t>
            </a:r>
            <a:r>
              <a:rPr kumimoji="1" lang="en-US" altLang="ja-JP" sz="1200" b="0" i="0" kern="1200" dirty="0">
                <a:solidFill>
                  <a:schemeClr val="tx1"/>
                </a:solidFill>
                <a:effectLst/>
                <a:latin typeface="+mn-lt"/>
                <a:ea typeface="+mn-ea"/>
                <a:cs typeface="+mn-cs"/>
              </a:rPr>
              <a:t>80 FPS</a:t>
            </a:r>
            <a:r>
              <a:rPr kumimoji="1" lang="ja-JP" altLang="en-US" sz="1200" b="0" i="0" kern="1200" dirty="0">
                <a:solidFill>
                  <a:schemeClr val="tx1"/>
                </a:solidFill>
                <a:effectLst/>
                <a:latin typeface="+mn-lt"/>
                <a:ea typeface="+mn-ea"/>
                <a:cs typeface="+mn-cs"/>
              </a:rPr>
              <a:t>へと低下することを確認しました。しかし、フレームレートは、滑らかな描画の基準とされる</a:t>
            </a:r>
            <a:r>
              <a:rPr kumimoji="1" lang="en-US" altLang="ja-JP" sz="1200" b="0" i="0" kern="1200" dirty="0">
                <a:solidFill>
                  <a:schemeClr val="tx1"/>
                </a:solidFill>
                <a:effectLst/>
                <a:latin typeface="+mn-lt"/>
                <a:ea typeface="+mn-ea"/>
                <a:cs typeface="+mn-cs"/>
              </a:rPr>
              <a:t>60 FPS</a:t>
            </a:r>
            <a:r>
              <a:rPr kumimoji="1" lang="ja-JP" altLang="en-US" sz="1200" b="0" i="0" kern="1200" dirty="0">
                <a:solidFill>
                  <a:schemeClr val="tx1"/>
                </a:solidFill>
                <a:effectLst/>
                <a:latin typeface="+mn-lt"/>
                <a:ea typeface="+mn-ea"/>
                <a:cs typeface="+mn-cs"/>
              </a:rPr>
              <a:t>を下回ることは一度もなかったため、これがユーザー体験に悪影響を及ぼすことはないと結論づけられます。さらに、描画対象となるオブジェクトの数を</a:t>
            </a:r>
            <a:r>
              <a:rPr kumimoji="1" lang="en-US" altLang="ja-JP" sz="1200" b="0" i="0" kern="1200" dirty="0">
                <a:solidFill>
                  <a:schemeClr val="tx1"/>
                </a:solidFill>
                <a:effectLst/>
                <a:latin typeface="+mn-lt"/>
                <a:ea typeface="+mn-ea"/>
                <a:cs typeface="+mn-cs"/>
              </a:rPr>
              <a:t>10</a:t>
            </a:r>
            <a:r>
              <a:rPr kumimoji="1" lang="ja-JP" altLang="en-US" sz="1200" b="0" i="0" kern="1200" dirty="0">
                <a:solidFill>
                  <a:schemeClr val="tx1"/>
                </a:solidFill>
                <a:effectLst/>
                <a:latin typeface="+mn-lt"/>
                <a:ea typeface="+mn-ea"/>
                <a:cs typeface="+mn-cs"/>
              </a:rPr>
              <a:t>個に増やした場合でも、</a:t>
            </a:r>
            <a:r>
              <a:rPr kumimoji="1" lang="en-US" altLang="ja-JP" sz="1200" b="0" i="0" kern="1200" dirty="0">
                <a:solidFill>
                  <a:schemeClr val="tx1"/>
                </a:solidFill>
                <a:effectLst/>
                <a:latin typeface="+mn-lt"/>
                <a:ea typeface="+mn-ea"/>
                <a:cs typeface="+mn-cs"/>
              </a:rPr>
              <a:t>60 FPS</a:t>
            </a:r>
            <a:r>
              <a:rPr kumimoji="1" lang="ja-JP" altLang="en-US" sz="1200" b="0" i="0" kern="1200" dirty="0">
                <a:solidFill>
                  <a:schemeClr val="tx1"/>
                </a:solidFill>
                <a:effectLst/>
                <a:latin typeface="+mn-lt"/>
                <a:ea typeface="+mn-ea"/>
                <a:cs typeface="+mn-cs"/>
              </a:rPr>
              <a:t>以上のレートを維持することができたことから、この手法は描画負荷の増加を効果的に抑制できることが示唆されます。</a:t>
            </a:r>
            <a:endParaRPr kumimoji="1" lang="ja-JP" altLang="ja-JP" sz="1200" b="0" i="0" kern="1200" dirty="0">
              <a:solidFill>
                <a:schemeClr val="tx1"/>
              </a:solidFill>
              <a:effectLst/>
              <a:latin typeface="+mn-lt"/>
              <a:ea typeface="+mn-ea"/>
              <a:cs typeface="+mn-cs"/>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B9C58484-2B33-42C2-B1F2-7A04FCF4BAF2}" type="slidenum">
              <a:rPr kumimoji="1" lang="ja-JP" altLang="en-US" smtClean="0"/>
              <a:t>7</a:t>
            </a:fld>
            <a:endParaRPr kumimoji="1" lang="ja-JP" altLang="en-US"/>
          </a:p>
        </p:txBody>
      </p:sp>
    </p:spTree>
    <p:extLst>
      <p:ext uri="{BB962C8B-B14F-4D97-AF65-F5344CB8AC3E}">
        <p14:creationId xmlns:p14="http://schemas.microsoft.com/office/powerpoint/2010/main" val="2605436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fontAlgn="t"/>
            <a:r>
              <a:rPr kumimoji="1" lang="ja-JP" altLang="ja-JP" sz="1200" b="0" i="0" kern="1200" dirty="0">
                <a:solidFill>
                  <a:schemeClr val="tx1"/>
                </a:solidFill>
                <a:effectLst/>
                <a:latin typeface="+mn-lt"/>
                <a:ea typeface="+mn-ea"/>
                <a:cs typeface="+mn-cs"/>
              </a:rPr>
              <a:t>「結果として、単純な形状では、</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粗いボクセルでも形状を十分に認識できることが分かりました。</a:t>
            </a:r>
          </a:p>
          <a:p>
            <a:pPr fontAlgn="t"/>
            <a:r>
              <a:rPr kumimoji="1" lang="ja-JP" altLang="ja-JP" sz="1200" b="0" i="0" kern="1200" dirty="0">
                <a:solidFill>
                  <a:schemeClr val="tx1"/>
                </a:solidFill>
                <a:effectLst/>
                <a:latin typeface="+mn-lt"/>
                <a:ea typeface="+mn-ea"/>
                <a:cs typeface="+mn-cs"/>
              </a:rPr>
              <a:t>一方で、曲面や複雑な形状では、</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詳細が失われやすいという課題も確認されました。</a:t>
            </a:r>
          </a:p>
          <a:p>
            <a:pPr fontAlgn="t"/>
            <a:r>
              <a:rPr kumimoji="1" lang="ja-JP" altLang="ja-JP" sz="1200" b="0" i="0" kern="1200" dirty="0">
                <a:solidFill>
                  <a:schemeClr val="tx1"/>
                </a:solidFill>
                <a:effectLst/>
                <a:latin typeface="+mn-lt"/>
                <a:ea typeface="+mn-ea"/>
                <a:cs typeface="+mn-cs"/>
              </a:rPr>
              <a:t>これは、現在のLOD制御が距離のみに基づいているためです。」</a:t>
            </a:r>
          </a:p>
          <a:p>
            <a:pPr fontAlgn="t"/>
            <a:r>
              <a:rPr kumimoji="1" lang="ja-JP" altLang="ja-JP" sz="1200" b="0" i="0" kern="1200" dirty="0">
                <a:solidFill>
                  <a:schemeClr val="tx1"/>
                </a:solidFill>
                <a:effectLst/>
                <a:latin typeface="+mn-lt"/>
                <a:ea typeface="+mn-ea"/>
                <a:cs typeface="+mn-cs"/>
              </a:rPr>
              <a:t>「今後は、視点距離だけでなく、</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形状の複雑さも考慮したLOD制御が必要です。</a:t>
            </a:r>
          </a:p>
          <a:p>
            <a:pPr fontAlgn="t"/>
            <a:r>
              <a:rPr kumimoji="1" lang="ja-JP" altLang="ja-JP" sz="1200" b="0" i="0" kern="1200" dirty="0">
                <a:solidFill>
                  <a:schemeClr val="tx1"/>
                </a:solidFill>
                <a:effectLst/>
                <a:latin typeface="+mn-lt"/>
                <a:ea typeface="+mn-ea"/>
                <a:cs typeface="+mn-cs"/>
              </a:rPr>
              <a:t>また、LODを切り替える距離の最適値の検討や、</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入力となる点群データの精度向上も課題です。」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B9C58484-2B33-42C2-B1F2-7A04FCF4BAF2}" type="slidenum">
              <a:rPr kumimoji="1" lang="ja-JP" altLang="en-US" smtClean="0"/>
              <a:t>8</a:t>
            </a:fld>
            <a:endParaRPr kumimoji="1" lang="ja-JP" altLang="en-US"/>
          </a:p>
        </p:txBody>
      </p:sp>
    </p:spTree>
    <p:extLst>
      <p:ext uri="{BB962C8B-B14F-4D97-AF65-F5344CB8AC3E}">
        <p14:creationId xmlns:p14="http://schemas.microsoft.com/office/powerpoint/2010/main" val="26579432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fontAlgn="t"/>
            <a:r>
              <a:rPr kumimoji="1" lang="ja-JP" altLang="ja-JP" sz="1200" b="0" i="0" kern="1200" dirty="0">
                <a:solidFill>
                  <a:schemeClr val="tx1"/>
                </a:solidFill>
                <a:effectLst/>
                <a:latin typeface="+mn-lt"/>
                <a:ea typeface="+mn-ea"/>
                <a:cs typeface="+mn-cs"/>
              </a:rPr>
              <a:t>「本研究では、Octreeとボクセルを用いた</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動的LOD可視化手法を提案しました。</a:t>
            </a:r>
          </a:p>
          <a:p>
            <a:pPr fontAlgn="t"/>
            <a:r>
              <a:rPr kumimoji="1" lang="ja-JP" altLang="ja-JP" sz="1200" b="0" i="0" kern="1200" dirty="0">
                <a:solidFill>
                  <a:schemeClr val="tx1"/>
                </a:solidFill>
                <a:effectLst/>
                <a:latin typeface="+mn-lt"/>
                <a:ea typeface="+mn-ea"/>
                <a:cs typeface="+mn-cs"/>
              </a:rPr>
              <a:t>その結果、データの軽量化と視認性の両立が可能であることを示しました。</a:t>
            </a:r>
            <a:br>
              <a:rPr kumimoji="1" lang="ja-JP" altLang="ja-JP" sz="1200" b="0" i="0" kern="1200" dirty="0">
                <a:solidFill>
                  <a:schemeClr val="tx1"/>
                </a:solidFill>
                <a:effectLst/>
                <a:latin typeface="+mn-lt"/>
                <a:ea typeface="+mn-ea"/>
                <a:cs typeface="+mn-cs"/>
              </a:rPr>
            </a:br>
            <a:r>
              <a:rPr kumimoji="1" lang="ja-JP" altLang="ja-JP" sz="1200" b="0" i="0" kern="1200" dirty="0">
                <a:solidFill>
                  <a:schemeClr val="tx1"/>
                </a:solidFill>
                <a:effectLst/>
                <a:latin typeface="+mn-lt"/>
                <a:ea typeface="+mn-ea"/>
                <a:cs typeface="+mn-cs"/>
              </a:rPr>
              <a:t>今後はさらに精度と表現力の向上を目指します。」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B9C58484-2B33-42C2-B1F2-7A04FCF4BAF2}" type="slidenum">
              <a:rPr kumimoji="1" lang="ja-JP" altLang="en-US" smtClean="0"/>
              <a:t>9</a:t>
            </a:fld>
            <a:endParaRPr kumimoji="1" lang="ja-JP" altLang="en-US"/>
          </a:p>
        </p:txBody>
      </p:sp>
    </p:spTree>
    <p:extLst>
      <p:ext uri="{BB962C8B-B14F-4D97-AF65-F5344CB8AC3E}">
        <p14:creationId xmlns:p14="http://schemas.microsoft.com/office/powerpoint/2010/main" val="9993592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s://freepik.com/"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50967" y="1352733"/>
            <a:ext cx="8598718" cy="2959600"/>
          </a:xfrm>
          <a:prstGeom prst="rect">
            <a:avLst/>
          </a:prstGeom>
        </p:spPr>
        <p:txBody>
          <a:bodyPr spcFirstLastPara="1" wrap="square" lIns="91425" tIns="91425" rIns="91425" bIns="91425" anchor="b" anchorCtr="0">
            <a:noAutofit/>
          </a:bodyPr>
          <a:lstStyle>
            <a:lvl1pPr lvl="0" algn="l">
              <a:spcBef>
                <a:spcPts val="0"/>
              </a:spcBef>
              <a:spcAft>
                <a:spcPts val="0"/>
              </a:spcAft>
              <a:buSzPts val="4700"/>
              <a:buNone/>
              <a:defRPr sz="4800">
                <a:latin typeface="LINE Seed JP App_TTF Bold" panose="02020700000000000000" pitchFamily="18" charset="-128"/>
                <a:ea typeface="LINE Seed JP App_TTF Bold" panose="02020700000000000000" pitchFamily="18" charset="-128"/>
              </a:defRPr>
            </a:lvl1pPr>
            <a:lvl2pPr lvl="1" algn="l">
              <a:spcBef>
                <a:spcPts val="0"/>
              </a:spcBef>
              <a:spcAft>
                <a:spcPts val="0"/>
              </a:spcAft>
              <a:buSzPts val="4700"/>
              <a:buNone/>
              <a:defRPr sz="6267"/>
            </a:lvl2pPr>
            <a:lvl3pPr lvl="2" algn="l">
              <a:spcBef>
                <a:spcPts val="0"/>
              </a:spcBef>
              <a:spcAft>
                <a:spcPts val="0"/>
              </a:spcAft>
              <a:buSzPts val="4700"/>
              <a:buNone/>
              <a:defRPr sz="6267"/>
            </a:lvl3pPr>
            <a:lvl4pPr lvl="3" algn="l">
              <a:spcBef>
                <a:spcPts val="0"/>
              </a:spcBef>
              <a:spcAft>
                <a:spcPts val="0"/>
              </a:spcAft>
              <a:buSzPts val="4700"/>
              <a:buNone/>
              <a:defRPr sz="6267"/>
            </a:lvl4pPr>
            <a:lvl5pPr lvl="4" algn="l">
              <a:spcBef>
                <a:spcPts val="0"/>
              </a:spcBef>
              <a:spcAft>
                <a:spcPts val="0"/>
              </a:spcAft>
              <a:buSzPts val="4700"/>
              <a:buNone/>
              <a:defRPr sz="6267"/>
            </a:lvl5pPr>
            <a:lvl6pPr lvl="5" algn="l">
              <a:spcBef>
                <a:spcPts val="0"/>
              </a:spcBef>
              <a:spcAft>
                <a:spcPts val="0"/>
              </a:spcAft>
              <a:buSzPts val="4700"/>
              <a:buNone/>
              <a:defRPr sz="6267"/>
            </a:lvl6pPr>
            <a:lvl7pPr lvl="6" algn="l">
              <a:spcBef>
                <a:spcPts val="0"/>
              </a:spcBef>
              <a:spcAft>
                <a:spcPts val="0"/>
              </a:spcAft>
              <a:buSzPts val="4700"/>
              <a:buNone/>
              <a:defRPr sz="6267"/>
            </a:lvl7pPr>
            <a:lvl8pPr lvl="7" algn="l">
              <a:spcBef>
                <a:spcPts val="0"/>
              </a:spcBef>
              <a:spcAft>
                <a:spcPts val="0"/>
              </a:spcAft>
              <a:buSzPts val="4700"/>
              <a:buNone/>
              <a:defRPr sz="6267"/>
            </a:lvl8pPr>
            <a:lvl9pPr lvl="8" algn="l">
              <a:spcBef>
                <a:spcPts val="0"/>
              </a:spcBef>
              <a:spcAft>
                <a:spcPts val="0"/>
              </a:spcAft>
              <a:buSzPts val="4700"/>
              <a:buNone/>
              <a:defRPr sz="6267"/>
            </a:lvl9pPr>
          </a:lstStyle>
          <a:p>
            <a:r>
              <a:rPr lang="ja-JP" altLang="en-US"/>
              <a:t>マスター タイトルの書式設定</a:t>
            </a:r>
            <a:endParaRPr dirty="0"/>
          </a:p>
        </p:txBody>
      </p:sp>
      <p:sp>
        <p:nvSpPr>
          <p:cNvPr id="10" name="Google Shape;10;p2"/>
          <p:cNvSpPr txBox="1">
            <a:spLocks noGrp="1"/>
          </p:cNvSpPr>
          <p:nvPr>
            <p:ph type="subTitle" idx="1"/>
          </p:nvPr>
        </p:nvSpPr>
        <p:spPr>
          <a:xfrm>
            <a:off x="950966" y="4421300"/>
            <a:ext cx="8598718" cy="968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850"/>
              <a:buNone/>
              <a:defRPr sz="2400">
                <a:latin typeface="+mn-ea"/>
                <a:ea typeface="+mn-ea"/>
              </a:defRPr>
            </a:lvl1pPr>
            <a:lvl2pPr lvl="1">
              <a:lnSpc>
                <a:spcPct val="115000"/>
              </a:lnSpc>
              <a:spcBef>
                <a:spcPts val="0"/>
              </a:spcBef>
              <a:spcAft>
                <a:spcPts val="0"/>
              </a:spcAft>
              <a:buSzPts val="1850"/>
              <a:buNone/>
              <a:defRPr sz="2467"/>
            </a:lvl2pPr>
            <a:lvl3pPr lvl="2">
              <a:lnSpc>
                <a:spcPct val="115000"/>
              </a:lnSpc>
              <a:spcBef>
                <a:spcPts val="0"/>
              </a:spcBef>
              <a:spcAft>
                <a:spcPts val="0"/>
              </a:spcAft>
              <a:buSzPts val="1850"/>
              <a:buNone/>
              <a:defRPr sz="2467"/>
            </a:lvl3pPr>
            <a:lvl4pPr lvl="3">
              <a:lnSpc>
                <a:spcPct val="115000"/>
              </a:lnSpc>
              <a:spcBef>
                <a:spcPts val="0"/>
              </a:spcBef>
              <a:spcAft>
                <a:spcPts val="0"/>
              </a:spcAft>
              <a:buSzPts val="1850"/>
              <a:buNone/>
              <a:defRPr sz="2467"/>
            </a:lvl4pPr>
            <a:lvl5pPr lvl="4">
              <a:lnSpc>
                <a:spcPct val="115000"/>
              </a:lnSpc>
              <a:spcBef>
                <a:spcPts val="0"/>
              </a:spcBef>
              <a:spcAft>
                <a:spcPts val="0"/>
              </a:spcAft>
              <a:buSzPts val="1850"/>
              <a:buNone/>
              <a:defRPr sz="2467"/>
            </a:lvl5pPr>
            <a:lvl6pPr lvl="5">
              <a:lnSpc>
                <a:spcPct val="115000"/>
              </a:lnSpc>
              <a:spcBef>
                <a:spcPts val="0"/>
              </a:spcBef>
              <a:spcAft>
                <a:spcPts val="0"/>
              </a:spcAft>
              <a:buSzPts val="1850"/>
              <a:buNone/>
              <a:defRPr sz="2467"/>
            </a:lvl6pPr>
            <a:lvl7pPr lvl="6">
              <a:lnSpc>
                <a:spcPct val="115000"/>
              </a:lnSpc>
              <a:spcBef>
                <a:spcPts val="0"/>
              </a:spcBef>
              <a:spcAft>
                <a:spcPts val="0"/>
              </a:spcAft>
              <a:buSzPts val="1850"/>
              <a:buNone/>
              <a:defRPr sz="2467"/>
            </a:lvl7pPr>
            <a:lvl8pPr lvl="7">
              <a:lnSpc>
                <a:spcPct val="115000"/>
              </a:lnSpc>
              <a:spcBef>
                <a:spcPts val="0"/>
              </a:spcBef>
              <a:spcAft>
                <a:spcPts val="0"/>
              </a:spcAft>
              <a:buSzPts val="1850"/>
              <a:buNone/>
              <a:defRPr sz="2467"/>
            </a:lvl8pPr>
            <a:lvl9pPr lvl="8">
              <a:lnSpc>
                <a:spcPct val="115000"/>
              </a:lnSpc>
              <a:spcBef>
                <a:spcPts val="0"/>
              </a:spcBef>
              <a:spcAft>
                <a:spcPts val="0"/>
              </a:spcAft>
              <a:buSzPts val="1850"/>
              <a:buNone/>
              <a:defRPr sz="2467"/>
            </a:lvl9pPr>
          </a:lstStyle>
          <a:p>
            <a:r>
              <a:rPr lang="ja-JP" altLang="en-US"/>
              <a:t>マスター サブタイトルの書式設定</a:t>
            </a:r>
            <a:endParaRPr dirty="0"/>
          </a:p>
        </p:txBody>
      </p:sp>
      <p:sp>
        <p:nvSpPr>
          <p:cNvPr id="11" name="Google Shape;11;p2"/>
          <p:cNvSpPr/>
          <p:nvPr/>
        </p:nvSpPr>
        <p:spPr>
          <a:xfrm>
            <a:off x="1105480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 name="Google Shape;12;p2"/>
          <p:cNvGrpSpPr/>
          <p:nvPr/>
        </p:nvGrpSpPr>
        <p:grpSpPr>
          <a:xfrm>
            <a:off x="-73833" y="719333"/>
            <a:ext cx="12265800" cy="6138667"/>
            <a:chOff x="-55375" y="539500"/>
            <a:chExt cx="9199350" cy="4604000"/>
          </a:xfrm>
        </p:grpSpPr>
        <p:cxnSp>
          <p:nvCxnSpPr>
            <p:cNvPr id="13" name="Google Shape;13;p2"/>
            <p:cNvCxnSpPr/>
            <p:nvPr/>
          </p:nvCxnSpPr>
          <p:spPr>
            <a:xfrm>
              <a:off x="-55375" y="460857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4" name="Google Shape;14;p2"/>
            <p:cNvCxnSpPr/>
            <p:nvPr/>
          </p:nvCxnSpPr>
          <p:spPr>
            <a:xfrm>
              <a:off x="4751675" y="539500"/>
              <a:ext cx="4392300" cy="0"/>
            </a:xfrm>
            <a:prstGeom prst="straightConnector1">
              <a:avLst/>
            </a:prstGeom>
            <a:noFill/>
            <a:ln w="9525" cap="flat" cmpd="sng">
              <a:solidFill>
                <a:schemeClr val="dk1"/>
              </a:solidFill>
              <a:prstDash val="solid"/>
              <a:round/>
              <a:headEnd type="none" w="med" len="med"/>
              <a:tailEnd type="none" w="med" len="med"/>
            </a:ln>
          </p:spPr>
        </p:cxnSp>
        <p:cxnSp>
          <p:nvCxnSpPr>
            <p:cNvPr id="15" name="Google Shape;15;p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456453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950967" y="627533"/>
            <a:ext cx="10290000" cy="653915"/>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24" name="Google Shape;24;p4"/>
          <p:cNvSpPr txBox="1">
            <a:spLocks noGrp="1"/>
          </p:cNvSpPr>
          <p:nvPr>
            <p:ph type="subTitle" idx="1"/>
          </p:nvPr>
        </p:nvSpPr>
        <p:spPr>
          <a:xfrm>
            <a:off x="951000" y="1622732"/>
            <a:ext cx="10290000" cy="653915"/>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28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5" name="Google Shape;25;p4"/>
          <p:cNvSpPr/>
          <p:nvPr/>
        </p:nvSpPr>
        <p:spPr>
          <a:xfrm flipH="1">
            <a:off x="0" y="0"/>
            <a:ext cx="121920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6" name="Google Shape;26;p4"/>
          <p:cNvGrpSpPr/>
          <p:nvPr/>
        </p:nvGrpSpPr>
        <p:grpSpPr>
          <a:xfrm>
            <a:off x="200" y="1"/>
            <a:ext cx="11813400" cy="6501367"/>
            <a:chOff x="150" y="0"/>
            <a:chExt cx="8860050" cy="4876025"/>
          </a:xfrm>
        </p:grpSpPr>
        <p:cxnSp>
          <p:nvCxnSpPr>
            <p:cNvPr id="27" name="Google Shape;27;p4"/>
            <p:cNvCxnSpPr/>
            <p:nvPr/>
          </p:nvCxnSpPr>
          <p:spPr>
            <a:xfrm>
              <a:off x="8860200" y="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28" name="Google Shape;28;p4"/>
            <p:cNvCxnSpPr/>
            <p:nvPr/>
          </p:nvCxnSpPr>
          <p:spPr>
            <a:xfrm rot="10800000">
              <a:off x="150" y="4876025"/>
              <a:ext cx="84447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531490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31" name="Google Shape;31;p5"/>
          <p:cNvSpPr txBox="1">
            <a:spLocks noGrp="1"/>
          </p:cNvSpPr>
          <p:nvPr>
            <p:ph type="subTitle" idx="1"/>
          </p:nvPr>
        </p:nvSpPr>
        <p:spPr>
          <a:xfrm>
            <a:off x="2502806" y="2754000"/>
            <a:ext cx="7186326"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4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32" name="Google Shape;32;p5"/>
          <p:cNvSpPr txBox="1">
            <a:spLocks noGrp="1"/>
          </p:cNvSpPr>
          <p:nvPr>
            <p:ph type="subTitle" idx="2"/>
          </p:nvPr>
        </p:nvSpPr>
        <p:spPr>
          <a:xfrm>
            <a:off x="2502837" y="2025900"/>
            <a:ext cx="7186326"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800">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33" name="Google Shape;33;p5"/>
          <p:cNvSpPr txBox="1">
            <a:spLocks noGrp="1"/>
          </p:cNvSpPr>
          <p:nvPr>
            <p:ph type="subTitle" idx="3"/>
          </p:nvPr>
        </p:nvSpPr>
        <p:spPr>
          <a:xfrm>
            <a:off x="2502806" y="4845532"/>
            <a:ext cx="7186326"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4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34" name="Google Shape;34;p5"/>
          <p:cNvSpPr txBox="1">
            <a:spLocks noGrp="1"/>
          </p:cNvSpPr>
          <p:nvPr>
            <p:ph type="subTitle" idx="4"/>
          </p:nvPr>
        </p:nvSpPr>
        <p:spPr>
          <a:xfrm>
            <a:off x="2502806" y="4147932"/>
            <a:ext cx="7186326"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800">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35" name="Google Shape;35;p5"/>
          <p:cNvSpPr/>
          <p:nvPr/>
        </p:nvSpPr>
        <p:spPr>
          <a:xfrm flipH="1">
            <a:off x="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36" name="Google Shape;36;p5"/>
          <p:cNvCxnSpPr/>
          <p:nvPr/>
        </p:nvCxnSpPr>
        <p:spPr>
          <a:xfrm rot="10800000">
            <a:off x="11819767" y="0"/>
            <a:ext cx="0" cy="55080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678068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39" name="Google Shape;39;p6"/>
          <p:cNvSpPr/>
          <p:nvPr/>
        </p:nvSpPr>
        <p:spPr>
          <a:xfrm>
            <a:off x="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0" name="Google Shape;40;p6"/>
          <p:cNvGrpSpPr/>
          <p:nvPr/>
        </p:nvGrpSpPr>
        <p:grpSpPr>
          <a:xfrm>
            <a:off x="189201" y="-34"/>
            <a:ext cx="12002700" cy="6501401"/>
            <a:chOff x="141900" y="-26"/>
            <a:chExt cx="9002025" cy="4876051"/>
          </a:xfrm>
        </p:grpSpPr>
        <p:cxnSp>
          <p:nvCxnSpPr>
            <p:cNvPr id="41" name="Google Shape;41;p6"/>
            <p:cNvCxnSpPr/>
            <p:nvPr/>
          </p:nvCxnSpPr>
          <p:spPr>
            <a:xfrm>
              <a:off x="4576425" y="4876025"/>
              <a:ext cx="4567500" cy="0"/>
            </a:xfrm>
            <a:prstGeom prst="straightConnector1">
              <a:avLst/>
            </a:prstGeom>
            <a:noFill/>
            <a:ln w="9525" cap="flat" cmpd="sng">
              <a:solidFill>
                <a:schemeClr val="dk1"/>
              </a:solidFill>
              <a:prstDash val="solid"/>
              <a:round/>
              <a:headEnd type="none" w="med" len="med"/>
              <a:tailEnd type="none" w="med" len="med"/>
            </a:ln>
          </p:spPr>
        </p:cxnSp>
        <p:cxnSp>
          <p:nvCxnSpPr>
            <p:cNvPr id="42" name="Google Shape;42;p6"/>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726683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950967" y="692100"/>
            <a:ext cx="3719600" cy="2629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rtl="0">
              <a:lnSpc>
                <a:spcPct val="90000"/>
              </a:lnSpc>
              <a:spcBef>
                <a:spcPts val="0"/>
              </a:spcBef>
              <a:spcAft>
                <a:spcPts val="0"/>
              </a:spcAft>
              <a:buSzPts val="3100"/>
              <a:buNone/>
              <a:defRPr/>
            </a:lvl2pPr>
            <a:lvl3pPr lvl="2" rtl="0">
              <a:lnSpc>
                <a:spcPct val="90000"/>
              </a:lnSpc>
              <a:spcBef>
                <a:spcPts val="0"/>
              </a:spcBef>
              <a:spcAft>
                <a:spcPts val="0"/>
              </a:spcAft>
              <a:buSzPts val="3100"/>
              <a:buNone/>
              <a:defRPr/>
            </a:lvl3pPr>
            <a:lvl4pPr lvl="3" rtl="0">
              <a:lnSpc>
                <a:spcPct val="90000"/>
              </a:lnSpc>
              <a:spcBef>
                <a:spcPts val="0"/>
              </a:spcBef>
              <a:spcAft>
                <a:spcPts val="0"/>
              </a:spcAft>
              <a:buSzPts val="3100"/>
              <a:buNone/>
              <a:defRPr/>
            </a:lvl4pPr>
            <a:lvl5pPr lvl="4" rtl="0">
              <a:lnSpc>
                <a:spcPct val="90000"/>
              </a:lnSpc>
              <a:spcBef>
                <a:spcPts val="0"/>
              </a:spcBef>
              <a:spcAft>
                <a:spcPts val="0"/>
              </a:spcAft>
              <a:buSzPts val="3100"/>
              <a:buNone/>
              <a:defRPr/>
            </a:lvl5pPr>
            <a:lvl6pPr lvl="5" rtl="0">
              <a:lnSpc>
                <a:spcPct val="90000"/>
              </a:lnSpc>
              <a:spcBef>
                <a:spcPts val="0"/>
              </a:spcBef>
              <a:spcAft>
                <a:spcPts val="0"/>
              </a:spcAft>
              <a:buSzPts val="3100"/>
              <a:buNone/>
              <a:defRPr/>
            </a:lvl6pPr>
            <a:lvl7pPr lvl="6" rtl="0">
              <a:lnSpc>
                <a:spcPct val="90000"/>
              </a:lnSpc>
              <a:spcBef>
                <a:spcPts val="0"/>
              </a:spcBef>
              <a:spcAft>
                <a:spcPts val="0"/>
              </a:spcAft>
              <a:buSzPts val="3100"/>
              <a:buNone/>
              <a:defRPr/>
            </a:lvl7pPr>
            <a:lvl8pPr lvl="7" rtl="0">
              <a:lnSpc>
                <a:spcPct val="90000"/>
              </a:lnSpc>
              <a:spcBef>
                <a:spcPts val="0"/>
              </a:spcBef>
              <a:spcAft>
                <a:spcPts val="0"/>
              </a:spcAft>
              <a:buSzPts val="3100"/>
              <a:buNone/>
              <a:defRPr/>
            </a:lvl8pPr>
            <a:lvl9pPr lvl="8" rtl="0">
              <a:lnSpc>
                <a:spcPct val="90000"/>
              </a:lnSpc>
              <a:spcBef>
                <a:spcPts val="0"/>
              </a:spcBef>
              <a:spcAft>
                <a:spcPts val="0"/>
              </a:spcAft>
              <a:buSzPts val="3100"/>
              <a:buNone/>
              <a:defRPr/>
            </a:lvl9pPr>
          </a:lstStyle>
          <a:p>
            <a:r>
              <a:rPr lang="ja-JP" altLang="en-US"/>
              <a:t>マスター タイトルの書式設定</a:t>
            </a:r>
            <a:endParaRPr dirty="0"/>
          </a:p>
        </p:txBody>
      </p:sp>
      <p:sp>
        <p:nvSpPr>
          <p:cNvPr id="45" name="Google Shape;45;p7"/>
          <p:cNvSpPr txBox="1">
            <a:spLocks noGrp="1"/>
          </p:cNvSpPr>
          <p:nvPr>
            <p:ph type="subTitle" idx="1"/>
          </p:nvPr>
        </p:nvSpPr>
        <p:spPr>
          <a:xfrm>
            <a:off x="950967" y="3411841"/>
            <a:ext cx="3719600" cy="1860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46" name="Google Shape;46;p7"/>
          <p:cNvSpPr>
            <a:spLocks noGrp="1"/>
          </p:cNvSpPr>
          <p:nvPr>
            <p:ph type="pic" idx="2"/>
          </p:nvPr>
        </p:nvSpPr>
        <p:spPr>
          <a:xfrm>
            <a:off x="6096000" y="0"/>
            <a:ext cx="6096000" cy="6858000"/>
          </a:xfrm>
          <a:prstGeom prst="rect">
            <a:avLst/>
          </a:prstGeom>
          <a:noFill/>
          <a:ln>
            <a:noFill/>
          </a:ln>
        </p:spPr>
        <p:txBody>
          <a:bodyPr/>
          <a:lstStyle>
            <a:lvl1pPr>
              <a:defRPr>
                <a:latin typeface="LINE Seed JP App_TTF Regular" panose="02020500000000000000" pitchFamily="18" charset="-128"/>
                <a:ea typeface="LINE Seed JP App_TTF Regular" panose="02020500000000000000" pitchFamily="18" charset="-128"/>
              </a:defRPr>
            </a:lvl1pPr>
          </a:lstStyle>
          <a:p>
            <a:r>
              <a:rPr lang="ja-JP" altLang="en-US"/>
              <a:t>アイコンをクリックして図を追加</a:t>
            </a:r>
            <a:endParaRPr lang="ja-JP" altLang="en-US" dirty="0"/>
          </a:p>
        </p:txBody>
      </p:sp>
      <p:sp>
        <p:nvSpPr>
          <p:cNvPr id="47" name="Google Shape;47;p7"/>
          <p:cNvSpPr/>
          <p:nvPr/>
        </p:nvSpPr>
        <p:spPr>
          <a:xfrm>
            <a:off x="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8" name="Google Shape;48;p7"/>
          <p:cNvGrpSpPr/>
          <p:nvPr/>
        </p:nvGrpSpPr>
        <p:grpSpPr>
          <a:xfrm>
            <a:off x="1" y="-400"/>
            <a:ext cx="5083033" cy="6145167"/>
            <a:chOff x="0" y="-300"/>
            <a:chExt cx="3812275" cy="4608875"/>
          </a:xfrm>
        </p:grpSpPr>
        <p:cxnSp>
          <p:nvCxnSpPr>
            <p:cNvPr id="49" name="Google Shape;49;p7"/>
            <p:cNvCxnSpPr/>
            <p:nvPr/>
          </p:nvCxnSpPr>
          <p:spPr>
            <a:xfrm rot="10800000">
              <a:off x="3812275" y="-300"/>
              <a:ext cx="0" cy="699000"/>
            </a:xfrm>
            <a:prstGeom prst="straightConnector1">
              <a:avLst/>
            </a:prstGeom>
            <a:noFill/>
            <a:ln w="9525" cap="flat" cmpd="sng">
              <a:solidFill>
                <a:schemeClr val="dk1"/>
              </a:solidFill>
              <a:prstDash val="solid"/>
              <a:round/>
              <a:headEnd type="none" w="med" len="med"/>
              <a:tailEnd type="none" w="med" len="med"/>
            </a:ln>
          </p:spPr>
        </p:cxnSp>
        <p:cxnSp>
          <p:nvCxnSpPr>
            <p:cNvPr id="50" name="Google Shape;50;p7"/>
            <p:cNvCxnSpPr/>
            <p:nvPr/>
          </p:nvCxnSpPr>
          <p:spPr>
            <a:xfrm>
              <a:off x="0" y="4608575"/>
              <a:ext cx="33870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304654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2486400" y="1625367"/>
            <a:ext cx="7219200" cy="30648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6000"/>
              <a:buNone/>
              <a:defRPr sz="5400">
                <a:latin typeface="LINE Seed JP App_TTF Bold" panose="02020700000000000000" pitchFamily="18" charset="-128"/>
                <a:ea typeface="LINE Seed JP App_TTF Bold" panose="02020700000000000000" pitchFamily="18" charset="-128"/>
              </a:defRPr>
            </a:lvl1pPr>
            <a:lvl2pPr lvl="1">
              <a:lnSpc>
                <a:spcPct val="90000"/>
              </a:lnSpc>
              <a:spcBef>
                <a:spcPts val="0"/>
              </a:spcBef>
              <a:spcAft>
                <a:spcPts val="0"/>
              </a:spcAft>
              <a:buSzPts val="6000"/>
              <a:buNone/>
              <a:defRPr sz="8000"/>
            </a:lvl2pPr>
            <a:lvl3pPr lvl="2">
              <a:lnSpc>
                <a:spcPct val="90000"/>
              </a:lnSpc>
              <a:spcBef>
                <a:spcPts val="0"/>
              </a:spcBef>
              <a:spcAft>
                <a:spcPts val="0"/>
              </a:spcAft>
              <a:buSzPts val="6000"/>
              <a:buNone/>
              <a:defRPr sz="8000"/>
            </a:lvl3pPr>
            <a:lvl4pPr lvl="3">
              <a:lnSpc>
                <a:spcPct val="90000"/>
              </a:lnSpc>
              <a:spcBef>
                <a:spcPts val="0"/>
              </a:spcBef>
              <a:spcAft>
                <a:spcPts val="0"/>
              </a:spcAft>
              <a:buSzPts val="6000"/>
              <a:buNone/>
              <a:defRPr sz="8000"/>
            </a:lvl4pPr>
            <a:lvl5pPr lvl="4">
              <a:lnSpc>
                <a:spcPct val="90000"/>
              </a:lnSpc>
              <a:spcBef>
                <a:spcPts val="0"/>
              </a:spcBef>
              <a:spcAft>
                <a:spcPts val="0"/>
              </a:spcAft>
              <a:buSzPts val="6000"/>
              <a:buNone/>
              <a:defRPr sz="8000"/>
            </a:lvl5pPr>
            <a:lvl6pPr lvl="5">
              <a:lnSpc>
                <a:spcPct val="90000"/>
              </a:lnSpc>
              <a:spcBef>
                <a:spcPts val="0"/>
              </a:spcBef>
              <a:spcAft>
                <a:spcPts val="0"/>
              </a:spcAft>
              <a:buSzPts val="6000"/>
              <a:buNone/>
              <a:defRPr sz="8000"/>
            </a:lvl6pPr>
            <a:lvl7pPr lvl="6">
              <a:lnSpc>
                <a:spcPct val="90000"/>
              </a:lnSpc>
              <a:spcBef>
                <a:spcPts val="0"/>
              </a:spcBef>
              <a:spcAft>
                <a:spcPts val="0"/>
              </a:spcAft>
              <a:buSzPts val="6000"/>
              <a:buNone/>
              <a:defRPr sz="8000"/>
            </a:lvl7pPr>
            <a:lvl8pPr lvl="7">
              <a:lnSpc>
                <a:spcPct val="90000"/>
              </a:lnSpc>
              <a:spcBef>
                <a:spcPts val="0"/>
              </a:spcBef>
              <a:spcAft>
                <a:spcPts val="0"/>
              </a:spcAft>
              <a:buSzPts val="6000"/>
              <a:buNone/>
              <a:defRPr sz="8000"/>
            </a:lvl8pPr>
            <a:lvl9pPr lvl="8">
              <a:lnSpc>
                <a:spcPct val="90000"/>
              </a:lnSpc>
              <a:spcBef>
                <a:spcPts val="0"/>
              </a:spcBef>
              <a:spcAft>
                <a:spcPts val="0"/>
              </a:spcAft>
              <a:buSzPts val="6000"/>
              <a:buNone/>
              <a:defRPr sz="8000"/>
            </a:lvl9pPr>
          </a:lstStyle>
          <a:p>
            <a:r>
              <a:rPr lang="ja-JP" altLang="en-US"/>
              <a:t>マスター タイトルの書式設定</a:t>
            </a:r>
            <a:endParaRPr dirty="0"/>
          </a:p>
        </p:txBody>
      </p:sp>
      <p:sp>
        <p:nvSpPr>
          <p:cNvPr id="53" name="Google Shape;53;p8"/>
          <p:cNvSpPr/>
          <p:nvPr/>
        </p:nvSpPr>
        <p:spPr>
          <a:xfrm flipH="1">
            <a:off x="-73833"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4" name="Google Shape;54;p8"/>
          <p:cNvGrpSpPr/>
          <p:nvPr/>
        </p:nvGrpSpPr>
        <p:grpSpPr>
          <a:xfrm flipH="1">
            <a:off x="-73600" y="719333"/>
            <a:ext cx="12265600" cy="6138667"/>
            <a:chOff x="-55375" y="539500"/>
            <a:chExt cx="9199200" cy="4604000"/>
          </a:xfrm>
        </p:grpSpPr>
        <p:cxnSp>
          <p:nvCxnSpPr>
            <p:cNvPr id="55" name="Google Shape;55;p8"/>
            <p:cNvCxnSpPr/>
            <p:nvPr/>
          </p:nvCxnSpPr>
          <p:spPr>
            <a:xfrm>
              <a:off x="-55375" y="4608575"/>
              <a:ext cx="5659200" cy="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8"/>
            <p:cNvCxnSpPr/>
            <p:nvPr/>
          </p:nvCxnSpPr>
          <p:spPr>
            <a:xfrm>
              <a:off x="4502525" y="539500"/>
              <a:ext cx="4641300" cy="0"/>
            </a:xfrm>
            <a:prstGeom prst="straightConnector1">
              <a:avLst/>
            </a:prstGeom>
            <a:noFill/>
            <a:ln w="9525" cap="flat" cmpd="sng">
              <a:solidFill>
                <a:schemeClr val="dk1"/>
              </a:solidFill>
              <a:prstDash val="solid"/>
              <a:round/>
              <a:headEnd type="none" w="med" len="med"/>
              <a:tailEnd type="none" w="med" len="med"/>
            </a:ln>
          </p:spPr>
        </p:cxnSp>
        <p:cxnSp>
          <p:nvCxnSpPr>
            <p:cNvPr id="57" name="Google Shape;57;p8"/>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469898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5"/>
        <p:cNvGrpSpPr/>
        <p:nvPr/>
      </p:nvGrpSpPr>
      <p:grpSpPr>
        <a:xfrm>
          <a:off x="0" y="0"/>
          <a:ext cx="0" cy="0"/>
          <a:chOff x="0" y="0"/>
          <a:chExt cx="0" cy="0"/>
        </a:xfrm>
      </p:grpSpPr>
      <p:sp>
        <p:nvSpPr>
          <p:cNvPr id="66" name="Google Shape;66;p10"/>
          <p:cNvSpPr>
            <a:spLocks noGrp="1"/>
          </p:cNvSpPr>
          <p:nvPr>
            <p:ph type="pic" idx="2"/>
          </p:nvPr>
        </p:nvSpPr>
        <p:spPr>
          <a:xfrm>
            <a:off x="0" y="0"/>
            <a:ext cx="12192000" cy="6858000"/>
          </a:xfrm>
          <a:prstGeom prst="rect">
            <a:avLst/>
          </a:prstGeom>
          <a:noFill/>
          <a:ln>
            <a:noFill/>
          </a:ln>
        </p:spPr>
        <p:txBody>
          <a:bodyPr/>
          <a:lstStyle>
            <a:lvl1pPr>
              <a:defRPr>
                <a:latin typeface="LINE Seed JP App_TTF Regular" panose="02020500000000000000" pitchFamily="18" charset="-128"/>
                <a:ea typeface="LINE Seed JP App_TTF Regular" panose="02020500000000000000" pitchFamily="18" charset="-128"/>
              </a:defRPr>
            </a:lvl1pPr>
          </a:lstStyle>
          <a:p>
            <a:r>
              <a:rPr lang="ja-JP" altLang="en-US"/>
              <a:t>アイコンをクリックして図を追加</a:t>
            </a:r>
            <a:endParaRPr lang="ja-JP" altLang="en-US" dirty="0"/>
          </a:p>
        </p:txBody>
      </p:sp>
      <p:sp>
        <p:nvSpPr>
          <p:cNvPr id="67" name="Google Shape;67;p10"/>
          <p:cNvSpPr txBox="1">
            <a:spLocks noGrp="1"/>
          </p:cNvSpPr>
          <p:nvPr>
            <p:ph type="title"/>
          </p:nvPr>
        </p:nvSpPr>
        <p:spPr>
          <a:xfrm>
            <a:off x="950967" y="5262500"/>
            <a:ext cx="10290000" cy="8824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lgn="l" rtl="0">
              <a:spcBef>
                <a:spcPts val="0"/>
              </a:spcBef>
              <a:spcAft>
                <a:spcPts val="0"/>
              </a:spcAft>
              <a:buSzPts val="3100"/>
              <a:buNone/>
              <a:defRPr/>
            </a:lvl2pPr>
            <a:lvl3pPr lvl="2" algn="l" rtl="0">
              <a:spcBef>
                <a:spcPts val="0"/>
              </a:spcBef>
              <a:spcAft>
                <a:spcPts val="0"/>
              </a:spcAft>
              <a:buSzPts val="3100"/>
              <a:buNone/>
              <a:defRPr/>
            </a:lvl3pPr>
            <a:lvl4pPr lvl="3" algn="l" rtl="0">
              <a:spcBef>
                <a:spcPts val="0"/>
              </a:spcBef>
              <a:spcAft>
                <a:spcPts val="0"/>
              </a:spcAft>
              <a:buSzPts val="3100"/>
              <a:buNone/>
              <a:defRPr/>
            </a:lvl4pPr>
            <a:lvl5pPr lvl="4" algn="l" rtl="0">
              <a:spcBef>
                <a:spcPts val="0"/>
              </a:spcBef>
              <a:spcAft>
                <a:spcPts val="0"/>
              </a:spcAft>
              <a:buSzPts val="3100"/>
              <a:buNone/>
              <a:defRPr/>
            </a:lvl5pPr>
            <a:lvl6pPr lvl="5" algn="l" rtl="0">
              <a:spcBef>
                <a:spcPts val="0"/>
              </a:spcBef>
              <a:spcAft>
                <a:spcPts val="0"/>
              </a:spcAft>
              <a:buSzPts val="3100"/>
              <a:buNone/>
              <a:defRPr/>
            </a:lvl6pPr>
            <a:lvl7pPr lvl="6" algn="l" rtl="0">
              <a:spcBef>
                <a:spcPts val="0"/>
              </a:spcBef>
              <a:spcAft>
                <a:spcPts val="0"/>
              </a:spcAft>
              <a:buSzPts val="3100"/>
              <a:buNone/>
              <a:defRPr/>
            </a:lvl7pPr>
            <a:lvl8pPr lvl="7" algn="l" rtl="0">
              <a:spcBef>
                <a:spcPts val="0"/>
              </a:spcBef>
              <a:spcAft>
                <a:spcPts val="0"/>
              </a:spcAft>
              <a:buSzPts val="3100"/>
              <a:buNone/>
              <a:defRPr/>
            </a:lvl8pPr>
            <a:lvl9pPr lvl="8" algn="l" rtl="0">
              <a:spcBef>
                <a:spcPts val="0"/>
              </a:spcBef>
              <a:spcAft>
                <a:spcPts val="0"/>
              </a:spcAft>
              <a:buSzPts val="3100"/>
              <a:buNone/>
              <a:defRPr/>
            </a:lvl9pPr>
          </a:lstStyle>
          <a:p>
            <a:r>
              <a:rPr lang="ja-JP" altLang="en-US"/>
              <a:t>マスター タイトルの書式設定</a:t>
            </a:r>
            <a:endParaRPr dirty="0"/>
          </a:p>
        </p:txBody>
      </p:sp>
    </p:spTree>
    <p:extLst>
      <p:ext uri="{BB962C8B-B14F-4D97-AF65-F5344CB8AC3E}">
        <p14:creationId xmlns:p14="http://schemas.microsoft.com/office/powerpoint/2010/main" val="3645386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8"/>
        <p:cNvGrpSpPr/>
        <p:nvPr/>
      </p:nvGrpSpPr>
      <p:grpSpPr>
        <a:xfrm>
          <a:off x="0" y="0"/>
          <a:ext cx="0" cy="0"/>
          <a:chOff x="0" y="0"/>
          <a:chExt cx="0" cy="0"/>
        </a:xfrm>
      </p:grpSpPr>
      <p:sp>
        <p:nvSpPr>
          <p:cNvPr id="69" name="Google Shape;69;p11"/>
          <p:cNvSpPr txBox="1">
            <a:spLocks noGrp="1"/>
          </p:cNvSpPr>
          <p:nvPr>
            <p:ph type="title" hasCustomPrompt="1"/>
          </p:nvPr>
        </p:nvSpPr>
        <p:spPr>
          <a:xfrm>
            <a:off x="2139200" y="1806077"/>
            <a:ext cx="7913600" cy="2459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3000"/>
              <a:buNone/>
              <a:defRPr sz="9866">
                <a:latin typeface="LINE Seed JP App_TTF Bold" panose="02020700000000000000" pitchFamily="18" charset="-128"/>
                <a:ea typeface="LINE Seed JP App_TTF Bold" panose="02020700000000000000" pitchFamily="18" charset="-128"/>
              </a:defRPr>
            </a:lvl1pPr>
            <a:lvl2pPr lvl="1" algn="ctr">
              <a:spcBef>
                <a:spcPts val="0"/>
              </a:spcBef>
              <a:spcAft>
                <a:spcPts val="0"/>
              </a:spcAft>
              <a:buSzPts val="13000"/>
              <a:buNone/>
              <a:defRPr sz="17333"/>
            </a:lvl2pPr>
            <a:lvl3pPr lvl="2" algn="ctr">
              <a:spcBef>
                <a:spcPts val="0"/>
              </a:spcBef>
              <a:spcAft>
                <a:spcPts val="0"/>
              </a:spcAft>
              <a:buSzPts val="13000"/>
              <a:buNone/>
              <a:defRPr sz="17333"/>
            </a:lvl3pPr>
            <a:lvl4pPr lvl="3" algn="ctr">
              <a:spcBef>
                <a:spcPts val="0"/>
              </a:spcBef>
              <a:spcAft>
                <a:spcPts val="0"/>
              </a:spcAft>
              <a:buSzPts val="13000"/>
              <a:buNone/>
              <a:defRPr sz="17333"/>
            </a:lvl4pPr>
            <a:lvl5pPr lvl="4" algn="ctr">
              <a:spcBef>
                <a:spcPts val="0"/>
              </a:spcBef>
              <a:spcAft>
                <a:spcPts val="0"/>
              </a:spcAft>
              <a:buSzPts val="13000"/>
              <a:buNone/>
              <a:defRPr sz="17333"/>
            </a:lvl5pPr>
            <a:lvl6pPr lvl="5" algn="ctr">
              <a:spcBef>
                <a:spcPts val="0"/>
              </a:spcBef>
              <a:spcAft>
                <a:spcPts val="0"/>
              </a:spcAft>
              <a:buSzPts val="13000"/>
              <a:buNone/>
              <a:defRPr sz="17333"/>
            </a:lvl6pPr>
            <a:lvl7pPr lvl="6" algn="ctr">
              <a:spcBef>
                <a:spcPts val="0"/>
              </a:spcBef>
              <a:spcAft>
                <a:spcPts val="0"/>
              </a:spcAft>
              <a:buSzPts val="13000"/>
              <a:buNone/>
              <a:defRPr sz="17333"/>
            </a:lvl7pPr>
            <a:lvl8pPr lvl="7" algn="ctr">
              <a:spcBef>
                <a:spcPts val="0"/>
              </a:spcBef>
              <a:spcAft>
                <a:spcPts val="0"/>
              </a:spcAft>
              <a:buSzPts val="13000"/>
              <a:buNone/>
              <a:defRPr sz="17333"/>
            </a:lvl8pPr>
            <a:lvl9pPr lvl="8" algn="ctr">
              <a:spcBef>
                <a:spcPts val="0"/>
              </a:spcBef>
              <a:spcAft>
                <a:spcPts val="0"/>
              </a:spcAft>
              <a:buSzPts val="13000"/>
              <a:buNone/>
              <a:defRPr sz="17333"/>
            </a:lvl9pPr>
          </a:lstStyle>
          <a:p>
            <a:r>
              <a:rPr dirty="0"/>
              <a:t>xx%</a:t>
            </a:r>
          </a:p>
        </p:txBody>
      </p:sp>
      <p:sp>
        <p:nvSpPr>
          <p:cNvPr id="70" name="Google Shape;70;p11"/>
          <p:cNvSpPr txBox="1">
            <a:spLocks noGrp="1"/>
          </p:cNvSpPr>
          <p:nvPr>
            <p:ph type="subTitle" idx="1"/>
          </p:nvPr>
        </p:nvSpPr>
        <p:spPr>
          <a:xfrm>
            <a:off x="2139200" y="4265523"/>
            <a:ext cx="7913600" cy="786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850"/>
              <a:buNone/>
              <a:defRPr sz="2067">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850"/>
              <a:buNone/>
              <a:defRPr sz="2467"/>
            </a:lvl2pPr>
            <a:lvl3pPr lvl="2" algn="ctr" rtl="0">
              <a:lnSpc>
                <a:spcPct val="115000"/>
              </a:lnSpc>
              <a:spcBef>
                <a:spcPts val="0"/>
              </a:spcBef>
              <a:spcAft>
                <a:spcPts val="0"/>
              </a:spcAft>
              <a:buSzPts val="1850"/>
              <a:buNone/>
              <a:defRPr sz="2467"/>
            </a:lvl3pPr>
            <a:lvl4pPr lvl="3" algn="ctr" rtl="0">
              <a:lnSpc>
                <a:spcPct val="115000"/>
              </a:lnSpc>
              <a:spcBef>
                <a:spcPts val="0"/>
              </a:spcBef>
              <a:spcAft>
                <a:spcPts val="0"/>
              </a:spcAft>
              <a:buSzPts val="1850"/>
              <a:buNone/>
              <a:defRPr sz="2467"/>
            </a:lvl4pPr>
            <a:lvl5pPr lvl="4" algn="ctr" rtl="0">
              <a:lnSpc>
                <a:spcPct val="115000"/>
              </a:lnSpc>
              <a:spcBef>
                <a:spcPts val="0"/>
              </a:spcBef>
              <a:spcAft>
                <a:spcPts val="0"/>
              </a:spcAft>
              <a:buSzPts val="1850"/>
              <a:buNone/>
              <a:defRPr sz="2467"/>
            </a:lvl5pPr>
            <a:lvl6pPr lvl="5" algn="ctr" rtl="0">
              <a:lnSpc>
                <a:spcPct val="115000"/>
              </a:lnSpc>
              <a:spcBef>
                <a:spcPts val="0"/>
              </a:spcBef>
              <a:spcAft>
                <a:spcPts val="0"/>
              </a:spcAft>
              <a:buSzPts val="1850"/>
              <a:buNone/>
              <a:defRPr sz="2467"/>
            </a:lvl6pPr>
            <a:lvl7pPr lvl="6" algn="ctr" rtl="0">
              <a:lnSpc>
                <a:spcPct val="115000"/>
              </a:lnSpc>
              <a:spcBef>
                <a:spcPts val="0"/>
              </a:spcBef>
              <a:spcAft>
                <a:spcPts val="0"/>
              </a:spcAft>
              <a:buSzPts val="1850"/>
              <a:buNone/>
              <a:defRPr sz="2467"/>
            </a:lvl7pPr>
            <a:lvl8pPr lvl="7" algn="ctr" rtl="0">
              <a:lnSpc>
                <a:spcPct val="115000"/>
              </a:lnSpc>
              <a:spcBef>
                <a:spcPts val="0"/>
              </a:spcBef>
              <a:spcAft>
                <a:spcPts val="0"/>
              </a:spcAft>
              <a:buSzPts val="1850"/>
              <a:buNone/>
              <a:defRPr sz="2467"/>
            </a:lvl8pPr>
            <a:lvl9pPr lvl="8" algn="ctr" rtl="0">
              <a:lnSpc>
                <a:spcPct val="115000"/>
              </a:lnSpc>
              <a:spcBef>
                <a:spcPts val="0"/>
              </a:spcBef>
              <a:spcAft>
                <a:spcPts val="0"/>
              </a:spcAft>
              <a:buSzPts val="1850"/>
              <a:buNone/>
              <a:defRPr sz="2467"/>
            </a:lvl9pPr>
          </a:lstStyle>
          <a:p>
            <a:r>
              <a:rPr lang="ja-JP" altLang="en-US"/>
              <a:t>マスター サブタイトルの書式設定</a:t>
            </a:r>
            <a:endParaRPr dirty="0"/>
          </a:p>
        </p:txBody>
      </p:sp>
      <p:sp>
        <p:nvSpPr>
          <p:cNvPr id="71" name="Google Shape;71;p11"/>
          <p:cNvSpPr/>
          <p:nvPr/>
        </p:nvSpPr>
        <p:spPr>
          <a:xfrm rot="10800000">
            <a:off x="-73833"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2" name="Google Shape;72;p11"/>
          <p:cNvGrpSpPr/>
          <p:nvPr/>
        </p:nvGrpSpPr>
        <p:grpSpPr>
          <a:xfrm rot="10800000">
            <a:off x="-73766" y="0"/>
            <a:ext cx="12265767" cy="6138667"/>
            <a:chOff x="-55375" y="539500"/>
            <a:chExt cx="9199325" cy="4604000"/>
          </a:xfrm>
        </p:grpSpPr>
        <p:cxnSp>
          <p:nvCxnSpPr>
            <p:cNvPr id="73" name="Google Shape;73;p11"/>
            <p:cNvCxnSpPr/>
            <p:nvPr/>
          </p:nvCxnSpPr>
          <p:spPr>
            <a:xfrm>
              <a:off x="-55375" y="4608575"/>
              <a:ext cx="4563600" cy="0"/>
            </a:xfrm>
            <a:prstGeom prst="straightConnector1">
              <a:avLst/>
            </a:prstGeom>
            <a:noFill/>
            <a:ln w="9525" cap="flat" cmpd="sng">
              <a:solidFill>
                <a:schemeClr val="dk1"/>
              </a:solidFill>
              <a:prstDash val="solid"/>
              <a:round/>
              <a:headEnd type="none" w="med" len="med"/>
              <a:tailEnd type="none" w="med" len="med"/>
            </a:ln>
          </p:spPr>
        </p:cxnSp>
        <p:cxnSp>
          <p:nvCxnSpPr>
            <p:cNvPr id="74" name="Google Shape;74;p11"/>
            <p:cNvCxnSpPr/>
            <p:nvPr/>
          </p:nvCxnSpPr>
          <p:spPr>
            <a:xfrm>
              <a:off x="2576350" y="539500"/>
              <a:ext cx="6567600" cy="0"/>
            </a:xfrm>
            <a:prstGeom prst="straightConnector1">
              <a:avLst/>
            </a:prstGeom>
            <a:noFill/>
            <a:ln w="9525" cap="flat" cmpd="sng">
              <a:solidFill>
                <a:schemeClr val="dk1"/>
              </a:solidFill>
              <a:prstDash val="solid"/>
              <a:round/>
              <a:headEnd type="none" w="med" len="med"/>
              <a:tailEnd type="none" w="med" len="med"/>
            </a:ln>
          </p:spPr>
        </p:cxnSp>
        <p:cxnSp>
          <p:nvCxnSpPr>
            <p:cNvPr id="75" name="Google Shape;75;p11"/>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652705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76"/>
        <p:cNvGrpSpPr/>
        <p:nvPr/>
      </p:nvGrpSpPr>
      <p:grpSpPr>
        <a:xfrm>
          <a:off x="0" y="0"/>
          <a:ext cx="0" cy="0"/>
          <a:chOff x="0" y="0"/>
          <a:chExt cx="0" cy="0"/>
        </a:xfrm>
      </p:grpSpPr>
    </p:spTree>
    <p:extLst>
      <p:ext uri="{BB962C8B-B14F-4D97-AF65-F5344CB8AC3E}">
        <p14:creationId xmlns:p14="http://schemas.microsoft.com/office/powerpoint/2010/main" val="2631821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77"/>
        <p:cNvGrpSpPr/>
        <p:nvPr/>
      </p:nvGrpSpPr>
      <p:grpSpPr>
        <a:xfrm>
          <a:off x="0" y="0"/>
          <a:ext cx="0" cy="0"/>
          <a:chOff x="0" y="0"/>
          <a:chExt cx="0" cy="0"/>
        </a:xfrm>
      </p:grpSpPr>
      <p:sp>
        <p:nvSpPr>
          <p:cNvPr id="78" name="Google Shape;78;p13"/>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79" name="Google Shape;79;p13"/>
          <p:cNvSpPr txBox="1">
            <a:spLocks noGrp="1"/>
          </p:cNvSpPr>
          <p:nvPr>
            <p:ph type="subTitle" idx="1"/>
          </p:nvPr>
        </p:nvSpPr>
        <p:spPr>
          <a:xfrm>
            <a:off x="2581467" y="2839136"/>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80" name="Google Shape;80;p13"/>
          <p:cNvSpPr txBox="1">
            <a:spLocks noGrp="1"/>
          </p:cNvSpPr>
          <p:nvPr>
            <p:ph type="subTitle" idx="2"/>
          </p:nvPr>
        </p:nvSpPr>
        <p:spPr>
          <a:xfrm>
            <a:off x="2581467" y="18270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81" name="Google Shape;81;p13"/>
          <p:cNvSpPr txBox="1">
            <a:spLocks noGrp="1"/>
          </p:cNvSpPr>
          <p:nvPr>
            <p:ph type="title" idx="3" hasCustomPrompt="1"/>
          </p:nvPr>
        </p:nvSpPr>
        <p:spPr>
          <a:xfrm>
            <a:off x="1324800" y="1977867"/>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sp>
        <p:nvSpPr>
          <p:cNvPr id="82" name="Google Shape;82;p13"/>
          <p:cNvSpPr txBox="1">
            <a:spLocks noGrp="1"/>
          </p:cNvSpPr>
          <p:nvPr>
            <p:ph type="subTitle" idx="4"/>
          </p:nvPr>
        </p:nvSpPr>
        <p:spPr>
          <a:xfrm>
            <a:off x="2581467" y="5102900"/>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83" name="Google Shape;83;p13"/>
          <p:cNvSpPr txBox="1">
            <a:spLocks noGrp="1"/>
          </p:cNvSpPr>
          <p:nvPr>
            <p:ph type="subTitle" idx="5"/>
          </p:nvPr>
        </p:nvSpPr>
        <p:spPr>
          <a:xfrm>
            <a:off x="2581467" y="40909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84" name="Google Shape;84;p13"/>
          <p:cNvSpPr txBox="1">
            <a:spLocks noGrp="1"/>
          </p:cNvSpPr>
          <p:nvPr>
            <p:ph type="title" idx="6" hasCustomPrompt="1"/>
          </p:nvPr>
        </p:nvSpPr>
        <p:spPr>
          <a:xfrm>
            <a:off x="1324800" y="4239616"/>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sp>
        <p:nvSpPr>
          <p:cNvPr id="85" name="Google Shape;85;p13"/>
          <p:cNvSpPr txBox="1">
            <a:spLocks noGrp="1"/>
          </p:cNvSpPr>
          <p:nvPr>
            <p:ph type="subTitle" idx="7"/>
          </p:nvPr>
        </p:nvSpPr>
        <p:spPr>
          <a:xfrm>
            <a:off x="7959427" y="2839136"/>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86" name="Google Shape;86;p13"/>
          <p:cNvSpPr txBox="1">
            <a:spLocks noGrp="1"/>
          </p:cNvSpPr>
          <p:nvPr>
            <p:ph type="subTitle" idx="8"/>
          </p:nvPr>
        </p:nvSpPr>
        <p:spPr>
          <a:xfrm>
            <a:off x="7959427" y="18270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87" name="Google Shape;87;p13"/>
          <p:cNvSpPr txBox="1">
            <a:spLocks noGrp="1"/>
          </p:cNvSpPr>
          <p:nvPr>
            <p:ph type="title" idx="9" hasCustomPrompt="1"/>
          </p:nvPr>
        </p:nvSpPr>
        <p:spPr>
          <a:xfrm>
            <a:off x="6711707" y="1977867"/>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sp>
        <p:nvSpPr>
          <p:cNvPr id="88" name="Google Shape;88;p13"/>
          <p:cNvSpPr txBox="1">
            <a:spLocks noGrp="1"/>
          </p:cNvSpPr>
          <p:nvPr>
            <p:ph type="subTitle" idx="13"/>
          </p:nvPr>
        </p:nvSpPr>
        <p:spPr>
          <a:xfrm>
            <a:off x="7959427" y="5102900"/>
            <a:ext cx="3051600" cy="864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89" name="Google Shape;89;p13"/>
          <p:cNvSpPr txBox="1">
            <a:spLocks noGrp="1"/>
          </p:cNvSpPr>
          <p:nvPr>
            <p:ph type="subTitle" idx="14"/>
          </p:nvPr>
        </p:nvSpPr>
        <p:spPr>
          <a:xfrm>
            <a:off x="7959427" y="4090933"/>
            <a:ext cx="3051600" cy="107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90" name="Google Shape;90;p13"/>
          <p:cNvSpPr txBox="1">
            <a:spLocks noGrp="1"/>
          </p:cNvSpPr>
          <p:nvPr>
            <p:ph type="title" idx="15" hasCustomPrompt="1"/>
          </p:nvPr>
        </p:nvSpPr>
        <p:spPr>
          <a:xfrm>
            <a:off x="6711707" y="4239616"/>
            <a:ext cx="1168400" cy="1537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45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4600"/>
              <a:buNone/>
              <a:defRPr sz="6133"/>
            </a:lvl2pPr>
            <a:lvl3pPr lvl="2" algn="ctr" rtl="0">
              <a:spcBef>
                <a:spcPts val="0"/>
              </a:spcBef>
              <a:spcAft>
                <a:spcPts val="0"/>
              </a:spcAft>
              <a:buSzPts val="4600"/>
              <a:buNone/>
              <a:defRPr sz="6133"/>
            </a:lvl3pPr>
            <a:lvl4pPr lvl="3" algn="ctr" rtl="0">
              <a:spcBef>
                <a:spcPts val="0"/>
              </a:spcBef>
              <a:spcAft>
                <a:spcPts val="0"/>
              </a:spcAft>
              <a:buSzPts val="4600"/>
              <a:buNone/>
              <a:defRPr sz="6133"/>
            </a:lvl4pPr>
            <a:lvl5pPr lvl="4" algn="ctr" rtl="0">
              <a:spcBef>
                <a:spcPts val="0"/>
              </a:spcBef>
              <a:spcAft>
                <a:spcPts val="0"/>
              </a:spcAft>
              <a:buSzPts val="4600"/>
              <a:buNone/>
              <a:defRPr sz="6133"/>
            </a:lvl5pPr>
            <a:lvl6pPr lvl="5" algn="ctr" rtl="0">
              <a:spcBef>
                <a:spcPts val="0"/>
              </a:spcBef>
              <a:spcAft>
                <a:spcPts val="0"/>
              </a:spcAft>
              <a:buSzPts val="4600"/>
              <a:buNone/>
              <a:defRPr sz="6133"/>
            </a:lvl6pPr>
            <a:lvl7pPr lvl="6" algn="ctr" rtl="0">
              <a:spcBef>
                <a:spcPts val="0"/>
              </a:spcBef>
              <a:spcAft>
                <a:spcPts val="0"/>
              </a:spcAft>
              <a:buSzPts val="4600"/>
              <a:buNone/>
              <a:defRPr sz="6133"/>
            </a:lvl7pPr>
            <a:lvl8pPr lvl="7" algn="ctr" rtl="0">
              <a:spcBef>
                <a:spcPts val="0"/>
              </a:spcBef>
              <a:spcAft>
                <a:spcPts val="0"/>
              </a:spcAft>
              <a:buSzPts val="4600"/>
              <a:buNone/>
              <a:defRPr sz="6133"/>
            </a:lvl8pPr>
            <a:lvl9pPr lvl="8" algn="ctr" rtl="0">
              <a:spcBef>
                <a:spcPts val="0"/>
              </a:spcBef>
              <a:spcAft>
                <a:spcPts val="0"/>
              </a:spcAft>
              <a:buSzPts val="4600"/>
              <a:buNone/>
              <a:defRPr sz="6133"/>
            </a:lvl9pPr>
          </a:lstStyle>
          <a:p>
            <a:r>
              <a:rPr dirty="0"/>
              <a:t>xx%</a:t>
            </a:r>
          </a:p>
        </p:txBody>
      </p:sp>
      <p:cxnSp>
        <p:nvCxnSpPr>
          <p:cNvPr id="91" name="Google Shape;91;p13"/>
          <p:cNvCxnSpPr/>
          <p:nvPr/>
        </p:nvCxnSpPr>
        <p:spPr>
          <a:xfrm rot="10800000">
            <a:off x="12002800" y="-133"/>
            <a:ext cx="0" cy="35368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697959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92"/>
        <p:cNvGrpSpPr/>
        <p:nvPr/>
      </p:nvGrpSpPr>
      <p:grpSpPr>
        <a:xfrm>
          <a:off x="0" y="0"/>
          <a:ext cx="0" cy="0"/>
          <a:chOff x="0" y="0"/>
          <a:chExt cx="0" cy="0"/>
        </a:xfrm>
      </p:grpSpPr>
      <p:sp>
        <p:nvSpPr>
          <p:cNvPr id="93" name="Google Shape;93;p14"/>
          <p:cNvSpPr txBox="1">
            <a:spLocks noGrp="1"/>
          </p:cNvSpPr>
          <p:nvPr>
            <p:ph type="title"/>
          </p:nvPr>
        </p:nvSpPr>
        <p:spPr>
          <a:xfrm>
            <a:off x="1044200" y="5226900"/>
            <a:ext cx="10103600" cy="738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ja-JP" altLang="en-US"/>
              <a:t>マスター タイトルの書式設定</a:t>
            </a:r>
            <a:endParaRPr dirty="0"/>
          </a:p>
        </p:txBody>
      </p:sp>
      <p:sp>
        <p:nvSpPr>
          <p:cNvPr id="94" name="Google Shape;94;p14"/>
          <p:cNvSpPr txBox="1">
            <a:spLocks noGrp="1"/>
          </p:cNvSpPr>
          <p:nvPr>
            <p:ph type="subTitle" idx="1"/>
          </p:nvPr>
        </p:nvSpPr>
        <p:spPr>
          <a:xfrm>
            <a:off x="1044200" y="2296499"/>
            <a:ext cx="10103600" cy="2828000"/>
          </a:xfrm>
          <a:prstGeom prst="rect">
            <a:avLst/>
          </a:prstGeom>
        </p:spPr>
        <p:txBody>
          <a:bodyPr spcFirstLastPara="1" wrap="square" lIns="91425" tIns="91425" rIns="91425" bIns="91425" anchor="b" anchorCtr="0">
            <a:noAutofit/>
          </a:bodyPr>
          <a:lstStyle>
            <a:lvl1pPr lvl="0" algn="r" rtl="0">
              <a:lnSpc>
                <a:spcPct val="115000"/>
              </a:lnSpc>
              <a:spcBef>
                <a:spcPts val="0"/>
              </a:spcBef>
              <a:spcAft>
                <a:spcPts val="0"/>
              </a:spcAft>
              <a:buSzPts val="3500"/>
              <a:buNone/>
              <a:defRPr sz="4133">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3500"/>
              <a:buNone/>
              <a:defRPr sz="4667"/>
            </a:lvl2pPr>
            <a:lvl3pPr lvl="2" algn="ctr" rtl="0">
              <a:lnSpc>
                <a:spcPct val="115000"/>
              </a:lnSpc>
              <a:spcBef>
                <a:spcPts val="0"/>
              </a:spcBef>
              <a:spcAft>
                <a:spcPts val="0"/>
              </a:spcAft>
              <a:buSzPts val="3500"/>
              <a:buNone/>
              <a:defRPr sz="4667"/>
            </a:lvl3pPr>
            <a:lvl4pPr lvl="3" algn="ctr" rtl="0">
              <a:lnSpc>
                <a:spcPct val="115000"/>
              </a:lnSpc>
              <a:spcBef>
                <a:spcPts val="0"/>
              </a:spcBef>
              <a:spcAft>
                <a:spcPts val="0"/>
              </a:spcAft>
              <a:buSzPts val="3500"/>
              <a:buNone/>
              <a:defRPr sz="4667"/>
            </a:lvl4pPr>
            <a:lvl5pPr lvl="4" algn="ctr" rtl="0">
              <a:lnSpc>
                <a:spcPct val="115000"/>
              </a:lnSpc>
              <a:spcBef>
                <a:spcPts val="0"/>
              </a:spcBef>
              <a:spcAft>
                <a:spcPts val="0"/>
              </a:spcAft>
              <a:buSzPts val="3500"/>
              <a:buNone/>
              <a:defRPr sz="4667"/>
            </a:lvl5pPr>
            <a:lvl6pPr lvl="5" algn="ctr" rtl="0">
              <a:lnSpc>
                <a:spcPct val="115000"/>
              </a:lnSpc>
              <a:spcBef>
                <a:spcPts val="0"/>
              </a:spcBef>
              <a:spcAft>
                <a:spcPts val="0"/>
              </a:spcAft>
              <a:buSzPts val="3500"/>
              <a:buNone/>
              <a:defRPr sz="4667"/>
            </a:lvl6pPr>
            <a:lvl7pPr lvl="6" algn="ctr" rtl="0">
              <a:lnSpc>
                <a:spcPct val="115000"/>
              </a:lnSpc>
              <a:spcBef>
                <a:spcPts val="0"/>
              </a:spcBef>
              <a:spcAft>
                <a:spcPts val="0"/>
              </a:spcAft>
              <a:buSzPts val="3500"/>
              <a:buNone/>
              <a:defRPr sz="4667"/>
            </a:lvl7pPr>
            <a:lvl8pPr lvl="7" algn="ctr" rtl="0">
              <a:lnSpc>
                <a:spcPct val="115000"/>
              </a:lnSpc>
              <a:spcBef>
                <a:spcPts val="0"/>
              </a:spcBef>
              <a:spcAft>
                <a:spcPts val="0"/>
              </a:spcAft>
              <a:buSzPts val="3500"/>
              <a:buNone/>
              <a:defRPr sz="4667"/>
            </a:lvl8pPr>
            <a:lvl9pPr lvl="8" algn="ctr" rtl="0">
              <a:lnSpc>
                <a:spcPct val="115000"/>
              </a:lnSpc>
              <a:spcBef>
                <a:spcPts val="0"/>
              </a:spcBef>
              <a:spcAft>
                <a:spcPts val="0"/>
              </a:spcAft>
              <a:buSzPts val="3500"/>
              <a:buNone/>
              <a:defRPr sz="4667"/>
            </a:lvl9pPr>
          </a:lstStyle>
          <a:p>
            <a:r>
              <a:rPr lang="ja-JP" altLang="en-US"/>
              <a:t>マスター サブタイトルの書式設定</a:t>
            </a:r>
            <a:endParaRPr dirty="0"/>
          </a:p>
        </p:txBody>
      </p:sp>
      <p:cxnSp>
        <p:nvCxnSpPr>
          <p:cNvPr id="95" name="Google Shape;95;p14"/>
          <p:cNvCxnSpPr/>
          <p:nvPr/>
        </p:nvCxnSpPr>
        <p:spPr>
          <a:xfrm rot="10800000">
            <a:off x="100" y="6501367"/>
            <a:ext cx="110096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1927413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flipH="1">
            <a:off x="2737100" y="2715067"/>
            <a:ext cx="7438800" cy="1970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4500"/>
              <a:buNone/>
              <a:defRPr sz="5600">
                <a:latin typeface="LINE Seed JP App_TTF Bold" panose="02020700000000000000" pitchFamily="18" charset="-128"/>
                <a:ea typeface="LINE Seed JP App_TTF Bold" panose="02020700000000000000" pitchFamily="18" charset="-128"/>
              </a:defRPr>
            </a:lvl1pPr>
            <a:lvl2pPr lvl="1" algn="r" rtl="0">
              <a:spcBef>
                <a:spcPts val="0"/>
              </a:spcBef>
              <a:spcAft>
                <a:spcPts val="0"/>
              </a:spcAft>
              <a:buSzPts val="4500"/>
              <a:buNone/>
              <a:defRPr sz="6000"/>
            </a:lvl2pPr>
            <a:lvl3pPr lvl="2" algn="r" rtl="0">
              <a:spcBef>
                <a:spcPts val="0"/>
              </a:spcBef>
              <a:spcAft>
                <a:spcPts val="0"/>
              </a:spcAft>
              <a:buSzPts val="4500"/>
              <a:buNone/>
              <a:defRPr sz="6000"/>
            </a:lvl3pPr>
            <a:lvl4pPr lvl="3" algn="r" rtl="0">
              <a:spcBef>
                <a:spcPts val="0"/>
              </a:spcBef>
              <a:spcAft>
                <a:spcPts val="0"/>
              </a:spcAft>
              <a:buSzPts val="4500"/>
              <a:buNone/>
              <a:defRPr sz="6000"/>
            </a:lvl4pPr>
            <a:lvl5pPr lvl="4" algn="r" rtl="0">
              <a:spcBef>
                <a:spcPts val="0"/>
              </a:spcBef>
              <a:spcAft>
                <a:spcPts val="0"/>
              </a:spcAft>
              <a:buSzPts val="4500"/>
              <a:buNone/>
              <a:defRPr sz="6000"/>
            </a:lvl5pPr>
            <a:lvl6pPr lvl="5" algn="r" rtl="0">
              <a:spcBef>
                <a:spcPts val="0"/>
              </a:spcBef>
              <a:spcAft>
                <a:spcPts val="0"/>
              </a:spcAft>
              <a:buSzPts val="4500"/>
              <a:buNone/>
              <a:defRPr sz="6000"/>
            </a:lvl6pPr>
            <a:lvl7pPr lvl="6" algn="r" rtl="0">
              <a:spcBef>
                <a:spcPts val="0"/>
              </a:spcBef>
              <a:spcAft>
                <a:spcPts val="0"/>
              </a:spcAft>
              <a:buSzPts val="4500"/>
              <a:buNone/>
              <a:defRPr sz="6000"/>
            </a:lvl7pPr>
            <a:lvl8pPr lvl="7" algn="r" rtl="0">
              <a:spcBef>
                <a:spcPts val="0"/>
              </a:spcBef>
              <a:spcAft>
                <a:spcPts val="0"/>
              </a:spcAft>
              <a:buSzPts val="4500"/>
              <a:buNone/>
              <a:defRPr sz="6000"/>
            </a:lvl8pPr>
            <a:lvl9pPr lvl="8" algn="r" rtl="0">
              <a:spcBef>
                <a:spcPts val="0"/>
              </a:spcBef>
              <a:spcAft>
                <a:spcPts val="0"/>
              </a:spcAft>
              <a:buSzPts val="4500"/>
              <a:buNone/>
              <a:defRPr sz="6000"/>
            </a:lvl9pPr>
          </a:lstStyle>
          <a:p>
            <a:r>
              <a:rPr lang="ja-JP" altLang="en-US"/>
              <a:t>マスター タイトルの書式設定</a:t>
            </a:r>
            <a:endParaRPr dirty="0"/>
          </a:p>
        </p:txBody>
      </p:sp>
      <p:sp>
        <p:nvSpPr>
          <p:cNvPr id="98" name="Google Shape;98;p15"/>
          <p:cNvSpPr txBox="1">
            <a:spLocks noGrp="1"/>
          </p:cNvSpPr>
          <p:nvPr>
            <p:ph type="title" idx="2" hasCustomPrompt="1"/>
          </p:nvPr>
        </p:nvSpPr>
        <p:spPr>
          <a:xfrm flipH="1">
            <a:off x="8741100" y="1350000"/>
            <a:ext cx="1434800" cy="116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5300"/>
              <a:buNone/>
              <a:defRPr sz="5600">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5300"/>
              <a:buNone/>
              <a:defRPr sz="7066"/>
            </a:lvl2pPr>
            <a:lvl3pPr lvl="2" algn="ctr" rtl="0">
              <a:spcBef>
                <a:spcPts val="0"/>
              </a:spcBef>
              <a:spcAft>
                <a:spcPts val="0"/>
              </a:spcAft>
              <a:buSzPts val="5300"/>
              <a:buNone/>
              <a:defRPr sz="7066"/>
            </a:lvl3pPr>
            <a:lvl4pPr lvl="3" algn="ctr" rtl="0">
              <a:spcBef>
                <a:spcPts val="0"/>
              </a:spcBef>
              <a:spcAft>
                <a:spcPts val="0"/>
              </a:spcAft>
              <a:buSzPts val="5300"/>
              <a:buNone/>
              <a:defRPr sz="7066"/>
            </a:lvl4pPr>
            <a:lvl5pPr lvl="4" algn="ctr" rtl="0">
              <a:spcBef>
                <a:spcPts val="0"/>
              </a:spcBef>
              <a:spcAft>
                <a:spcPts val="0"/>
              </a:spcAft>
              <a:buSzPts val="5300"/>
              <a:buNone/>
              <a:defRPr sz="7066"/>
            </a:lvl5pPr>
            <a:lvl6pPr lvl="5" algn="ctr" rtl="0">
              <a:spcBef>
                <a:spcPts val="0"/>
              </a:spcBef>
              <a:spcAft>
                <a:spcPts val="0"/>
              </a:spcAft>
              <a:buSzPts val="5300"/>
              <a:buNone/>
              <a:defRPr sz="7066"/>
            </a:lvl6pPr>
            <a:lvl7pPr lvl="6" algn="ctr" rtl="0">
              <a:spcBef>
                <a:spcPts val="0"/>
              </a:spcBef>
              <a:spcAft>
                <a:spcPts val="0"/>
              </a:spcAft>
              <a:buSzPts val="5300"/>
              <a:buNone/>
              <a:defRPr sz="7066"/>
            </a:lvl7pPr>
            <a:lvl8pPr lvl="7" algn="ctr" rtl="0">
              <a:spcBef>
                <a:spcPts val="0"/>
              </a:spcBef>
              <a:spcAft>
                <a:spcPts val="0"/>
              </a:spcAft>
              <a:buSzPts val="5300"/>
              <a:buNone/>
              <a:defRPr sz="7066"/>
            </a:lvl8pPr>
            <a:lvl9pPr lvl="8" algn="ctr" rtl="0">
              <a:spcBef>
                <a:spcPts val="0"/>
              </a:spcBef>
              <a:spcAft>
                <a:spcPts val="0"/>
              </a:spcAft>
              <a:buSzPts val="5300"/>
              <a:buNone/>
              <a:defRPr sz="7066"/>
            </a:lvl9pPr>
          </a:lstStyle>
          <a:p>
            <a:r>
              <a:rPr dirty="0"/>
              <a:t>xx%</a:t>
            </a:r>
          </a:p>
        </p:txBody>
      </p:sp>
      <p:sp>
        <p:nvSpPr>
          <p:cNvPr id="99" name="Google Shape;99;p15"/>
          <p:cNvSpPr txBox="1">
            <a:spLocks noGrp="1"/>
          </p:cNvSpPr>
          <p:nvPr>
            <p:ph type="subTitle" idx="1"/>
          </p:nvPr>
        </p:nvSpPr>
        <p:spPr>
          <a:xfrm flipH="1">
            <a:off x="2737100" y="4764367"/>
            <a:ext cx="7438800" cy="9300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850"/>
              <a:buNone/>
              <a:defRPr sz="2067">
                <a:latin typeface="LINE Seed JP App_TTF Regular" panose="02020500000000000000" pitchFamily="18" charset="-128"/>
                <a:ea typeface="LINE Seed JP App_TTF Regular" panose="02020500000000000000" pitchFamily="18" charset="-128"/>
              </a:defRPr>
            </a:lvl1pPr>
            <a:lvl2pPr lvl="1" algn="r" rtl="0">
              <a:lnSpc>
                <a:spcPct val="115000"/>
              </a:lnSpc>
              <a:spcBef>
                <a:spcPts val="0"/>
              </a:spcBef>
              <a:spcAft>
                <a:spcPts val="0"/>
              </a:spcAft>
              <a:buSzPts val="1850"/>
              <a:buNone/>
              <a:defRPr sz="2467"/>
            </a:lvl2pPr>
            <a:lvl3pPr lvl="2" algn="r" rtl="0">
              <a:lnSpc>
                <a:spcPct val="115000"/>
              </a:lnSpc>
              <a:spcBef>
                <a:spcPts val="0"/>
              </a:spcBef>
              <a:spcAft>
                <a:spcPts val="0"/>
              </a:spcAft>
              <a:buSzPts val="1850"/>
              <a:buNone/>
              <a:defRPr sz="2467"/>
            </a:lvl3pPr>
            <a:lvl4pPr lvl="3" algn="r" rtl="0">
              <a:lnSpc>
                <a:spcPct val="115000"/>
              </a:lnSpc>
              <a:spcBef>
                <a:spcPts val="0"/>
              </a:spcBef>
              <a:spcAft>
                <a:spcPts val="0"/>
              </a:spcAft>
              <a:buSzPts val="1850"/>
              <a:buNone/>
              <a:defRPr sz="2467"/>
            </a:lvl4pPr>
            <a:lvl5pPr lvl="4" algn="r" rtl="0">
              <a:lnSpc>
                <a:spcPct val="115000"/>
              </a:lnSpc>
              <a:spcBef>
                <a:spcPts val="0"/>
              </a:spcBef>
              <a:spcAft>
                <a:spcPts val="0"/>
              </a:spcAft>
              <a:buSzPts val="1850"/>
              <a:buNone/>
              <a:defRPr sz="2467"/>
            </a:lvl5pPr>
            <a:lvl6pPr lvl="5" algn="r" rtl="0">
              <a:lnSpc>
                <a:spcPct val="115000"/>
              </a:lnSpc>
              <a:spcBef>
                <a:spcPts val="0"/>
              </a:spcBef>
              <a:spcAft>
                <a:spcPts val="0"/>
              </a:spcAft>
              <a:buSzPts val="1850"/>
              <a:buNone/>
              <a:defRPr sz="2467"/>
            </a:lvl6pPr>
            <a:lvl7pPr lvl="6" algn="r" rtl="0">
              <a:lnSpc>
                <a:spcPct val="115000"/>
              </a:lnSpc>
              <a:spcBef>
                <a:spcPts val="0"/>
              </a:spcBef>
              <a:spcAft>
                <a:spcPts val="0"/>
              </a:spcAft>
              <a:buSzPts val="1850"/>
              <a:buNone/>
              <a:defRPr sz="2467"/>
            </a:lvl7pPr>
            <a:lvl8pPr lvl="7" algn="r" rtl="0">
              <a:lnSpc>
                <a:spcPct val="115000"/>
              </a:lnSpc>
              <a:spcBef>
                <a:spcPts val="0"/>
              </a:spcBef>
              <a:spcAft>
                <a:spcPts val="0"/>
              </a:spcAft>
              <a:buSzPts val="1850"/>
              <a:buNone/>
              <a:defRPr sz="2467"/>
            </a:lvl8pPr>
            <a:lvl9pPr lvl="8" algn="r" rtl="0">
              <a:lnSpc>
                <a:spcPct val="115000"/>
              </a:lnSpc>
              <a:spcBef>
                <a:spcPts val="0"/>
              </a:spcBef>
              <a:spcAft>
                <a:spcPts val="0"/>
              </a:spcAft>
              <a:buSzPts val="1850"/>
              <a:buNone/>
              <a:defRPr sz="2467"/>
            </a:lvl9pPr>
          </a:lstStyle>
          <a:p>
            <a:r>
              <a:rPr lang="ja-JP" altLang="en-US"/>
              <a:t>マスター サブタイトルの書式設定</a:t>
            </a:r>
            <a:endParaRPr dirty="0"/>
          </a:p>
        </p:txBody>
      </p:sp>
      <p:sp>
        <p:nvSpPr>
          <p:cNvPr id="100" name="Google Shape;100;p15"/>
          <p:cNvSpPr/>
          <p:nvPr/>
        </p:nvSpPr>
        <p:spPr>
          <a:xfrm flipH="1">
            <a:off x="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101" name="Google Shape;101;p15"/>
          <p:cNvCxnSpPr/>
          <p:nvPr/>
        </p:nvCxnSpPr>
        <p:spPr>
          <a:xfrm rot="10800000">
            <a:off x="0" y="6501367"/>
            <a:ext cx="64944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382859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104" name="Google Shape;104;p16"/>
          <p:cNvSpPr txBox="1">
            <a:spLocks noGrp="1"/>
          </p:cNvSpPr>
          <p:nvPr>
            <p:ph type="subTitle" idx="1"/>
          </p:nvPr>
        </p:nvSpPr>
        <p:spPr>
          <a:xfrm>
            <a:off x="950967" y="47766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05" name="Google Shape;105;p16"/>
          <p:cNvSpPr txBox="1">
            <a:spLocks noGrp="1"/>
          </p:cNvSpPr>
          <p:nvPr>
            <p:ph type="title" idx="2" hasCustomPrompt="1"/>
          </p:nvPr>
        </p:nvSpPr>
        <p:spPr>
          <a:xfrm>
            <a:off x="950967" y="2100137"/>
            <a:ext cx="3200400" cy="106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53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rPr dirty="0"/>
              <a:t>xx%</a:t>
            </a:r>
          </a:p>
        </p:txBody>
      </p:sp>
      <p:sp>
        <p:nvSpPr>
          <p:cNvPr id="106" name="Google Shape;106;p16"/>
          <p:cNvSpPr txBox="1">
            <a:spLocks noGrp="1"/>
          </p:cNvSpPr>
          <p:nvPr>
            <p:ph type="subTitle" idx="3"/>
          </p:nvPr>
        </p:nvSpPr>
        <p:spPr>
          <a:xfrm>
            <a:off x="950967" y="3539433"/>
            <a:ext cx="3200400" cy="1149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107" name="Google Shape;107;p16"/>
          <p:cNvSpPr txBox="1">
            <a:spLocks noGrp="1"/>
          </p:cNvSpPr>
          <p:nvPr>
            <p:ph type="subTitle" idx="4"/>
          </p:nvPr>
        </p:nvSpPr>
        <p:spPr>
          <a:xfrm>
            <a:off x="8040633" y="47766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08" name="Google Shape;108;p16"/>
          <p:cNvSpPr txBox="1">
            <a:spLocks noGrp="1"/>
          </p:cNvSpPr>
          <p:nvPr>
            <p:ph type="title" idx="5" hasCustomPrompt="1"/>
          </p:nvPr>
        </p:nvSpPr>
        <p:spPr>
          <a:xfrm>
            <a:off x="8040633" y="2100137"/>
            <a:ext cx="3200400" cy="106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53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rPr dirty="0"/>
              <a:t>xx%</a:t>
            </a:r>
          </a:p>
        </p:txBody>
      </p:sp>
      <p:sp>
        <p:nvSpPr>
          <p:cNvPr id="109" name="Google Shape;109;p16"/>
          <p:cNvSpPr txBox="1">
            <a:spLocks noGrp="1"/>
          </p:cNvSpPr>
          <p:nvPr>
            <p:ph type="subTitle" idx="6"/>
          </p:nvPr>
        </p:nvSpPr>
        <p:spPr>
          <a:xfrm>
            <a:off x="8040633" y="3539433"/>
            <a:ext cx="3200400" cy="1149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110" name="Google Shape;110;p16"/>
          <p:cNvSpPr txBox="1">
            <a:spLocks noGrp="1"/>
          </p:cNvSpPr>
          <p:nvPr>
            <p:ph type="subTitle" idx="7"/>
          </p:nvPr>
        </p:nvSpPr>
        <p:spPr>
          <a:xfrm>
            <a:off x="4495800" y="47766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11" name="Google Shape;111;p16"/>
          <p:cNvSpPr txBox="1">
            <a:spLocks noGrp="1"/>
          </p:cNvSpPr>
          <p:nvPr>
            <p:ph type="title" idx="8" hasCustomPrompt="1"/>
          </p:nvPr>
        </p:nvSpPr>
        <p:spPr>
          <a:xfrm>
            <a:off x="4495800" y="2100137"/>
            <a:ext cx="3200400" cy="106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5333">
                <a:latin typeface="LINE Seed JP App_TTF Bold" panose="02020700000000000000" pitchFamily="18" charset="-128"/>
                <a:ea typeface="LINE Seed JP App_TTF Bold" panose="02020700000000000000" pitchFamily="18" charset="-128"/>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rPr dirty="0"/>
              <a:t>xx%</a:t>
            </a:r>
          </a:p>
        </p:txBody>
      </p:sp>
      <p:sp>
        <p:nvSpPr>
          <p:cNvPr id="112" name="Google Shape;112;p16"/>
          <p:cNvSpPr txBox="1">
            <a:spLocks noGrp="1"/>
          </p:cNvSpPr>
          <p:nvPr>
            <p:ph type="subTitle" idx="9"/>
          </p:nvPr>
        </p:nvSpPr>
        <p:spPr>
          <a:xfrm>
            <a:off x="4495800" y="3539433"/>
            <a:ext cx="3200400" cy="1149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cxnSp>
        <p:nvCxnSpPr>
          <p:cNvPr id="113" name="Google Shape;113;p16"/>
          <p:cNvCxnSpPr/>
          <p:nvPr/>
        </p:nvCxnSpPr>
        <p:spPr>
          <a:xfrm rot="10800000">
            <a:off x="6714400" y="6396767"/>
            <a:ext cx="54776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3276394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24"/>
        <p:cNvGrpSpPr/>
        <p:nvPr/>
      </p:nvGrpSpPr>
      <p:grpSpPr>
        <a:xfrm>
          <a:off x="0" y="0"/>
          <a:ext cx="0" cy="0"/>
          <a:chOff x="0" y="0"/>
          <a:chExt cx="0" cy="0"/>
        </a:xfrm>
      </p:grpSpPr>
      <p:sp>
        <p:nvSpPr>
          <p:cNvPr id="125" name="Google Shape;125;p18"/>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grpSp>
        <p:nvGrpSpPr>
          <p:cNvPr id="126" name="Google Shape;126;p18"/>
          <p:cNvGrpSpPr/>
          <p:nvPr/>
        </p:nvGrpSpPr>
        <p:grpSpPr>
          <a:xfrm flipH="1">
            <a:off x="0" y="6501367"/>
            <a:ext cx="12192000" cy="356800"/>
            <a:chOff x="0" y="4876025"/>
            <a:chExt cx="9144000" cy="267600"/>
          </a:xfrm>
        </p:grpSpPr>
        <p:sp>
          <p:nvSpPr>
            <p:cNvPr id="127" name="Google Shape;127;p18"/>
            <p:cNvSpPr/>
            <p:nvPr/>
          </p:nvSpPr>
          <p:spPr>
            <a:xfrm>
              <a:off x="0" y="4876025"/>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cxnSp>
          <p:nvCxnSpPr>
            <p:cNvPr id="128" name="Google Shape;128;p18"/>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4193651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29"/>
        <p:cNvGrpSpPr/>
        <p:nvPr/>
      </p:nvGrpSpPr>
      <p:grpSpPr>
        <a:xfrm>
          <a:off x="0" y="0"/>
          <a:ext cx="0" cy="0"/>
          <a:chOff x="0" y="0"/>
          <a:chExt cx="0" cy="0"/>
        </a:xfrm>
      </p:grpSpPr>
      <p:sp>
        <p:nvSpPr>
          <p:cNvPr id="130" name="Google Shape;130;p19"/>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cxnSp>
        <p:nvCxnSpPr>
          <p:cNvPr id="131" name="Google Shape;131;p19"/>
          <p:cNvCxnSpPr/>
          <p:nvPr/>
        </p:nvCxnSpPr>
        <p:spPr>
          <a:xfrm>
            <a:off x="0" y="349867"/>
            <a:ext cx="30480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5475937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32"/>
        <p:cNvGrpSpPr/>
        <p:nvPr/>
      </p:nvGrpSpPr>
      <p:grpSpPr>
        <a:xfrm>
          <a:off x="0" y="0"/>
          <a:ext cx="0" cy="0"/>
          <a:chOff x="0" y="0"/>
          <a:chExt cx="0" cy="0"/>
        </a:xfrm>
      </p:grpSpPr>
      <p:grpSp>
        <p:nvGrpSpPr>
          <p:cNvPr id="133" name="Google Shape;133;p20"/>
          <p:cNvGrpSpPr/>
          <p:nvPr/>
        </p:nvGrpSpPr>
        <p:grpSpPr>
          <a:xfrm>
            <a:off x="1" y="0"/>
            <a:ext cx="12192100" cy="6858000"/>
            <a:chOff x="0" y="0"/>
            <a:chExt cx="9144075" cy="5143500"/>
          </a:xfrm>
        </p:grpSpPr>
        <p:sp>
          <p:nvSpPr>
            <p:cNvPr id="134" name="Google Shape;134;p20"/>
            <p:cNvSpPr/>
            <p:nvPr/>
          </p:nvSpPr>
          <p:spPr>
            <a:xfrm>
              <a:off x="4185975" y="4426700"/>
              <a:ext cx="4958100" cy="71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 name="Google Shape;135;p20"/>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6" name="Google Shape;136;p20"/>
          <p:cNvSpPr txBox="1">
            <a:spLocks noGrp="1"/>
          </p:cNvSpPr>
          <p:nvPr>
            <p:ph type="title"/>
          </p:nvPr>
        </p:nvSpPr>
        <p:spPr>
          <a:xfrm>
            <a:off x="5442967" y="725700"/>
            <a:ext cx="5632400" cy="1604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9200"/>
              <a:buNone/>
              <a:defRPr sz="60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9200"/>
              <a:buNone/>
              <a:defRPr sz="12266"/>
            </a:lvl2pPr>
            <a:lvl3pPr lvl="2" rtl="0">
              <a:spcBef>
                <a:spcPts val="0"/>
              </a:spcBef>
              <a:spcAft>
                <a:spcPts val="0"/>
              </a:spcAft>
              <a:buSzPts val="9200"/>
              <a:buNone/>
              <a:defRPr sz="12266"/>
            </a:lvl3pPr>
            <a:lvl4pPr lvl="3" rtl="0">
              <a:spcBef>
                <a:spcPts val="0"/>
              </a:spcBef>
              <a:spcAft>
                <a:spcPts val="0"/>
              </a:spcAft>
              <a:buSzPts val="9200"/>
              <a:buNone/>
              <a:defRPr sz="12266"/>
            </a:lvl4pPr>
            <a:lvl5pPr lvl="4" rtl="0">
              <a:spcBef>
                <a:spcPts val="0"/>
              </a:spcBef>
              <a:spcAft>
                <a:spcPts val="0"/>
              </a:spcAft>
              <a:buSzPts val="9200"/>
              <a:buNone/>
              <a:defRPr sz="12266"/>
            </a:lvl5pPr>
            <a:lvl6pPr lvl="5" rtl="0">
              <a:spcBef>
                <a:spcPts val="0"/>
              </a:spcBef>
              <a:spcAft>
                <a:spcPts val="0"/>
              </a:spcAft>
              <a:buSzPts val="9200"/>
              <a:buNone/>
              <a:defRPr sz="12266"/>
            </a:lvl6pPr>
            <a:lvl7pPr lvl="6" rtl="0">
              <a:spcBef>
                <a:spcPts val="0"/>
              </a:spcBef>
              <a:spcAft>
                <a:spcPts val="0"/>
              </a:spcAft>
              <a:buSzPts val="9200"/>
              <a:buNone/>
              <a:defRPr sz="12266"/>
            </a:lvl7pPr>
            <a:lvl8pPr lvl="7" rtl="0">
              <a:spcBef>
                <a:spcPts val="0"/>
              </a:spcBef>
              <a:spcAft>
                <a:spcPts val="0"/>
              </a:spcAft>
              <a:buSzPts val="9200"/>
              <a:buNone/>
              <a:defRPr sz="12266"/>
            </a:lvl8pPr>
            <a:lvl9pPr lvl="8" rtl="0">
              <a:spcBef>
                <a:spcPts val="0"/>
              </a:spcBef>
              <a:spcAft>
                <a:spcPts val="0"/>
              </a:spcAft>
              <a:buSzPts val="9200"/>
              <a:buNone/>
              <a:defRPr sz="12266"/>
            </a:lvl9pPr>
          </a:lstStyle>
          <a:p>
            <a:r>
              <a:rPr lang="ja-JP" altLang="en-US"/>
              <a:t>マスター タイトルの書式設定</a:t>
            </a:r>
            <a:endParaRPr dirty="0"/>
          </a:p>
        </p:txBody>
      </p:sp>
      <p:sp>
        <p:nvSpPr>
          <p:cNvPr id="137" name="Google Shape;137;p20"/>
          <p:cNvSpPr txBox="1">
            <a:spLocks noGrp="1"/>
          </p:cNvSpPr>
          <p:nvPr>
            <p:ph type="subTitle" idx="1"/>
          </p:nvPr>
        </p:nvSpPr>
        <p:spPr>
          <a:xfrm>
            <a:off x="5442867" y="2330500"/>
            <a:ext cx="5632400" cy="34592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850"/>
              <a:buNone/>
              <a:defRPr sz="2067">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850"/>
              <a:buNone/>
              <a:defRPr sz="2467"/>
            </a:lvl2pPr>
            <a:lvl3pPr lvl="2" algn="ctr" rtl="0">
              <a:lnSpc>
                <a:spcPct val="115000"/>
              </a:lnSpc>
              <a:spcBef>
                <a:spcPts val="0"/>
              </a:spcBef>
              <a:spcAft>
                <a:spcPts val="0"/>
              </a:spcAft>
              <a:buSzPts val="1850"/>
              <a:buNone/>
              <a:defRPr sz="2467"/>
            </a:lvl3pPr>
            <a:lvl4pPr lvl="3" algn="ctr" rtl="0">
              <a:lnSpc>
                <a:spcPct val="115000"/>
              </a:lnSpc>
              <a:spcBef>
                <a:spcPts val="0"/>
              </a:spcBef>
              <a:spcAft>
                <a:spcPts val="0"/>
              </a:spcAft>
              <a:buSzPts val="1850"/>
              <a:buNone/>
              <a:defRPr sz="2467"/>
            </a:lvl4pPr>
            <a:lvl5pPr lvl="4" algn="ctr" rtl="0">
              <a:lnSpc>
                <a:spcPct val="115000"/>
              </a:lnSpc>
              <a:spcBef>
                <a:spcPts val="0"/>
              </a:spcBef>
              <a:spcAft>
                <a:spcPts val="0"/>
              </a:spcAft>
              <a:buSzPts val="1850"/>
              <a:buNone/>
              <a:defRPr sz="2467"/>
            </a:lvl5pPr>
            <a:lvl6pPr lvl="5" algn="ctr" rtl="0">
              <a:lnSpc>
                <a:spcPct val="115000"/>
              </a:lnSpc>
              <a:spcBef>
                <a:spcPts val="0"/>
              </a:spcBef>
              <a:spcAft>
                <a:spcPts val="0"/>
              </a:spcAft>
              <a:buSzPts val="1850"/>
              <a:buNone/>
              <a:defRPr sz="2467"/>
            </a:lvl6pPr>
            <a:lvl7pPr lvl="6" algn="ctr" rtl="0">
              <a:lnSpc>
                <a:spcPct val="115000"/>
              </a:lnSpc>
              <a:spcBef>
                <a:spcPts val="0"/>
              </a:spcBef>
              <a:spcAft>
                <a:spcPts val="0"/>
              </a:spcAft>
              <a:buSzPts val="1850"/>
              <a:buNone/>
              <a:defRPr sz="2467"/>
            </a:lvl7pPr>
            <a:lvl8pPr lvl="7" algn="ctr" rtl="0">
              <a:lnSpc>
                <a:spcPct val="115000"/>
              </a:lnSpc>
              <a:spcBef>
                <a:spcPts val="0"/>
              </a:spcBef>
              <a:spcAft>
                <a:spcPts val="0"/>
              </a:spcAft>
              <a:buSzPts val="1850"/>
              <a:buNone/>
              <a:defRPr sz="2467"/>
            </a:lvl8pPr>
            <a:lvl9pPr lvl="8" algn="ctr" rtl="0">
              <a:lnSpc>
                <a:spcPct val="115000"/>
              </a:lnSpc>
              <a:spcBef>
                <a:spcPts val="0"/>
              </a:spcBef>
              <a:spcAft>
                <a:spcPts val="0"/>
              </a:spcAft>
              <a:buSzPts val="1850"/>
              <a:buNone/>
              <a:defRPr sz="2467"/>
            </a:lvl9pPr>
          </a:lstStyle>
          <a:p>
            <a:r>
              <a:rPr lang="ja-JP" altLang="en-US"/>
              <a:t>マスター サブタイトルの書式設定</a:t>
            </a:r>
            <a:endParaRPr dirty="0"/>
          </a:p>
        </p:txBody>
      </p:sp>
      <p:grpSp>
        <p:nvGrpSpPr>
          <p:cNvPr id="138" name="Google Shape;138;p20"/>
          <p:cNvGrpSpPr/>
          <p:nvPr/>
        </p:nvGrpSpPr>
        <p:grpSpPr>
          <a:xfrm>
            <a:off x="201" y="719333"/>
            <a:ext cx="11240833" cy="6138667"/>
            <a:chOff x="150" y="539500"/>
            <a:chExt cx="8430625" cy="4604000"/>
          </a:xfrm>
        </p:grpSpPr>
        <p:cxnSp>
          <p:nvCxnSpPr>
            <p:cNvPr id="139" name="Google Shape;139;p20"/>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140" name="Google Shape;140;p20"/>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sp>
        <p:nvSpPr>
          <p:cNvPr id="141" name="Google Shape;141;p20"/>
          <p:cNvSpPr>
            <a:spLocks noGrp="1"/>
          </p:cNvSpPr>
          <p:nvPr>
            <p:ph type="pic" idx="2"/>
          </p:nvPr>
        </p:nvSpPr>
        <p:spPr>
          <a:xfrm>
            <a:off x="789433" y="725700"/>
            <a:ext cx="4416000" cy="5178800"/>
          </a:xfrm>
          <a:prstGeom prst="rect">
            <a:avLst/>
          </a:prstGeom>
          <a:noFill/>
          <a:ln>
            <a:noFill/>
          </a:ln>
        </p:spPr>
        <p:txBody>
          <a:bodyPr/>
          <a:lstStyle>
            <a:lvl1pPr>
              <a:defRPr>
                <a:latin typeface="LINE Seed JP App_TTF Regular" panose="02020500000000000000" pitchFamily="18" charset="-128"/>
                <a:ea typeface="LINE Seed JP App_TTF Regular" panose="02020500000000000000" pitchFamily="18" charset="-128"/>
              </a:defRPr>
            </a:lvl1pPr>
          </a:lstStyle>
          <a:p>
            <a:r>
              <a:rPr lang="ja-JP" altLang="en-US"/>
              <a:t>アイコンをクリックして図を追加</a:t>
            </a:r>
            <a:endParaRPr lang="ja-JP" altLang="en-US" dirty="0"/>
          </a:p>
        </p:txBody>
      </p:sp>
    </p:spTree>
    <p:extLst>
      <p:ext uri="{BB962C8B-B14F-4D97-AF65-F5344CB8AC3E}">
        <p14:creationId xmlns:p14="http://schemas.microsoft.com/office/powerpoint/2010/main" val="20824926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42"/>
        <p:cNvGrpSpPr/>
        <p:nvPr/>
      </p:nvGrpSpPr>
      <p:grpSpPr>
        <a:xfrm>
          <a:off x="0" y="0"/>
          <a:ext cx="0" cy="0"/>
          <a:chOff x="0" y="0"/>
          <a:chExt cx="0" cy="0"/>
        </a:xfrm>
      </p:grpSpPr>
      <p:sp>
        <p:nvSpPr>
          <p:cNvPr id="143" name="Google Shape;143;p21"/>
          <p:cNvSpPr txBox="1">
            <a:spLocks noGrp="1"/>
          </p:cNvSpPr>
          <p:nvPr>
            <p:ph type="body" idx="1"/>
          </p:nvPr>
        </p:nvSpPr>
        <p:spPr>
          <a:xfrm>
            <a:off x="950967" y="1951149"/>
            <a:ext cx="10289996" cy="4279318"/>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dk2"/>
              </a:buClr>
              <a:buSzPts val="1400"/>
              <a:buFont typeface="Red Hat Display"/>
              <a:buChar char="■"/>
              <a:defRPr sz="2800">
                <a:latin typeface="LINE Seed JP App_TTF Regular" panose="02020500000000000000" pitchFamily="18" charset="-128"/>
                <a:ea typeface="LINE Seed JP App_TTF Regular" panose="02020500000000000000" pitchFamily="18" charset="-128"/>
              </a:defRPr>
            </a:lvl1pPr>
            <a:lvl2pPr marL="1219170" lvl="1" indent="-423323" rtl="0">
              <a:spcBef>
                <a:spcPts val="2133"/>
              </a:spcBef>
              <a:spcAft>
                <a:spcPts val="0"/>
              </a:spcAft>
              <a:buClr>
                <a:srgbClr val="FFFFFF"/>
              </a:buClr>
              <a:buSzPts val="1400"/>
              <a:buFont typeface="Red Hat Display"/>
              <a:buChar char="○"/>
              <a:defRPr/>
            </a:lvl2pPr>
            <a:lvl3pPr marL="1828754" lvl="2" indent="-423323" rtl="0">
              <a:spcBef>
                <a:spcPts val="2133"/>
              </a:spcBef>
              <a:spcAft>
                <a:spcPts val="0"/>
              </a:spcAft>
              <a:buClr>
                <a:srgbClr val="FFFFFF"/>
              </a:buClr>
              <a:buSzPts val="1400"/>
              <a:buFont typeface="Red Hat Display"/>
              <a:buChar char="■"/>
              <a:defRPr/>
            </a:lvl3pPr>
            <a:lvl4pPr marL="2438339" lvl="3" indent="-423323" rtl="0">
              <a:spcBef>
                <a:spcPts val="2133"/>
              </a:spcBef>
              <a:spcAft>
                <a:spcPts val="0"/>
              </a:spcAft>
              <a:buClr>
                <a:srgbClr val="FFFFFF"/>
              </a:buClr>
              <a:buSzPts val="1400"/>
              <a:buFont typeface="Red Hat Display"/>
              <a:buChar char="●"/>
              <a:defRPr/>
            </a:lvl4pPr>
            <a:lvl5pPr marL="3047924" lvl="4" indent="-423323" rtl="0">
              <a:spcBef>
                <a:spcPts val="2133"/>
              </a:spcBef>
              <a:spcAft>
                <a:spcPts val="0"/>
              </a:spcAft>
              <a:buClr>
                <a:srgbClr val="FFFFFF"/>
              </a:buClr>
              <a:buSzPts val="1400"/>
              <a:buFont typeface="Red Hat Display"/>
              <a:buChar char="○"/>
              <a:defRPr/>
            </a:lvl5pPr>
            <a:lvl6pPr marL="3657509" lvl="5" indent="-423323" rtl="0">
              <a:spcBef>
                <a:spcPts val="2133"/>
              </a:spcBef>
              <a:spcAft>
                <a:spcPts val="0"/>
              </a:spcAft>
              <a:buClr>
                <a:srgbClr val="FFFFFF"/>
              </a:buClr>
              <a:buSzPts val="1400"/>
              <a:buFont typeface="Red Hat Display"/>
              <a:buChar char="■"/>
              <a:defRPr/>
            </a:lvl6pPr>
            <a:lvl7pPr marL="4267093" lvl="6" indent="-423323" rtl="0">
              <a:spcBef>
                <a:spcPts val="2133"/>
              </a:spcBef>
              <a:spcAft>
                <a:spcPts val="0"/>
              </a:spcAft>
              <a:buClr>
                <a:srgbClr val="FFFFFF"/>
              </a:buClr>
              <a:buSzPts val="1400"/>
              <a:buFont typeface="Red Hat Display"/>
              <a:buChar char="●"/>
              <a:defRPr/>
            </a:lvl7pPr>
            <a:lvl8pPr marL="4876678" lvl="7" indent="-423323" rtl="0">
              <a:spcBef>
                <a:spcPts val="2133"/>
              </a:spcBef>
              <a:spcAft>
                <a:spcPts val="0"/>
              </a:spcAft>
              <a:buClr>
                <a:srgbClr val="FFFFFF"/>
              </a:buClr>
              <a:buSzPts val="1400"/>
              <a:buFont typeface="Red Hat Display"/>
              <a:buChar char="○"/>
              <a:defRPr/>
            </a:lvl8pPr>
            <a:lvl9pPr marL="5486263" lvl="8" indent="-423323" rtl="0">
              <a:spcBef>
                <a:spcPts val="2133"/>
              </a:spcBef>
              <a:spcAft>
                <a:spcPts val="2133"/>
              </a:spcAft>
              <a:buClr>
                <a:srgbClr val="FFFFFF"/>
              </a:buClr>
              <a:buSzPts val="1400"/>
              <a:buFont typeface="Red Hat Display"/>
              <a:buChar char="■"/>
              <a:defRPr/>
            </a:lvl9pPr>
          </a:lstStyle>
          <a:p>
            <a:pPr lvl="0"/>
            <a:r>
              <a:rPr lang="ja-JP" altLang="en-US"/>
              <a:t>マスター テキストの書式設定</a:t>
            </a:r>
          </a:p>
        </p:txBody>
      </p:sp>
      <p:sp>
        <p:nvSpPr>
          <p:cNvPr id="144" name="Google Shape;144;p21"/>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145" name="Google Shape;145;p21"/>
          <p:cNvSpPr/>
          <p:nvPr/>
        </p:nvSpPr>
        <p:spPr>
          <a:xfrm flipH="1">
            <a:off x="0" y="6501200"/>
            <a:ext cx="121920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6" name="Google Shape;146;p21"/>
          <p:cNvGrpSpPr/>
          <p:nvPr/>
        </p:nvGrpSpPr>
        <p:grpSpPr>
          <a:xfrm>
            <a:off x="369100" y="356634"/>
            <a:ext cx="11813600" cy="6501367"/>
            <a:chOff x="276825" y="267475"/>
            <a:chExt cx="8860200" cy="4876025"/>
          </a:xfrm>
        </p:grpSpPr>
        <p:cxnSp>
          <p:nvCxnSpPr>
            <p:cNvPr id="147" name="Google Shape;147;p21"/>
            <p:cNvCxnSpPr/>
            <p:nvPr/>
          </p:nvCxnSpPr>
          <p:spPr>
            <a:xfrm rot="10800000">
              <a:off x="276825" y="257190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148" name="Google Shape;148;p21"/>
            <p:cNvCxnSpPr/>
            <p:nvPr/>
          </p:nvCxnSpPr>
          <p:spPr>
            <a:xfrm>
              <a:off x="4565025" y="267475"/>
              <a:ext cx="4572000" cy="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8261157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49"/>
        <p:cNvGrpSpPr/>
        <p:nvPr/>
      </p:nvGrpSpPr>
      <p:grpSpPr>
        <a:xfrm>
          <a:off x="0" y="0"/>
          <a:ext cx="0" cy="0"/>
          <a:chOff x="0" y="0"/>
          <a:chExt cx="0" cy="0"/>
        </a:xfrm>
      </p:grpSpPr>
      <p:sp>
        <p:nvSpPr>
          <p:cNvPr id="150" name="Google Shape;150;p22"/>
          <p:cNvSpPr txBox="1">
            <a:spLocks noGrp="1"/>
          </p:cNvSpPr>
          <p:nvPr>
            <p:ph type="title"/>
          </p:nvPr>
        </p:nvSpPr>
        <p:spPr>
          <a:xfrm>
            <a:off x="1264433" y="1580749"/>
            <a:ext cx="6484400" cy="10716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151" name="Google Shape;151;p22"/>
          <p:cNvSpPr txBox="1">
            <a:spLocks noGrp="1"/>
          </p:cNvSpPr>
          <p:nvPr>
            <p:ph type="subTitle" idx="1"/>
          </p:nvPr>
        </p:nvSpPr>
        <p:spPr>
          <a:xfrm>
            <a:off x="1264433" y="2816051"/>
            <a:ext cx="6484400" cy="2461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2"/>
              </a:buClr>
              <a:buSzPts val="1400"/>
              <a:buChar char="■"/>
              <a:defRPr sz="28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Char char="○"/>
              <a:defRPr/>
            </a:lvl2pPr>
            <a:lvl3pPr lvl="2" algn="ctr" rtl="0">
              <a:lnSpc>
                <a:spcPct val="115000"/>
              </a:lnSpc>
              <a:spcBef>
                <a:spcPts val="0"/>
              </a:spcBef>
              <a:spcAft>
                <a:spcPts val="0"/>
              </a:spcAft>
              <a:buSzPts val="1400"/>
              <a:buChar char="■"/>
              <a:defRPr/>
            </a:lvl3pPr>
            <a:lvl4pPr lvl="3" algn="ctr" rtl="0">
              <a:lnSpc>
                <a:spcPct val="115000"/>
              </a:lnSpc>
              <a:spcBef>
                <a:spcPts val="0"/>
              </a:spcBef>
              <a:spcAft>
                <a:spcPts val="0"/>
              </a:spcAft>
              <a:buSzPts val="1400"/>
              <a:buChar char="●"/>
              <a:defRPr/>
            </a:lvl4pPr>
            <a:lvl5pPr lvl="4" algn="ctr" rtl="0">
              <a:lnSpc>
                <a:spcPct val="115000"/>
              </a:lnSpc>
              <a:spcBef>
                <a:spcPts val="0"/>
              </a:spcBef>
              <a:spcAft>
                <a:spcPts val="0"/>
              </a:spcAft>
              <a:buSzPts val="1400"/>
              <a:buChar char="○"/>
              <a:defRPr/>
            </a:lvl5pPr>
            <a:lvl6pPr lvl="5" algn="ctr" rtl="0">
              <a:lnSpc>
                <a:spcPct val="115000"/>
              </a:lnSpc>
              <a:spcBef>
                <a:spcPts val="0"/>
              </a:spcBef>
              <a:spcAft>
                <a:spcPts val="0"/>
              </a:spcAft>
              <a:buSzPts val="1400"/>
              <a:buChar char="■"/>
              <a:defRPr/>
            </a:lvl6pPr>
            <a:lvl7pPr lvl="6" algn="ctr" rtl="0">
              <a:lnSpc>
                <a:spcPct val="115000"/>
              </a:lnSpc>
              <a:spcBef>
                <a:spcPts val="0"/>
              </a:spcBef>
              <a:spcAft>
                <a:spcPts val="0"/>
              </a:spcAft>
              <a:buSzPts val="1400"/>
              <a:buChar char="●"/>
              <a:defRPr/>
            </a:lvl7pPr>
            <a:lvl8pPr lvl="7" algn="ctr" rtl="0">
              <a:lnSpc>
                <a:spcPct val="115000"/>
              </a:lnSpc>
              <a:spcBef>
                <a:spcPts val="0"/>
              </a:spcBef>
              <a:spcAft>
                <a:spcPts val="0"/>
              </a:spcAft>
              <a:buSzPts val="1400"/>
              <a:buChar char="○"/>
              <a:defRPr/>
            </a:lvl8pPr>
            <a:lvl9pPr lvl="8" algn="ctr" rtl="0">
              <a:lnSpc>
                <a:spcPct val="115000"/>
              </a:lnSpc>
              <a:spcBef>
                <a:spcPts val="0"/>
              </a:spcBef>
              <a:spcAft>
                <a:spcPts val="0"/>
              </a:spcAft>
              <a:buSzPts val="1400"/>
              <a:buChar char="■"/>
              <a:defRPr/>
            </a:lvl9pPr>
          </a:lstStyle>
          <a:p>
            <a:r>
              <a:rPr lang="ja-JP" altLang="en-US"/>
              <a:t>マスター サブタイトルの書式設定</a:t>
            </a:r>
            <a:endParaRPr dirty="0"/>
          </a:p>
        </p:txBody>
      </p:sp>
      <p:sp>
        <p:nvSpPr>
          <p:cNvPr id="152" name="Google Shape;152;p22"/>
          <p:cNvSpPr/>
          <p:nvPr/>
        </p:nvSpPr>
        <p:spPr>
          <a:xfrm rot="10800000" flipH="1">
            <a:off x="1105480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3" name="Google Shape;153;p22"/>
          <p:cNvGrpSpPr/>
          <p:nvPr/>
        </p:nvGrpSpPr>
        <p:grpSpPr>
          <a:xfrm rot="10800000" flipH="1">
            <a:off x="-73834" y="0"/>
            <a:ext cx="12265667" cy="6138667"/>
            <a:chOff x="-55375" y="539500"/>
            <a:chExt cx="9199250" cy="4604000"/>
          </a:xfrm>
        </p:grpSpPr>
        <p:cxnSp>
          <p:nvCxnSpPr>
            <p:cNvPr id="154" name="Google Shape;154;p22"/>
            <p:cNvCxnSpPr/>
            <p:nvPr/>
          </p:nvCxnSpPr>
          <p:spPr>
            <a:xfrm>
              <a:off x="-55375" y="4608575"/>
              <a:ext cx="4571700" cy="0"/>
            </a:xfrm>
            <a:prstGeom prst="straightConnector1">
              <a:avLst/>
            </a:prstGeom>
            <a:noFill/>
            <a:ln w="9525" cap="flat" cmpd="sng">
              <a:solidFill>
                <a:schemeClr val="dk1"/>
              </a:solidFill>
              <a:prstDash val="solid"/>
              <a:round/>
              <a:headEnd type="none" w="med" len="med"/>
              <a:tailEnd type="none" w="med" len="med"/>
            </a:ln>
          </p:spPr>
        </p:cxnSp>
        <p:cxnSp>
          <p:nvCxnSpPr>
            <p:cNvPr id="155" name="Google Shape;155;p22"/>
            <p:cNvCxnSpPr/>
            <p:nvPr/>
          </p:nvCxnSpPr>
          <p:spPr>
            <a:xfrm>
              <a:off x="4585075" y="539500"/>
              <a:ext cx="4558800" cy="0"/>
            </a:xfrm>
            <a:prstGeom prst="straightConnector1">
              <a:avLst/>
            </a:prstGeom>
            <a:noFill/>
            <a:ln w="9525" cap="flat" cmpd="sng">
              <a:solidFill>
                <a:schemeClr val="dk1"/>
              </a:solidFill>
              <a:prstDash val="solid"/>
              <a:round/>
              <a:headEnd type="none" w="med" len="med"/>
              <a:tailEnd type="none" w="med" len="med"/>
            </a:ln>
          </p:spPr>
        </p:cxnSp>
        <p:cxnSp>
          <p:nvCxnSpPr>
            <p:cNvPr id="156" name="Google Shape;156;p2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6121310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1682900" y="1364803"/>
            <a:ext cx="3854000" cy="22380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159" name="Google Shape;159;p23"/>
          <p:cNvSpPr txBox="1">
            <a:spLocks noGrp="1"/>
          </p:cNvSpPr>
          <p:nvPr>
            <p:ph type="subTitle" idx="1"/>
          </p:nvPr>
        </p:nvSpPr>
        <p:spPr>
          <a:xfrm>
            <a:off x="1682900" y="3603029"/>
            <a:ext cx="3854000" cy="1890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20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60" name="Google Shape;160;p23"/>
          <p:cNvSpPr/>
          <p:nvPr/>
        </p:nvSpPr>
        <p:spPr>
          <a:xfrm rot="10800000">
            <a:off x="167" y="0"/>
            <a:ext cx="9556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1" name="Google Shape;161;p23"/>
          <p:cNvGrpSpPr/>
          <p:nvPr/>
        </p:nvGrpSpPr>
        <p:grpSpPr>
          <a:xfrm rot="10800000">
            <a:off x="0" y="484133"/>
            <a:ext cx="11813600" cy="6373867"/>
            <a:chOff x="283800" y="0"/>
            <a:chExt cx="8860200" cy="4780400"/>
          </a:xfrm>
        </p:grpSpPr>
        <p:cxnSp>
          <p:nvCxnSpPr>
            <p:cNvPr id="162" name="Google Shape;162;p23"/>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63" name="Google Shape;163;p23"/>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40539203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64"/>
        <p:cNvGrpSpPr/>
        <p:nvPr/>
      </p:nvGrpSpPr>
      <p:grpSpPr>
        <a:xfrm>
          <a:off x="0" y="0"/>
          <a:ext cx="0" cy="0"/>
          <a:chOff x="0" y="0"/>
          <a:chExt cx="0" cy="0"/>
        </a:xfrm>
      </p:grpSpPr>
      <p:sp>
        <p:nvSpPr>
          <p:cNvPr id="165" name="Google Shape;165;p24"/>
          <p:cNvSpPr txBox="1">
            <a:spLocks noGrp="1"/>
          </p:cNvSpPr>
          <p:nvPr>
            <p:ph type="title"/>
          </p:nvPr>
        </p:nvSpPr>
        <p:spPr>
          <a:xfrm>
            <a:off x="6329067" y="1364800"/>
            <a:ext cx="3506800" cy="2028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lgn="r" rtl="0">
              <a:spcBef>
                <a:spcPts val="0"/>
              </a:spcBef>
              <a:spcAft>
                <a:spcPts val="0"/>
              </a:spcAft>
              <a:buSzPts val="3100"/>
              <a:buNone/>
              <a:defRPr/>
            </a:lvl2pPr>
            <a:lvl3pPr lvl="2" algn="r" rtl="0">
              <a:spcBef>
                <a:spcPts val="0"/>
              </a:spcBef>
              <a:spcAft>
                <a:spcPts val="0"/>
              </a:spcAft>
              <a:buSzPts val="3100"/>
              <a:buNone/>
              <a:defRPr/>
            </a:lvl3pPr>
            <a:lvl4pPr lvl="3" algn="r" rtl="0">
              <a:spcBef>
                <a:spcPts val="0"/>
              </a:spcBef>
              <a:spcAft>
                <a:spcPts val="0"/>
              </a:spcAft>
              <a:buSzPts val="3100"/>
              <a:buNone/>
              <a:defRPr/>
            </a:lvl4pPr>
            <a:lvl5pPr lvl="4" algn="r" rtl="0">
              <a:spcBef>
                <a:spcPts val="0"/>
              </a:spcBef>
              <a:spcAft>
                <a:spcPts val="0"/>
              </a:spcAft>
              <a:buSzPts val="3100"/>
              <a:buNone/>
              <a:defRPr/>
            </a:lvl5pPr>
            <a:lvl6pPr lvl="5" algn="r" rtl="0">
              <a:spcBef>
                <a:spcPts val="0"/>
              </a:spcBef>
              <a:spcAft>
                <a:spcPts val="0"/>
              </a:spcAft>
              <a:buSzPts val="3100"/>
              <a:buNone/>
              <a:defRPr/>
            </a:lvl6pPr>
            <a:lvl7pPr lvl="6" algn="r" rtl="0">
              <a:spcBef>
                <a:spcPts val="0"/>
              </a:spcBef>
              <a:spcAft>
                <a:spcPts val="0"/>
              </a:spcAft>
              <a:buSzPts val="3100"/>
              <a:buNone/>
              <a:defRPr/>
            </a:lvl7pPr>
            <a:lvl8pPr lvl="7" algn="r" rtl="0">
              <a:spcBef>
                <a:spcPts val="0"/>
              </a:spcBef>
              <a:spcAft>
                <a:spcPts val="0"/>
              </a:spcAft>
              <a:buSzPts val="3100"/>
              <a:buNone/>
              <a:defRPr/>
            </a:lvl8pPr>
            <a:lvl9pPr lvl="8" algn="r" rtl="0">
              <a:spcBef>
                <a:spcPts val="0"/>
              </a:spcBef>
              <a:spcAft>
                <a:spcPts val="0"/>
              </a:spcAft>
              <a:buSzPts val="3100"/>
              <a:buNone/>
              <a:defRPr/>
            </a:lvl9pPr>
          </a:lstStyle>
          <a:p>
            <a:r>
              <a:rPr lang="ja-JP" altLang="en-US"/>
              <a:t>マスター タイトルの書式設定</a:t>
            </a:r>
            <a:endParaRPr dirty="0"/>
          </a:p>
        </p:txBody>
      </p:sp>
      <p:sp>
        <p:nvSpPr>
          <p:cNvPr id="166" name="Google Shape;166;p24"/>
          <p:cNvSpPr txBox="1">
            <a:spLocks noGrp="1"/>
          </p:cNvSpPr>
          <p:nvPr>
            <p:ph type="subTitle" idx="1"/>
          </p:nvPr>
        </p:nvSpPr>
        <p:spPr>
          <a:xfrm>
            <a:off x="6329067" y="3393407"/>
            <a:ext cx="3506800" cy="21000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r" rtl="0">
              <a:lnSpc>
                <a:spcPct val="115000"/>
              </a:lnSpc>
              <a:spcBef>
                <a:spcPts val="0"/>
              </a:spcBef>
              <a:spcAft>
                <a:spcPts val="0"/>
              </a:spcAft>
              <a:buSzPts val="1400"/>
              <a:buNone/>
              <a:defRPr/>
            </a:lvl2pPr>
            <a:lvl3pPr lvl="2" algn="r" rtl="0">
              <a:lnSpc>
                <a:spcPct val="115000"/>
              </a:lnSpc>
              <a:spcBef>
                <a:spcPts val="0"/>
              </a:spcBef>
              <a:spcAft>
                <a:spcPts val="0"/>
              </a:spcAft>
              <a:buSzPts val="1400"/>
              <a:buNone/>
              <a:defRPr/>
            </a:lvl3pPr>
            <a:lvl4pPr lvl="3" algn="r" rtl="0">
              <a:lnSpc>
                <a:spcPct val="115000"/>
              </a:lnSpc>
              <a:spcBef>
                <a:spcPts val="0"/>
              </a:spcBef>
              <a:spcAft>
                <a:spcPts val="0"/>
              </a:spcAft>
              <a:buSzPts val="1400"/>
              <a:buNone/>
              <a:defRPr/>
            </a:lvl4pPr>
            <a:lvl5pPr lvl="4" algn="r" rtl="0">
              <a:lnSpc>
                <a:spcPct val="115000"/>
              </a:lnSpc>
              <a:spcBef>
                <a:spcPts val="0"/>
              </a:spcBef>
              <a:spcAft>
                <a:spcPts val="0"/>
              </a:spcAft>
              <a:buSzPts val="1400"/>
              <a:buNone/>
              <a:defRPr/>
            </a:lvl5pPr>
            <a:lvl6pPr lvl="5" algn="r" rtl="0">
              <a:lnSpc>
                <a:spcPct val="115000"/>
              </a:lnSpc>
              <a:spcBef>
                <a:spcPts val="0"/>
              </a:spcBef>
              <a:spcAft>
                <a:spcPts val="0"/>
              </a:spcAft>
              <a:buSzPts val="1400"/>
              <a:buNone/>
              <a:defRPr/>
            </a:lvl6pPr>
            <a:lvl7pPr lvl="6" algn="r" rtl="0">
              <a:lnSpc>
                <a:spcPct val="115000"/>
              </a:lnSpc>
              <a:spcBef>
                <a:spcPts val="0"/>
              </a:spcBef>
              <a:spcAft>
                <a:spcPts val="0"/>
              </a:spcAft>
              <a:buSzPts val="1400"/>
              <a:buNone/>
              <a:defRPr/>
            </a:lvl7pPr>
            <a:lvl8pPr lvl="7" algn="r" rtl="0">
              <a:lnSpc>
                <a:spcPct val="115000"/>
              </a:lnSpc>
              <a:spcBef>
                <a:spcPts val="0"/>
              </a:spcBef>
              <a:spcAft>
                <a:spcPts val="0"/>
              </a:spcAft>
              <a:buSzPts val="1400"/>
              <a:buNone/>
              <a:defRPr/>
            </a:lvl8pPr>
            <a:lvl9pPr lvl="8" algn="r" rtl="0">
              <a:lnSpc>
                <a:spcPct val="115000"/>
              </a:lnSpc>
              <a:spcBef>
                <a:spcPts val="0"/>
              </a:spcBef>
              <a:spcAft>
                <a:spcPts val="0"/>
              </a:spcAft>
              <a:buSzPts val="1400"/>
              <a:buNone/>
              <a:defRPr/>
            </a:lvl9pPr>
          </a:lstStyle>
          <a:p>
            <a:r>
              <a:rPr lang="ja-JP" altLang="en-US"/>
              <a:t>マスター サブタイトルの書式設定</a:t>
            </a:r>
            <a:endParaRPr dirty="0"/>
          </a:p>
        </p:txBody>
      </p:sp>
      <p:grpSp>
        <p:nvGrpSpPr>
          <p:cNvPr id="167" name="Google Shape;167;p24"/>
          <p:cNvGrpSpPr/>
          <p:nvPr/>
        </p:nvGrpSpPr>
        <p:grpSpPr>
          <a:xfrm flipH="1">
            <a:off x="1" y="0"/>
            <a:ext cx="12192100" cy="6858000"/>
            <a:chOff x="0" y="0"/>
            <a:chExt cx="9144075" cy="5143500"/>
          </a:xfrm>
        </p:grpSpPr>
        <p:grpSp>
          <p:nvGrpSpPr>
            <p:cNvPr id="168" name="Google Shape;168;p24"/>
            <p:cNvGrpSpPr/>
            <p:nvPr/>
          </p:nvGrpSpPr>
          <p:grpSpPr>
            <a:xfrm>
              <a:off x="0" y="0"/>
              <a:ext cx="9144075" cy="5143500"/>
              <a:chOff x="0" y="0"/>
              <a:chExt cx="9144075" cy="5143500"/>
            </a:xfrm>
          </p:grpSpPr>
          <p:sp>
            <p:nvSpPr>
              <p:cNvPr id="169" name="Google Shape;169;p24"/>
              <p:cNvSpPr/>
              <p:nvPr/>
            </p:nvSpPr>
            <p:spPr>
              <a:xfrm>
                <a:off x="4185975" y="4608575"/>
                <a:ext cx="4958100" cy="529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 name="Google Shape;170;p24"/>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71" name="Google Shape;171;p24"/>
            <p:cNvGrpSpPr/>
            <p:nvPr/>
          </p:nvGrpSpPr>
          <p:grpSpPr>
            <a:xfrm>
              <a:off x="150" y="539500"/>
              <a:ext cx="8430625" cy="4604000"/>
              <a:chOff x="150" y="539500"/>
              <a:chExt cx="8430625" cy="4604000"/>
            </a:xfrm>
          </p:grpSpPr>
          <p:cxnSp>
            <p:nvCxnSpPr>
              <p:cNvPr id="172" name="Google Shape;172;p24"/>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173" name="Google Shape;173;p24"/>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grpSp>
    </p:spTree>
    <p:extLst>
      <p:ext uri="{BB962C8B-B14F-4D97-AF65-F5344CB8AC3E}">
        <p14:creationId xmlns:p14="http://schemas.microsoft.com/office/powerpoint/2010/main" val="7665084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74"/>
        <p:cNvGrpSpPr/>
        <p:nvPr/>
      </p:nvGrpSpPr>
      <p:grpSpPr>
        <a:xfrm>
          <a:off x="0" y="0"/>
          <a:ext cx="0" cy="0"/>
          <a:chOff x="0" y="0"/>
          <a:chExt cx="0" cy="0"/>
        </a:xfrm>
      </p:grpSpPr>
      <p:sp>
        <p:nvSpPr>
          <p:cNvPr id="175" name="Google Shape;175;p25"/>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176" name="Google Shape;176;p25"/>
          <p:cNvSpPr txBox="1">
            <a:spLocks noGrp="1"/>
          </p:cNvSpPr>
          <p:nvPr>
            <p:ph type="body" idx="1"/>
          </p:nvPr>
        </p:nvSpPr>
        <p:spPr>
          <a:xfrm>
            <a:off x="950967" y="2243833"/>
            <a:ext cx="5041200" cy="3646400"/>
          </a:xfrm>
          <a:prstGeom prst="rect">
            <a:avLst/>
          </a:prstGeom>
        </p:spPr>
        <p:txBody>
          <a:bodyPr spcFirstLastPara="1" wrap="square" lIns="91425" tIns="91425" rIns="91425" bIns="91425" anchor="t" anchorCtr="0">
            <a:noAutofit/>
          </a:bodyPr>
          <a:lstStyle>
            <a:lvl1pPr marL="609585" lvl="0" indent="-423323" rtl="0">
              <a:lnSpc>
                <a:spcPct val="115000"/>
              </a:lnSpc>
              <a:spcBef>
                <a:spcPts val="0"/>
              </a:spcBef>
              <a:spcAft>
                <a:spcPts val="0"/>
              </a:spcAft>
              <a:buClr>
                <a:schemeClr val="dk2"/>
              </a:buClr>
              <a:buSzPts val="1400"/>
              <a:buChar char="■"/>
              <a:defRPr sz="2000">
                <a:latin typeface="LINE Seed JP App_TTF Regular" panose="02020500000000000000" pitchFamily="18" charset="-128"/>
                <a:ea typeface="LINE Seed JP App_TTF Regular" panose="02020500000000000000" pitchFamily="18" charset="-128"/>
              </a:defRPr>
            </a:lvl1pPr>
            <a:lvl2pPr marL="1219170" lvl="1" indent="-423323" rtl="0">
              <a:lnSpc>
                <a:spcPct val="115000"/>
              </a:lnSpc>
              <a:spcBef>
                <a:spcPts val="0"/>
              </a:spcBef>
              <a:spcAft>
                <a:spcPts val="0"/>
              </a:spcAft>
              <a:buSzPts val="1400"/>
              <a:buFont typeface="Chivo"/>
              <a:buChar char="○"/>
              <a:defRPr/>
            </a:lvl2pPr>
            <a:lvl3pPr marL="1828754" lvl="2" indent="-423323" rtl="0">
              <a:lnSpc>
                <a:spcPct val="115000"/>
              </a:lnSpc>
              <a:spcBef>
                <a:spcPts val="2133"/>
              </a:spcBef>
              <a:spcAft>
                <a:spcPts val="0"/>
              </a:spcAft>
              <a:buSzPts val="1400"/>
              <a:buFont typeface="Chivo"/>
              <a:buChar char="■"/>
              <a:defRPr/>
            </a:lvl3pPr>
            <a:lvl4pPr marL="2438339" lvl="3" indent="-423323" rtl="0">
              <a:lnSpc>
                <a:spcPct val="115000"/>
              </a:lnSpc>
              <a:spcBef>
                <a:spcPts val="2133"/>
              </a:spcBef>
              <a:spcAft>
                <a:spcPts val="0"/>
              </a:spcAft>
              <a:buSzPts val="1400"/>
              <a:buFont typeface="Chivo"/>
              <a:buChar char="●"/>
              <a:defRPr/>
            </a:lvl4pPr>
            <a:lvl5pPr marL="3047924" lvl="4" indent="-423323" rtl="0">
              <a:lnSpc>
                <a:spcPct val="115000"/>
              </a:lnSpc>
              <a:spcBef>
                <a:spcPts val="2133"/>
              </a:spcBef>
              <a:spcAft>
                <a:spcPts val="0"/>
              </a:spcAft>
              <a:buSzPts val="1400"/>
              <a:buFont typeface="Chivo"/>
              <a:buChar char="○"/>
              <a:defRPr/>
            </a:lvl5pPr>
            <a:lvl6pPr marL="3657509" lvl="5" indent="-423323" rtl="0">
              <a:lnSpc>
                <a:spcPct val="115000"/>
              </a:lnSpc>
              <a:spcBef>
                <a:spcPts val="2133"/>
              </a:spcBef>
              <a:spcAft>
                <a:spcPts val="0"/>
              </a:spcAft>
              <a:buSzPts val="1400"/>
              <a:buFont typeface="Chivo"/>
              <a:buChar char="■"/>
              <a:defRPr/>
            </a:lvl6pPr>
            <a:lvl7pPr marL="4267093" lvl="6" indent="-423323" rtl="0">
              <a:lnSpc>
                <a:spcPct val="115000"/>
              </a:lnSpc>
              <a:spcBef>
                <a:spcPts val="2133"/>
              </a:spcBef>
              <a:spcAft>
                <a:spcPts val="0"/>
              </a:spcAft>
              <a:buSzPts val="1400"/>
              <a:buFont typeface="Chivo"/>
              <a:buChar char="●"/>
              <a:defRPr/>
            </a:lvl7pPr>
            <a:lvl8pPr marL="4876678" lvl="7" indent="-423323" rtl="0">
              <a:lnSpc>
                <a:spcPct val="115000"/>
              </a:lnSpc>
              <a:spcBef>
                <a:spcPts val="2133"/>
              </a:spcBef>
              <a:spcAft>
                <a:spcPts val="0"/>
              </a:spcAft>
              <a:buSzPts val="1400"/>
              <a:buFont typeface="Chivo"/>
              <a:buChar char="○"/>
              <a:defRPr/>
            </a:lvl8pPr>
            <a:lvl9pPr marL="5486263" lvl="8" indent="-423323" rtl="0">
              <a:lnSpc>
                <a:spcPct val="115000"/>
              </a:lnSpc>
              <a:spcBef>
                <a:spcPts val="2133"/>
              </a:spcBef>
              <a:spcAft>
                <a:spcPts val="2133"/>
              </a:spcAft>
              <a:buSzPts val="1400"/>
              <a:buFont typeface="Chivo"/>
              <a:buChar char="■"/>
              <a:defRPr/>
            </a:lvl9pPr>
          </a:lstStyle>
          <a:p>
            <a:pPr lvl="0"/>
            <a:r>
              <a:rPr lang="ja-JP" altLang="en-US"/>
              <a:t>マスター テキストの書式設定</a:t>
            </a:r>
          </a:p>
        </p:txBody>
      </p:sp>
      <p:sp>
        <p:nvSpPr>
          <p:cNvPr id="177" name="Google Shape;177;p25"/>
          <p:cNvSpPr txBox="1">
            <a:spLocks noGrp="1"/>
          </p:cNvSpPr>
          <p:nvPr>
            <p:ph type="body" idx="2"/>
          </p:nvPr>
        </p:nvSpPr>
        <p:spPr>
          <a:xfrm>
            <a:off x="6201767" y="2243833"/>
            <a:ext cx="5041200" cy="3646400"/>
          </a:xfrm>
          <a:prstGeom prst="rect">
            <a:avLst/>
          </a:prstGeom>
        </p:spPr>
        <p:txBody>
          <a:bodyPr spcFirstLastPara="1" wrap="square" lIns="91425" tIns="91425" rIns="91425" bIns="91425" anchor="t" anchorCtr="0">
            <a:noAutofit/>
          </a:bodyPr>
          <a:lstStyle>
            <a:lvl1pPr marL="609585" lvl="0" indent="-414856" rtl="0">
              <a:lnSpc>
                <a:spcPct val="115000"/>
              </a:lnSpc>
              <a:spcBef>
                <a:spcPts val="0"/>
              </a:spcBef>
              <a:spcAft>
                <a:spcPts val="0"/>
              </a:spcAft>
              <a:buClr>
                <a:schemeClr val="dk2"/>
              </a:buClr>
              <a:buSzPts val="1300"/>
              <a:buChar char="■"/>
              <a:defRPr sz="2000">
                <a:latin typeface="LINE Seed JP App_TTF Regular" panose="02020500000000000000" pitchFamily="18" charset="-128"/>
                <a:ea typeface="LINE Seed JP App_TTF Regular" panose="02020500000000000000" pitchFamily="18" charset="-128"/>
              </a:defRPr>
            </a:lvl1pPr>
            <a:lvl2pPr marL="1219170" lvl="1" indent="-423323" rtl="0">
              <a:lnSpc>
                <a:spcPct val="115000"/>
              </a:lnSpc>
              <a:spcBef>
                <a:spcPts val="0"/>
              </a:spcBef>
              <a:spcAft>
                <a:spcPts val="0"/>
              </a:spcAft>
              <a:buSzPts val="1400"/>
              <a:buFont typeface="Chivo"/>
              <a:buChar char="○"/>
              <a:defRPr/>
            </a:lvl2pPr>
            <a:lvl3pPr marL="1828754" lvl="2" indent="-423323" rtl="0">
              <a:lnSpc>
                <a:spcPct val="115000"/>
              </a:lnSpc>
              <a:spcBef>
                <a:spcPts val="2133"/>
              </a:spcBef>
              <a:spcAft>
                <a:spcPts val="0"/>
              </a:spcAft>
              <a:buSzPts val="1400"/>
              <a:buFont typeface="Chivo"/>
              <a:buChar char="■"/>
              <a:defRPr/>
            </a:lvl3pPr>
            <a:lvl4pPr marL="2438339" lvl="3" indent="-423323" rtl="0">
              <a:lnSpc>
                <a:spcPct val="115000"/>
              </a:lnSpc>
              <a:spcBef>
                <a:spcPts val="2133"/>
              </a:spcBef>
              <a:spcAft>
                <a:spcPts val="0"/>
              </a:spcAft>
              <a:buSzPts val="1400"/>
              <a:buFont typeface="Chivo"/>
              <a:buChar char="●"/>
              <a:defRPr/>
            </a:lvl4pPr>
            <a:lvl5pPr marL="3047924" lvl="4" indent="-423323" rtl="0">
              <a:lnSpc>
                <a:spcPct val="115000"/>
              </a:lnSpc>
              <a:spcBef>
                <a:spcPts val="2133"/>
              </a:spcBef>
              <a:spcAft>
                <a:spcPts val="0"/>
              </a:spcAft>
              <a:buSzPts val="1400"/>
              <a:buFont typeface="Chivo"/>
              <a:buChar char="○"/>
              <a:defRPr/>
            </a:lvl5pPr>
            <a:lvl6pPr marL="3657509" lvl="5" indent="-423323" rtl="0">
              <a:lnSpc>
                <a:spcPct val="115000"/>
              </a:lnSpc>
              <a:spcBef>
                <a:spcPts val="2133"/>
              </a:spcBef>
              <a:spcAft>
                <a:spcPts val="0"/>
              </a:spcAft>
              <a:buSzPts val="1400"/>
              <a:buFont typeface="Chivo"/>
              <a:buChar char="■"/>
              <a:defRPr/>
            </a:lvl6pPr>
            <a:lvl7pPr marL="4267093" lvl="6" indent="-423323" rtl="0">
              <a:lnSpc>
                <a:spcPct val="115000"/>
              </a:lnSpc>
              <a:spcBef>
                <a:spcPts val="2133"/>
              </a:spcBef>
              <a:spcAft>
                <a:spcPts val="0"/>
              </a:spcAft>
              <a:buSzPts val="1400"/>
              <a:buFont typeface="Chivo"/>
              <a:buChar char="●"/>
              <a:defRPr/>
            </a:lvl7pPr>
            <a:lvl8pPr marL="4876678" lvl="7" indent="-423323" rtl="0">
              <a:lnSpc>
                <a:spcPct val="115000"/>
              </a:lnSpc>
              <a:spcBef>
                <a:spcPts val="2133"/>
              </a:spcBef>
              <a:spcAft>
                <a:spcPts val="0"/>
              </a:spcAft>
              <a:buSzPts val="1400"/>
              <a:buFont typeface="Chivo"/>
              <a:buChar char="○"/>
              <a:defRPr/>
            </a:lvl8pPr>
            <a:lvl9pPr marL="5486263" lvl="8" indent="-423323" rtl="0">
              <a:lnSpc>
                <a:spcPct val="115000"/>
              </a:lnSpc>
              <a:spcBef>
                <a:spcPts val="2133"/>
              </a:spcBef>
              <a:spcAft>
                <a:spcPts val="2133"/>
              </a:spcAft>
              <a:buSzPts val="1400"/>
              <a:buFont typeface="Chivo"/>
              <a:buChar char="■"/>
              <a:defRPr/>
            </a:lvl9pPr>
          </a:lstStyle>
          <a:p>
            <a:pPr lvl="0"/>
            <a:r>
              <a:rPr lang="ja-JP" altLang="en-US"/>
              <a:t>マスター テキストの書式設定</a:t>
            </a:r>
          </a:p>
        </p:txBody>
      </p:sp>
      <p:sp>
        <p:nvSpPr>
          <p:cNvPr id="178" name="Google Shape;178;p25"/>
          <p:cNvSpPr txBox="1">
            <a:spLocks noGrp="1"/>
          </p:cNvSpPr>
          <p:nvPr>
            <p:ph type="subTitle" idx="3"/>
          </p:nvPr>
        </p:nvSpPr>
        <p:spPr>
          <a:xfrm>
            <a:off x="951000" y="1423133"/>
            <a:ext cx="10290000" cy="733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28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79" name="Google Shape;179;p25"/>
          <p:cNvSpPr/>
          <p:nvPr/>
        </p:nvSpPr>
        <p:spPr>
          <a:xfrm flipH="1">
            <a:off x="951200" y="6501367"/>
            <a:ext cx="112408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0" name="Google Shape;180;p25"/>
          <p:cNvGrpSpPr/>
          <p:nvPr/>
        </p:nvGrpSpPr>
        <p:grpSpPr>
          <a:xfrm>
            <a:off x="378400" y="-5466"/>
            <a:ext cx="11435200" cy="6863500"/>
            <a:chOff x="283800" y="-4100"/>
            <a:chExt cx="8576400" cy="5147625"/>
          </a:xfrm>
        </p:grpSpPr>
        <p:cxnSp>
          <p:nvCxnSpPr>
            <p:cNvPr id="181" name="Google Shape;181;p25"/>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182" name="Google Shape;182;p25"/>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6757323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183"/>
        <p:cNvGrpSpPr/>
        <p:nvPr/>
      </p:nvGrpSpPr>
      <p:grpSpPr>
        <a:xfrm>
          <a:off x="0" y="0"/>
          <a:ext cx="0" cy="0"/>
          <a:chOff x="0" y="0"/>
          <a:chExt cx="0" cy="0"/>
        </a:xfrm>
      </p:grpSpPr>
      <p:sp>
        <p:nvSpPr>
          <p:cNvPr id="184" name="Google Shape;184;p26"/>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185" name="Google Shape;185;p26"/>
          <p:cNvSpPr txBox="1">
            <a:spLocks noGrp="1"/>
          </p:cNvSpPr>
          <p:nvPr>
            <p:ph type="subTitle" idx="1"/>
          </p:nvPr>
        </p:nvSpPr>
        <p:spPr>
          <a:xfrm>
            <a:off x="1475833" y="2619333"/>
            <a:ext cx="4267200" cy="2516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20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86" name="Google Shape;186;p26"/>
          <p:cNvSpPr txBox="1">
            <a:spLocks noGrp="1"/>
          </p:cNvSpPr>
          <p:nvPr>
            <p:ph type="subTitle" idx="2"/>
          </p:nvPr>
        </p:nvSpPr>
        <p:spPr>
          <a:xfrm>
            <a:off x="6448967" y="2619333"/>
            <a:ext cx="4267200" cy="2516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2000">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87" name="Google Shape;187;p26"/>
          <p:cNvSpPr/>
          <p:nvPr/>
        </p:nvSpPr>
        <p:spPr>
          <a:xfrm rot="10800000">
            <a:off x="11813600" y="-35"/>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8" name="Google Shape;188;p26"/>
          <p:cNvGrpSpPr/>
          <p:nvPr/>
        </p:nvGrpSpPr>
        <p:grpSpPr>
          <a:xfrm rot="10800000">
            <a:off x="-166" y="356600"/>
            <a:ext cx="12002967" cy="6501400"/>
            <a:chOff x="141900" y="-26"/>
            <a:chExt cx="9002225" cy="4876050"/>
          </a:xfrm>
        </p:grpSpPr>
        <p:cxnSp>
          <p:nvCxnSpPr>
            <p:cNvPr id="189" name="Google Shape;189;p26"/>
            <p:cNvCxnSpPr/>
            <p:nvPr/>
          </p:nvCxnSpPr>
          <p:spPr>
            <a:xfrm>
              <a:off x="7404125" y="4876024"/>
              <a:ext cx="1740000" cy="0"/>
            </a:xfrm>
            <a:prstGeom prst="straightConnector1">
              <a:avLst/>
            </a:prstGeom>
            <a:noFill/>
            <a:ln w="9525" cap="flat" cmpd="sng">
              <a:solidFill>
                <a:schemeClr val="dk1"/>
              </a:solidFill>
              <a:prstDash val="solid"/>
              <a:round/>
              <a:headEnd type="none" w="med" len="med"/>
              <a:tailEnd type="none" w="med" len="med"/>
            </a:ln>
          </p:spPr>
        </p:cxnSp>
        <p:cxnSp>
          <p:nvCxnSpPr>
            <p:cNvPr id="190" name="Google Shape;190;p26"/>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8498701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91"/>
        <p:cNvGrpSpPr/>
        <p:nvPr/>
      </p:nvGrpSpPr>
      <p:grpSpPr>
        <a:xfrm>
          <a:off x="0" y="0"/>
          <a:ext cx="0" cy="0"/>
          <a:chOff x="0" y="0"/>
          <a:chExt cx="0" cy="0"/>
        </a:xfrm>
      </p:grpSpPr>
      <p:sp>
        <p:nvSpPr>
          <p:cNvPr id="192" name="Google Shape;192;p27"/>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193" name="Google Shape;193;p27"/>
          <p:cNvSpPr txBox="1">
            <a:spLocks noGrp="1"/>
          </p:cNvSpPr>
          <p:nvPr>
            <p:ph type="subTitle" idx="1"/>
          </p:nvPr>
        </p:nvSpPr>
        <p:spPr>
          <a:xfrm>
            <a:off x="951017" y="45420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94" name="Google Shape;194;p27"/>
          <p:cNvSpPr txBox="1">
            <a:spLocks noGrp="1"/>
          </p:cNvSpPr>
          <p:nvPr>
            <p:ph type="subTitle" idx="2"/>
          </p:nvPr>
        </p:nvSpPr>
        <p:spPr>
          <a:xfrm>
            <a:off x="951017" y="3713833"/>
            <a:ext cx="3200400" cy="738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195" name="Google Shape;195;p27"/>
          <p:cNvSpPr txBox="1">
            <a:spLocks noGrp="1"/>
          </p:cNvSpPr>
          <p:nvPr>
            <p:ph type="subTitle" idx="3"/>
          </p:nvPr>
        </p:nvSpPr>
        <p:spPr>
          <a:xfrm>
            <a:off x="8040584" y="45420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96" name="Google Shape;196;p27"/>
          <p:cNvSpPr txBox="1">
            <a:spLocks noGrp="1"/>
          </p:cNvSpPr>
          <p:nvPr>
            <p:ph type="subTitle" idx="4"/>
          </p:nvPr>
        </p:nvSpPr>
        <p:spPr>
          <a:xfrm>
            <a:off x="8040584" y="3709867"/>
            <a:ext cx="3200400" cy="738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197" name="Google Shape;197;p27"/>
          <p:cNvSpPr txBox="1">
            <a:spLocks noGrp="1"/>
          </p:cNvSpPr>
          <p:nvPr>
            <p:ph type="subTitle" idx="5"/>
          </p:nvPr>
        </p:nvSpPr>
        <p:spPr>
          <a:xfrm>
            <a:off x="4495800" y="4542036"/>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198" name="Google Shape;198;p27"/>
          <p:cNvSpPr txBox="1">
            <a:spLocks noGrp="1"/>
          </p:cNvSpPr>
          <p:nvPr>
            <p:ph type="subTitle" idx="6"/>
          </p:nvPr>
        </p:nvSpPr>
        <p:spPr>
          <a:xfrm>
            <a:off x="4495800" y="3709867"/>
            <a:ext cx="3200400" cy="738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Tree>
    <p:extLst>
      <p:ext uri="{BB962C8B-B14F-4D97-AF65-F5344CB8AC3E}">
        <p14:creationId xmlns:p14="http://schemas.microsoft.com/office/powerpoint/2010/main" val="28154951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99"/>
        <p:cNvGrpSpPr/>
        <p:nvPr/>
      </p:nvGrpSpPr>
      <p:grpSpPr>
        <a:xfrm>
          <a:off x="0" y="0"/>
          <a:ext cx="0" cy="0"/>
          <a:chOff x="0" y="0"/>
          <a:chExt cx="0" cy="0"/>
        </a:xfrm>
      </p:grpSpPr>
      <p:sp>
        <p:nvSpPr>
          <p:cNvPr id="200" name="Google Shape;200;p28"/>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sz="36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201" name="Google Shape;201;p28"/>
          <p:cNvSpPr txBox="1">
            <a:spLocks noGrp="1"/>
          </p:cNvSpPr>
          <p:nvPr>
            <p:ph type="subTitle" idx="1"/>
          </p:nvPr>
        </p:nvSpPr>
        <p:spPr>
          <a:xfrm>
            <a:off x="1154167" y="4925636"/>
            <a:ext cx="3016800" cy="864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02" name="Google Shape;202;p28"/>
          <p:cNvSpPr txBox="1">
            <a:spLocks noGrp="1"/>
          </p:cNvSpPr>
          <p:nvPr>
            <p:ph type="subTitle" idx="2"/>
          </p:nvPr>
        </p:nvSpPr>
        <p:spPr>
          <a:xfrm>
            <a:off x="1154167" y="4138633"/>
            <a:ext cx="30168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03" name="Google Shape;203;p28"/>
          <p:cNvSpPr txBox="1">
            <a:spLocks noGrp="1"/>
          </p:cNvSpPr>
          <p:nvPr>
            <p:ph type="subTitle" idx="3"/>
          </p:nvPr>
        </p:nvSpPr>
        <p:spPr>
          <a:xfrm>
            <a:off x="8021033" y="4925636"/>
            <a:ext cx="3016800" cy="864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04" name="Google Shape;204;p28"/>
          <p:cNvSpPr txBox="1">
            <a:spLocks noGrp="1"/>
          </p:cNvSpPr>
          <p:nvPr>
            <p:ph type="subTitle" idx="4"/>
          </p:nvPr>
        </p:nvSpPr>
        <p:spPr>
          <a:xfrm>
            <a:off x="8021033" y="4138633"/>
            <a:ext cx="30168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05" name="Google Shape;205;p28"/>
          <p:cNvSpPr txBox="1">
            <a:spLocks noGrp="1"/>
          </p:cNvSpPr>
          <p:nvPr>
            <p:ph type="subTitle" idx="5"/>
          </p:nvPr>
        </p:nvSpPr>
        <p:spPr>
          <a:xfrm>
            <a:off x="4587600" y="4925636"/>
            <a:ext cx="3016800" cy="864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06" name="Google Shape;206;p28"/>
          <p:cNvSpPr txBox="1">
            <a:spLocks noGrp="1"/>
          </p:cNvSpPr>
          <p:nvPr>
            <p:ph type="subTitle" idx="6"/>
          </p:nvPr>
        </p:nvSpPr>
        <p:spPr>
          <a:xfrm>
            <a:off x="4587600" y="4138633"/>
            <a:ext cx="30168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07" name="Google Shape;207;p28"/>
          <p:cNvSpPr/>
          <p:nvPr/>
        </p:nvSpPr>
        <p:spPr>
          <a:xfrm>
            <a:off x="0" y="6501367"/>
            <a:ext cx="121920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8" name="Google Shape;208;p28"/>
          <p:cNvGrpSpPr/>
          <p:nvPr/>
        </p:nvGrpSpPr>
        <p:grpSpPr>
          <a:xfrm>
            <a:off x="378400" y="-64"/>
            <a:ext cx="11813600" cy="6679831"/>
            <a:chOff x="283800" y="-48"/>
            <a:chExt cx="8860200" cy="5009873"/>
          </a:xfrm>
        </p:grpSpPr>
        <p:cxnSp>
          <p:nvCxnSpPr>
            <p:cNvPr id="209" name="Google Shape;209;p28"/>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cxnSp>
          <p:nvCxnSpPr>
            <p:cNvPr id="210" name="Google Shape;210;p28"/>
            <p:cNvCxnSpPr/>
            <p:nvPr/>
          </p:nvCxnSpPr>
          <p:spPr>
            <a:xfrm rot="10800000">
              <a:off x="283800" y="-48"/>
              <a:ext cx="0" cy="29193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18689661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211"/>
        <p:cNvGrpSpPr/>
        <p:nvPr/>
      </p:nvGrpSpPr>
      <p:grpSpPr>
        <a:xfrm>
          <a:off x="0" y="0"/>
          <a:ext cx="0" cy="0"/>
          <a:chOff x="0" y="0"/>
          <a:chExt cx="0" cy="0"/>
        </a:xfrm>
      </p:grpSpPr>
      <p:sp>
        <p:nvSpPr>
          <p:cNvPr id="212" name="Google Shape;212;p29"/>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r>
              <a:rPr lang="ja-JP" altLang="en-US"/>
              <a:t>マスター タイトルの書式設定</a:t>
            </a:r>
            <a:endParaRPr dirty="0"/>
          </a:p>
        </p:txBody>
      </p:sp>
      <p:sp>
        <p:nvSpPr>
          <p:cNvPr id="213" name="Google Shape;213;p29"/>
          <p:cNvSpPr txBox="1">
            <a:spLocks noGrp="1"/>
          </p:cNvSpPr>
          <p:nvPr>
            <p:ph type="subTitle" idx="1"/>
          </p:nvPr>
        </p:nvSpPr>
        <p:spPr>
          <a:xfrm>
            <a:off x="2503000" y="2466669"/>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14" name="Google Shape;214;p29"/>
          <p:cNvSpPr txBox="1">
            <a:spLocks noGrp="1"/>
          </p:cNvSpPr>
          <p:nvPr>
            <p:ph type="subTitle" idx="2"/>
          </p:nvPr>
        </p:nvSpPr>
        <p:spPr>
          <a:xfrm>
            <a:off x="2503000" y="1833600"/>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15" name="Google Shape;215;p29"/>
          <p:cNvSpPr txBox="1">
            <a:spLocks noGrp="1"/>
          </p:cNvSpPr>
          <p:nvPr>
            <p:ph type="subTitle" idx="3"/>
          </p:nvPr>
        </p:nvSpPr>
        <p:spPr>
          <a:xfrm>
            <a:off x="2503000" y="4687468"/>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16" name="Google Shape;216;p29"/>
          <p:cNvSpPr txBox="1">
            <a:spLocks noGrp="1"/>
          </p:cNvSpPr>
          <p:nvPr>
            <p:ph type="subTitle" idx="4"/>
          </p:nvPr>
        </p:nvSpPr>
        <p:spPr>
          <a:xfrm>
            <a:off x="2503000" y="4054399"/>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17" name="Google Shape;217;p29"/>
          <p:cNvSpPr txBox="1">
            <a:spLocks noGrp="1"/>
          </p:cNvSpPr>
          <p:nvPr>
            <p:ph type="subTitle" idx="5"/>
          </p:nvPr>
        </p:nvSpPr>
        <p:spPr>
          <a:xfrm>
            <a:off x="8149433" y="2466669"/>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18" name="Google Shape;218;p29"/>
          <p:cNvSpPr txBox="1">
            <a:spLocks noGrp="1"/>
          </p:cNvSpPr>
          <p:nvPr>
            <p:ph type="subTitle" idx="6"/>
          </p:nvPr>
        </p:nvSpPr>
        <p:spPr>
          <a:xfrm>
            <a:off x="8149433" y="1833600"/>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19" name="Google Shape;219;p29"/>
          <p:cNvSpPr txBox="1">
            <a:spLocks noGrp="1"/>
          </p:cNvSpPr>
          <p:nvPr>
            <p:ph type="subTitle" idx="7"/>
          </p:nvPr>
        </p:nvSpPr>
        <p:spPr>
          <a:xfrm>
            <a:off x="8149433" y="4687468"/>
            <a:ext cx="3091600" cy="1194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20" name="Google Shape;220;p29"/>
          <p:cNvSpPr txBox="1">
            <a:spLocks noGrp="1"/>
          </p:cNvSpPr>
          <p:nvPr>
            <p:ph type="subTitle" idx="8"/>
          </p:nvPr>
        </p:nvSpPr>
        <p:spPr>
          <a:xfrm>
            <a:off x="8149433" y="4054399"/>
            <a:ext cx="3091600" cy="69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21" name="Google Shape;221;p29"/>
          <p:cNvSpPr/>
          <p:nvPr/>
        </p:nvSpPr>
        <p:spPr>
          <a:xfrm flipH="1">
            <a:off x="11813600" y="0"/>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222" name="Google Shape;222;p29"/>
          <p:cNvCxnSpPr/>
          <p:nvPr/>
        </p:nvCxnSpPr>
        <p:spPr>
          <a:xfrm rot="10800000">
            <a:off x="12002800" y="-35"/>
            <a:ext cx="0" cy="52780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6717728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ive columns">
  <p:cSld name="Title and five columns">
    <p:spTree>
      <p:nvGrpSpPr>
        <p:cNvPr id="1" name="Shape 223"/>
        <p:cNvGrpSpPr/>
        <p:nvPr/>
      </p:nvGrpSpPr>
      <p:grpSpPr>
        <a:xfrm>
          <a:off x="0" y="0"/>
          <a:ext cx="0" cy="0"/>
          <a:chOff x="0" y="0"/>
          <a:chExt cx="0" cy="0"/>
        </a:xfrm>
      </p:grpSpPr>
      <p:sp>
        <p:nvSpPr>
          <p:cNvPr id="224" name="Google Shape;224;p30"/>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225" name="Google Shape;225;p30"/>
          <p:cNvSpPr txBox="1">
            <a:spLocks noGrp="1"/>
          </p:cNvSpPr>
          <p:nvPr>
            <p:ph type="subTitle" idx="1"/>
          </p:nvPr>
        </p:nvSpPr>
        <p:spPr>
          <a:xfrm>
            <a:off x="9510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26" name="Google Shape;226;p30"/>
          <p:cNvSpPr txBox="1">
            <a:spLocks noGrp="1"/>
          </p:cNvSpPr>
          <p:nvPr>
            <p:ph type="subTitle" idx="2"/>
          </p:nvPr>
        </p:nvSpPr>
        <p:spPr>
          <a:xfrm>
            <a:off x="9510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27" name="Google Shape;227;p30"/>
          <p:cNvSpPr txBox="1">
            <a:spLocks noGrp="1"/>
          </p:cNvSpPr>
          <p:nvPr>
            <p:ph type="subTitle" idx="3"/>
          </p:nvPr>
        </p:nvSpPr>
        <p:spPr>
          <a:xfrm>
            <a:off x="80406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28" name="Google Shape;228;p30"/>
          <p:cNvSpPr txBox="1">
            <a:spLocks noGrp="1"/>
          </p:cNvSpPr>
          <p:nvPr>
            <p:ph type="subTitle" idx="4"/>
          </p:nvPr>
        </p:nvSpPr>
        <p:spPr>
          <a:xfrm>
            <a:off x="80406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29" name="Google Shape;229;p30"/>
          <p:cNvSpPr txBox="1">
            <a:spLocks noGrp="1"/>
          </p:cNvSpPr>
          <p:nvPr>
            <p:ph type="subTitle" idx="5"/>
          </p:nvPr>
        </p:nvSpPr>
        <p:spPr>
          <a:xfrm>
            <a:off x="44958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30" name="Google Shape;230;p30"/>
          <p:cNvSpPr txBox="1">
            <a:spLocks noGrp="1"/>
          </p:cNvSpPr>
          <p:nvPr>
            <p:ph type="subTitle" idx="6"/>
          </p:nvPr>
        </p:nvSpPr>
        <p:spPr>
          <a:xfrm>
            <a:off x="44958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31" name="Google Shape;231;p30"/>
          <p:cNvSpPr txBox="1">
            <a:spLocks noGrp="1"/>
          </p:cNvSpPr>
          <p:nvPr>
            <p:ph type="subTitle" idx="7"/>
          </p:nvPr>
        </p:nvSpPr>
        <p:spPr>
          <a:xfrm>
            <a:off x="2723375"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32" name="Google Shape;232;p30"/>
          <p:cNvSpPr txBox="1">
            <a:spLocks noGrp="1"/>
          </p:cNvSpPr>
          <p:nvPr>
            <p:ph type="subTitle" idx="8"/>
          </p:nvPr>
        </p:nvSpPr>
        <p:spPr>
          <a:xfrm>
            <a:off x="2723375"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33" name="Google Shape;233;p30"/>
          <p:cNvSpPr txBox="1">
            <a:spLocks noGrp="1"/>
          </p:cNvSpPr>
          <p:nvPr>
            <p:ph type="subTitle" idx="9"/>
          </p:nvPr>
        </p:nvSpPr>
        <p:spPr>
          <a:xfrm>
            <a:off x="6268225"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34" name="Google Shape;234;p30"/>
          <p:cNvSpPr txBox="1">
            <a:spLocks noGrp="1"/>
          </p:cNvSpPr>
          <p:nvPr>
            <p:ph type="subTitle" idx="13"/>
          </p:nvPr>
        </p:nvSpPr>
        <p:spPr>
          <a:xfrm>
            <a:off x="6268225"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35" name="Google Shape;235;p30"/>
          <p:cNvSpPr/>
          <p:nvPr/>
        </p:nvSpPr>
        <p:spPr>
          <a:xfrm>
            <a:off x="0" y="6501367"/>
            <a:ext cx="11240800" cy="3568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36" name="Google Shape;236;p30"/>
          <p:cNvGrpSpPr/>
          <p:nvPr/>
        </p:nvGrpSpPr>
        <p:grpSpPr>
          <a:xfrm flipH="1">
            <a:off x="378400" y="-5466"/>
            <a:ext cx="11435200" cy="6863500"/>
            <a:chOff x="283800" y="-4100"/>
            <a:chExt cx="8576400" cy="5147625"/>
          </a:xfrm>
        </p:grpSpPr>
        <p:cxnSp>
          <p:nvCxnSpPr>
            <p:cNvPr id="237" name="Google Shape;237;p30"/>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238" name="Google Shape;238;p30"/>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26669494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39"/>
        <p:cNvGrpSpPr/>
        <p:nvPr/>
      </p:nvGrpSpPr>
      <p:grpSpPr>
        <a:xfrm>
          <a:off x="0" y="0"/>
          <a:ext cx="0" cy="0"/>
          <a:chOff x="0" y="0"/>
          <a:chExt cx="0" cy="0"/>
        </a:xfrm>
      </p:grpSpPr>
      <p:sp>
        <p:nvSpPr>
          <p:cNvPr id="240" name="Google Shape;240;p31"/>
          <p:cNvSpPr txBox="1">
            <a:spLocks noGrp="1"/>
          </p:cNvSpPr>
          <p:nvPr>
            <p:ph type="title"/>
          </p:nvPr>
        </p:nvSpPr>
        <p:spPr>
          <a:xfrm>
            <a:off x="950967" y="627533"/>
            <a:ext cx="10290000" cy="733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atin typeface="LINE Seed JP App_TTF Bold" panose="02020700000000000000" pitchFamily="18" charset="-128"/>
                <a:ea typeface="LINE Seed JP App_TTF Bold" panose="02020700000000000000" pitchFamily="18" charset="-128"/>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r>
              <a:rPr lang="ja-JP" altLang="en-US"/>
              <a:t>マスター タイトルの書式設定</a:t>
            </a:r>
            <a:endParaRPr dirty="0"/>
          </a:p>
        </p:txBody>
      </p:sp>
      <p:sp>
        <p:nvSpPr>
          <p:cNvPr id="241" name="Google Shape;241;p31"/>
          <p:cNvSpPr txBox="1">
            <a:spLocks noGrp="1"/>
          </p:cNvSpPr>
          <p:nvPr>
            <p:ph type="subTitle" idx="1"/>
          </p:nvPr>
        </p:nvSpPr>
        <p:spPr>
          <a:xfrm>
            <a:off x="950992"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42" name="Google Shape;242;p31"/>
          <p:cNvSpPr txBox="1">
            <a:spLocks noGrp="1"/>
          </p:cNvSpPr>
          <p:nvPr>
            <p:ph type="subTitle" idx="2"/>
          </p:nvPr>
        </p:nvSpPr>
        <p:spPr>
          <a:xfrm>
            <a:off x="950992"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43" name="Google Shape;243;p31"/>
          <p:cNvSpPr txBox="1">
            <a:spLocks noGrp="1"/>
          </p:cNvSpPr>
          <p:nvPr>
            <p:ph type="subTitle" idx="3"/>
          </p:nvPr>
        </p:nvSpPr>
        <p:spPr>
          <a:xfrm>
            <a:off x="8040608"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44" name="Google Shape;244;p31"/>
          <p:cNvSpPr txBox="1">
            <a:spLocks noGrp="1"/>
          </p:cNvSpPr>
          <p:nvPr>
            <p:ph type="subTitle" idx="4"/>
          </p:nvPr>
        </p:nvSpPr>
        <p:spPr>
          <a:xfrm>
            <a:off x="8040608"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45" name="Google Shape;245;p31"/>
          <p:cNvSpPr txBox="1">
            <a:spLocks noGrp="1"/>
          </p:cNvSpPr>
          <p:nvPr>
            <p:ph type="subTitle" idx="5"/>
          </p:nvPr>
        </p:nvSpPr>
        <p:spPr>
          <a:xfrm>
            <a:off x="4495800" y="4687468"/>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46" name="Google Shape;246;p31"/>
          <p:cNvSpPr txBox="1">
            <a:spLocks noGrp="1"/>
          </p:cNvSpPr>
          <p:nvPr>
            <p:ph type="subTitle" idx="6"/>
          </p:nvPr>
        </p:nvSpPr>
        <p:spPr>
          <a:xfrm>
            <a:off x="4495800" y="4054399"/>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47" name="Google Shape;247;p31"/>
          <p:cNvSpPr txBox="1">
            <a:spLocks noGrp="1"/>
          </p:cNvSpPr>
          <p:nvPr>
            <p:ph type="subTitle" idx="7"/>
          </p:nvPr>
        </p:nvSpPr>
        <p:spPr>
          <a:xfrm>
            <a:off x="950992"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48" name="Google Shape;248;p31"/>
          <p:cNvSpPr txBox="1">
            <a:spLocks noGrp="1"/>
          </p:cNvSpPr>
          <p:nvPr>
            <p:ph type="subTitle" idx="8"/>
          </p:nvPr>
        </p:nvSpPr>
        <p:spPr>
          <a:xfrm>
            <a:off x="950992"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49" name="Google Shape;249;p31"/>
          <p:cNvSpPr txBox="1">
            <a:spLocks noGrp="1"/>
          </p:cNvSpPr>
          <p:nvPr>
            <p:ph type="subTitle" idx="9"/>
          </p:nvPr>
        </p:nvSpPr>
        <p:spPr>
          <a:xfrm>
            <a:off x="4495800"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50" name="Google Shape;250;p31"/>
          <p:cNvSpPr txBox="1">
            <a:spLocks noGrp="1"/>
          </p:cNvSpPr>
          <p:nvPr>
            <p:ph type="subTitle" idx="13"/>
          </p:nvPr>
        </p:nvSpPr>
        <p:spPr>
          <a:xfrm>
            <a:off x="4495800"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51" name="Google Shape;251;p31"/>
          <p:cNvSpPr txBox="1">
            <a:spLocks noGrp="1"/>
          </p:cNvSpPr>
          <p:nvPr>
            <p:ph type="subTitle" idx="14"/>
          </p:nvPr>
        </p:nvSpPr>
        <p:spPr>
          <a:xfrm>
            <a:off x="8040608" y="2466669"/>
            <a:ext cx="3200400" cy="1194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r>
              <a:rPr lang="ja-JP" altLang="en-US"/>
              <a:t>マスター サブタイトルの書式設定</a:t>
            </a:r>
            <a:endParaRPr dirty="0"/>
          </a:p>
        </p:txBody>
      </p:sp>
      <p:sp>
        <p:nvSpPr>
          <p:cNvPr id="252" name="Google Shape;252;p31"/>
          <p:cNvSpPr txBox="1">
            <a:spLocks noGrp="1"/>
          </p:cNvSpPr>
          <p:nvPr>
            <p:ph type="subTitle" idx="15"/>
          </p:nvPr>
        </p:nvSpPr>
        <p:spPr>
          <a:xfrm>
            <a:off x="8040608" y="1833600"/>
            <a:ext cx="3200400" cy="69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933">
                <a:latin typeface="LINE Seed JP App_TTF Bold" panose="02020700000000000000" pitchFamily="18" charset="-128"/>
                <a:ea typeface="LINE Seed JP App_TTF Bold" panose="02020700000000000000" pitchFamily="18" charset="-128"/>
                <a:cs typeface="LINE Seed JP App_TTF Bold" panose="02020700000000000000" pitchFamily="18" charset="-128"/>
                <a:sym typeface="Golos Text"/>
              </a:defRPr>
            </a:lvl1pPr>
            <a:lvl2pPr lvl="1"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3200">
                <a:latin typeface="Golos Text SemiBold"/>
                <a:ea typeface="Golos Text SemiBold"/>
                <a:cs typeface="Golos Text SemiBold"/>
                <a:sym typeface="Golos Text SemiBold"/>
              </a:defRPr>
            </a:lvl9pPr>
          </a:lstStyle>
          <a:p>
            <a:r>
              <a:rPr lang="ja-JP" altLang="en-US"/>
              <a:t>マスター サブタイトルの書式設定</a:t>
            </a:r>
            <a:endParaRPr dirty="0"/>
          </a:p>
        </p:txBody>
      </p:sp>
      <p:sp>
        <p:nvSpPr>
          <p:cNvPr id="253" name="Google Shape;253;p31"/>
          <p:cNvSpPr/>
          <p:nvPr/>
        </p:nvSpPr>
        <p:spPr>
          <a:xfrm rot="10800000" flipH="1">
            <a:off x="33" y="-35"/>
            <a:ext cx="3784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54" name="Google Shape;254;p31"/>
          <p:cNvGrpSpPr/>
          <p:nvPr/>
        </p:nvGrpSpPr>
        <p:grpSpPr>
          <a:xfrm rot="10800000" flipH="1">
            <a:off x="189233" y="356600"/>
            <a:ext cx="12002600" cy="6501400"/>
            <a:chOff x="141900" y="-26"/>
            <a:chExt cx="9001950" cy="4876050"/>
          </a:xfrm>
        </p:grpSpPr>
        <p:cxnSp>
          <p:nvCxnSpPr>
            <p:cNvPr id="255" name="Google Shape;255;p31"/>
            <p:cNvCxnSpPr/>
            <p:nvPr/>
          </p:nvCxnSpPr>
          <p:spPr>
            <a:xfrm>
              <a:off x="7907850" y="4876024"/>
              <a:ext cx="1236000" cy="0"/>
            </a:xfrm>
            <a:prstGeom prst="straightConnector1">
              <a:avLst/>
            </a:prstGeom>
            <a:noFill/>
            <a:ln w="9525" cap="flat" cmpd="sng">
              <a:solidFill>
                <a:schemeClr val="dk1"/>
              </a:solidFill>
              <a:prstDash val="solid"/>
              <a:round/>
              <a:headEnd type="none" w="med" len="med"/>
              <a:tailEnd type="none" w="med" len="med"/>
            </a:ln>
          </p:spPr>
        </p:cxnSp>
        <p:cxnSp>
          <p:nvCxnSpPr>
            <p:cNvPr id="256" name="Google Shape;256;p31"/>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35940468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57"/>
        <p:cNvGrpSpPr/>
        <p:nvPr/>
      </p:nvGrpSpPr>
      <p:grpSpPr>
        <a:xfrm>
          <a:off x="0" y="0"/>
          <a:ext cx="0" cy="0"/>
          <a:chOff x="0" y="0"/>
          <a:chExt cx="0" cy="0"/>
        </a:xfrm>
      </p:grpSpPr>
      <p:sp>
        <p:nvSpPr>
          <p:cNvPr id="258" name="Google Shape;258;p32"/>
          <p:cNvSpPr txBox="1">
            <a:spLocks noGrp="1"/>
          </p:cNvSpPr>
          <p:nvPr>
            <p:ph type="title"/>
          </p:nvPr>
        </p:nvSpPr>
        <p:spPr>
          <a:xfrm>
            <a:off x="3539600" y="707000"/>
            <a:ext cx="5112800" cy="1477600"/>
          </a:xfrm>
          <a:prstGeom prst="rect">
            <a:avLst/>
          </a:prstGeom>
        </p:spPr>
        <p:txBody>
          <a:bodyPr spcFirstLastPara="1" wrap="square" lIns="91425" tIns="91425" rIns="91425" bIns="91425" anchor="t" anchorCtr="0">
            <a:noAutofit/>
          </a:bodyPr>
          <a:lstStyle>
            <a:lvl1pPr lvl="0">
              <a:spcBef>
                <a:spcPts val="0"/>
              </a:spcBef>
              <a:spcAft>
                <a:spcPts val="0"/>
              </a:spcAft>
              <a:buSzPts val="7200"/>
              <a:buNone/>
              <a:defRPr sz="5400">
                <a:latin typeface="LINE Seed JP App_TTF Bold" panose="02020700000000000000" pitchFamily="18" charset="-128"/>
                <a:ea typeface="LINE Seed JP App_TTF Bold" panose="02020700000000000000" pitchFamily="18" charset="-128"/>
              </a:defRPr>
            </a:lvl1pPr>
            <a:lvl2pPr lvl="1">
              <a:spcBef>
                <a:spcPts val="0"/>
              </a:spcBef>
              <a:spcAft>
                <a:spcPts val="0"/>
              </a:spcAft>
              <a:buSzPts val="7200"/>
              <a:buNone/>
              <a:defRPr sz="9600"/>
            </a:lvl2pPr>
            <a:lvl3pPr lvl="2">
              <a:spcBef>
                <a:spcPts val="0"/>
              </a:spcBef>
              <a:spcAft>
                <a:spcPts val="0"/>
              </a:spcAft>
              <a:buSzPts val="7200"/>
              <a:buNone/>
              <a:defRPr sz="9600"/>
            </a:lvl3pPr>
            <a:lvl4pPr lvl="3">
              <a:spcBef>
                <a:spcPts val="0"/>
              </a:spcBef>
              <a:spcAft>
                <a:spcPts val="0"/>
              </a:spcAft>
              <a:buSzPts val="7200"/>
              <a:buNone/>
              <a:defRPr sz="9600"/>
            </a:lvl4pPr>
            <a:lvl5pPr lvl="4">
              <a:spcBef>
                <a:spcPts val="0"/>
              </a:spcBef>
              <a:spcAft>
                <a:spcPts val="0"/>
              </a:spcAft>
              <a:buSzPts val="7200"/>
              <a:buNone/>
              <a:defRPr sz="9600"/>
            </a:lvl5pPr>
            <a:lvl6pPr lvl="5">
              <a:spcBef>
                <a:spcPts val="0"/>
              </a:spcBef>
              <a:spcAft>
                <a:spcPts val="0"/>
              </a:spcAft>
              <a:buSzPts val="7200"/>
              <a:buNone/>
              <a:defRPr sz="9600"/>
            </a:lvl6pPr>
            <a:lvl7pPr lvl="6">
              <a:spcBef>
                <a:spcPts val="0"/>
              </a:spcBef>
              <a:spcAft>
                <a:spcPts val="0"/>
              </a:spcAft>
              <a:buSzPts val="7200"/>
              <a:buNone/>
              <a:defRPr sz="9600"/>
            </a:lvl7pPr>
            <a:lvl8pPr lvl="7">
              <a:spcBef>
                <a:spcPts val="0"/>
              </a:spcBef>
              <a:spcAft>
                <a:spcPts val="0"/>
              </a:spcAft>
              <a:buSzPts val="7200"/>
              <a:buNone/>
              <a:defRPr sz="9600"/>
            </a:lvl8pPr>
            <a:lvl9pPr lvl="8">
              <a:spcBef>
                <a:spcPts val="0"/>
              </a:spcBef>
              <a:spcAft>
                <a:spcPts val="0"/>
              </a:spcAft>
              <a:buSzPts val="7200"/>
              <a:buNone/>
              <a:defRPr sz="9600"/>
            </a:lvl9pPr>
          </a:lstStyle>
          <a:p>
            <a:r>
              <a:rPr lang="ja-JP" altLang="en-US"/>
              <a:t>マスター タイトルの書式設定</a:t>
            </a:r>
            <a:endParaRPr dirty="0"/>
          </a:p>
        </p:txBody>
      </p:sp>
      <p:sp>
        <p:nvSpPr>
          <p:cNvPr id="259" name="Google Shape;259;p32"/>
          <p:cNvSpPr txBox="1">
            <a:spLocks noGrp="1"/>
          </p:cNvSpPr>
          <p:nvPr>
            <p:ph type="subTitle" idx="1"/>
          </p:nvPr>
        </p:nvSpPr>
        <p:spPr>
          <a:xfrm>
            <a:off x="3539600" y="3122875"/>
            <a:ext cx="5112800" cy="1296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50"/>
              <a:buNone/>
              <a:defRPr sz="2067" b="1">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650"/>
              <a:buNone/>
              <a:defRPr sz="2200" b="1"/>
            </a:lvl2pPr>
            <a:lvl3pPr lvl="2" algn="ctr" rtl="0">
              <a:lnSpc>
                <a:spcPct val="115000"/>
              </a:lnSpc>
              <a:spcBef>
                <a:spcPts val="0"/>
              </a:spcBef>
              <a:spcAft>
                <a:spcPts val="0"/>
              </a:spcAft>
              <a:buSzPts val="1650"/>
              <a:buNone/>
              <a:defRPr sz="2200" b="1"/>
            </a:lvl3pPr>
            <a:lvl4pPr lvl="3" algn="ctr" rtl="0">
              <a:lnSpc>
                <a:spcPct val="115000"/>
              </a:lnSpc>
              <a:spcBef>
                <a:spcPts val="0"/>
              </a:spcBef>
              <a:spcAft>
                <a:spcPts val="0"/>
              </a:spcAft>
              <a:buSzPts val="1650"/>
              <a:buNone/>
              <a:defRPr sz="2200" b="1"/>
            </a:lvl4pPr>
            <a:lvl5pPr lvl="4" algn="ctr" rtl="0">
              <a:lnSpc>
                <a:spcPct val="115000"/>
              </a:lnSpc>
              <a:spcBef>
                <a:spcPts val="0"/>
              </a:spcBef>
              <a:spcAft>
                <a:spcPts val="0"/>
              </a:spcAft>
              <a:buSzPts val="1650"/>
              <a:buNone/>
              <a:defRPr sz="2200" b="1"/>
            </a:lvl5pPr>
            <a:lvl6pPr lvl="5" algn="ctr" rtl="0">
              <a:lnSpc>
                <a:spcPct val="115000"/>
              </a:lnSpc>
              <a:spcBef>
                <a:spcPts val="0"/>
              </a:spcBef>
              <a:spcAft>
                <a:spcPts val="0"/>
              </a:spcAft>
              <a:buSzPts val="1650"/>
              <a:buNone/>
              <a:defRPr sz="2200" b="1"/>
            </a:lvl6pPr>
            <a:lvl7pPr lvl="6" algn="ctr" rtl="0">
              <a:lnSpc>
                <a:spcPct val="115000"/>
              </a:lnSpc>
              <a:spcBef>
                <a:spcPts val="0"/>
              </a:spcBef>
              <a:spcAft>
                <a:spcPts val="0"/>
              </a:spcAft>
              <a:buSzPts val="1650"/>
              <a:buNone/>
              <a:defRPr sz="2200" b="1"/>
            </a:lvl7pPr>
            <a:lvl8pPr lvl="7" algn="ctr" rtl="0">
              <a:lnSpc>
                <a:spcPct val="115000"/>
              </a:lnSpc>
              <a:spcBef>
                <a:spcPts val="0"/>
              </a:spcBef>
              <a:spcAft>
                <a:spcPts val="0"/>
              </a:spcAft>
              <a:buSzPts val="1650"/>
              <a:buNone/>
              <a:defRPr sz="2200" b="1"/>
            </a:lvl8pPr>
            <a:lvl9pPr lvl="8" algn="ctr" rtl="0">
              <a:lnSpc>
                <a:spcPct val="115000"/>
              </a:lnSpc>
              <a:spcBef>
                <a:spcPts val="0"/>
              </a:spcBef>
              <a:spcAft>
                <a:spcPts val="0"/>
              </a:spcAft>
              <a:buSzPts val="1650"/>
              <a:buNone/>
              <a:defRPr sz="2200" b="1"/>
            </a:lvl9pPr>
          </a:lstStyle>
          <a:p>
            <a:r>
              <a:rPr lang="ja-JP" altLang="en-US"/>
              <a:t>マスター サブタイトルの書式設定</a:t>
            </a:r>
            <a:endParaRPr dirty="0"/>
          </a:p>
        </p:txBody>
      </p:sp>
      <p:sp>
        <p:nvSpPr>
          <p:cNvPr id="260" name="Google Shape;260;p32"/>
          <p:cNvSpPr txBox="1">
            <a:spLocks noGrp="1"/>
          </p:cNvSpPr>
          <p:nvPr>
            <p:ph type="subTitle" idx="2"/>
          </p:nvPr>
        </p:nvSpPr>
        <p:spPr>
          <a:xfrm>
            <a:off x="3539600" y="5482468"/>
            <a:ext cx="5112800" cy="4516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300"/>
              <a:buNone/>
              <a:defRPr sz="1333">
                <a:latin typeface="LINE Seed JP App_TTF Regular" panose="02020500000000000000" pitchFamily="18" charset="-128"/>
                <a:ea typeface="LINE Seed JP App_TTF Regular" panose="02020500000000000000" pitchFamily="18" charset="-128"/>
              </a:defRPr>
            </a:lvl1pPr>
            <a:lvl2pPr lvl="1" algn="ctr" rtl="0">
              <a:lnSpc>
                <a:spcPct val="115000"/>
              </a:lnSpc>
              <a:spcBef>
                <a:spcPts val="0"/>
              </a:spcBef>
              <a:spcAft>
                <a:spcPts val="0"/>
              </a:spcAft>
              <a:buSzPts val="1300"/>
              <a:buNone/>
              <a:defRPr sz="1733" b="1"/>
            </a:lvl2pPr>
            <a:lvl3pPr lvl="2" algn="ctr" rtl="0">
              <a:lnSpc>
                <a:spcPct val="115000"/>
              </a:lnSpc>
              <a:spcBef>
                <a:spcPts val="0"/>
              </a:spcBef>
              <a:spcAft>
                <a:spcPts val="0"/>
              </a:spcAft>
              <a:buSzPts val="1300"/>
              <a:buNone/>
              <a:defRPr sz="1733" b="1"/>
            </a:lvl3pPr>
            <a:lvl4pPr lvl="3" algn="ctr" rtl="0">
              <a:lnSpc>
                <a:spcPct val="115000"/>
              </a:lnSpc>
              <a:spcBef>
                <a:spcPts val="0"/>
              </a:spcBef>
              <a:spcAft>
                <a:spcPts val="0"/>
              </a:spcAft>
              <a:buSzPts val="1300"/>
              <a:buNone/>
              <a:defRPr sz="1733" b="1"/>
            </a:lvl4pPr>
            <a:lvl5pPr lvl="4" algn="ctr" rtl="0">
              <a:lnSpc>
                <a:spcPct val="115000"/>
              </a:lnSpc>
              <a:spcBef>
                <a:spcPts val="0"/>
              </a:spcBef>
              <a:spcAft>
                <a:spcPts val="0"/>
              </a:spcAft>
              <a:buSzPts val="1300"/>
              <a:buNone/>
              <a:defRPr sz="1733" b="1"/>
            </a:lvl5pPr>
            <a:lvl6pPr lvl="5" algn="ctr" rtl="0">
              <a:lnSpc>
                <a:spcPct val="115000"/>
              </a:lnSpc>
              <a:spcBef>
                <a:spcPts val="0"/>
              </a:spcBef>
              <a:spcAft>
                <a:spcPts val="0"/>
              </a:spcAft>
              <a:buSzPts val="1300"/>
              <a:buNone/>
              <a:defRPr sz="1733" b="1"/>
            </a:lvl6pPr>
            <a:lvl7pPr lvl="6" algn="ctr" rtl="0">
              <a:lnSpc>
                <a:spcPct val="115000"/>
              </a:lnSpc>
              <a:spcBef>
                <a:spcPts val="0"/>
              </a:spcBef>
              <a:spcAft>
                <a:spcPts val="0"/>
              </a:spcAft>
              <a:buSzPts val="1300"/>
              <a:buNone/>
              <a:defRPr sz="1733" b="1"/>
            </a:lvl7pPr>
            <a:lvl8pPr lvl="7" algn="ctr" rtl="0">
              <a:lnSpc>
                <a:spcPct val="115000"/>
              </a:lnSpc>
              <a:spcBef>
                <a:spcPts val="0"/>
              </a:spcBef>
              <a:spcAft>
                <a:spcPts val="0"/>
              </a:spcAft>
              <a:buSzPts val="1300"/>
              <a:buNone/>
              <a:defRPr sz="1733" b="1"/>
            </a:lvl8pPr>
            <a:lvl9pPr lvl="8" algn="ctr" rtl="0">
              <a:lnSpc>
                <a:spcPct val="115000"/>
              </a:lnSpc>
              <a:spcBef>
                <a:spcPts val="0"/>
              </a:spcBef>
              <a:spcAft>
                <a:spcPts val="0"/>
              </a:spcAft>
              <a:buSzPts val="1300"/>
              <a:buNone/>
              <a:defRPr sz="1733" b="1"/>
            </a:lvl9pPr>
          </a:lstStyle>
          <a:p>
            <a:r>
              <a:rPr lang="ja-JP" altLang="en-US"/>
              <a:t>マスター サブタイトルの書式設定</a:t>
            </a:r>
            <a:endParaRPr dirty="0"/>
          </a:p>
        </p:txBody>
      </p:sp>
      <p:grpSp>
        <p:nvGrpSpPr>
          <p:cNvPr id="261" name="Google Shape;261;p32"/>
          <p:cNvGrpSpPr/>
          <p:nvPr/>
        </p:nvGrpSpPr>
        <p:grpSpPr>
          <a:xfrm>
            <a:off x="951584" y="3439200"/>
            <a:ext cx="11240651" cy="3418800"/>
            <a:chOff x="713688" y="2579400"/>
            <a:chExt cx="8430488" cy="2564100"/>
          </a:xfrm>
        </p:grpSpPr>
        <p:cxnSp>
          <p:nvCxnSpPr>
            <p:cNvPr id="262" name="Google Shape;262;p32"/>
            <p:cNvCxnSpPr/>
            <p:nvPr/>
          </p:nvCxnSpPr>
          <p:spPr>
            <a:xfrm>
              <a:off x="2839075" y="4876025"/>
              <a:ext cx="6305100" cy="0"/>
            </a:xfrm>
            <a:prstGeom prst="straightConnector1">
              <a:avLst/>
            </a:prstGeom>
            <a:noFill/>
            <a:ln w="9525" cap="flat" cmpd="sng">
              <a:solidFill>
                <a:schemeClr val="dk1"/>
              </a:solidFill>
              <a:prstDash val="solid"/>
              <a:round/>
              <a:headEnd type="none" w="med" len="med"/>
              <a:tailEnd type="none" w="med" len="med"/>
            </a:ln>
          </p:spPr>
        </p:cxnSp>
        <p:cxnSp>
          <p:nvCxnSpPr>
            <p:cNvPr id="263" name="Google Shape;263;p32"/>
            <p:cNvCxnSpPr/>
            <p:nvPr/>
          </p:nvCxnSpPr>
          <p:spPr>
            <a:xfrm rot="10800000">
              <a:off x="713688" y="2579400"/>
              <a:ext cx="0" cy="2564100"/>
            </a:xfrm>
            <a:prstGeom prst="straightConnector1">
              <a:avLst/>
            </a:prstGeom>
            <a:noFill/>
            <a:ln w="9525" cap="flat" cmpd="sng">
              <a:solidFill>
                <a:schemeClr val="dk1"/>
              </a:solidFill>
              <a:prstDash val="solid"/>
              <a:round/>
              <a:headEnd type="none" w="med" len="med"/>
              <a:tailEnd type="none" w="med" len="med"/>
            </a:ln>
          </p:spPr>
        </p:cxnSp>
      </p:grpSp>
      <p:sp>
        <p:nvSpPr>
          <p:cNvPr id="264" name="Google Shape;264;p32"/>
          <p:cNvSpPr txBox="1"/>
          <p:nvPr/>
        </p:nvSpPr>
        <p:spPr>
          <a:xfrm>
            <a:off x="3539600" y="4406129"/>
            <a:ext cx="5112800" cy="1058800"/>
          </a:xfrm>
          <a:prstGeom prst="rect">
            <a:avLst/>
          </a:prstGeom>
          <a:noFill/>
          <a:ln>
            <a:noFill/>
          </a:ln>
        </p:spPr>
        <p:txBody>
          <a:bodyPr spcFirstLastPara="1" wrap="square" lIns="121900" tIns="121900" rIns="121900" bIns="121900" anchor="t" anchorCtr="0">
            <a:noAutofit/>
          </a:bodyPr>
          <a:lstStyle/>
          <a:p>
            <a:pPr marL="0" lvl="0" indent="0" algn="ctr" rtl="0">
              <a:lnSpc>
                <a:spcPct val="115000"/>
              </a:lnSpc>
              <a:spcBef>
                <a:spcPts val="0"/>
              </a:spcBef>
              <a:spcAft>
                <a:spcPts val="0"/>
              </a:spcAft>
              <a:buSzPts val="1018"/>
              <a:buNone/>
            </a:pPr>
            <a:r>
              <a:rPr lang="en" sz="1600"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rPr>
              <a:t>Credits: This presentation template was created by </a:t>
            </a:r>
            <a:r>
              <a:rPr lang="en" sz="1600" b="1" u="sng"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hlinkClick r:id="rId2">
                  <a:extLst>
                    <a:ext uri="{A12FA001-AC4F-418D-AE19-62706E023703}">
                      <ahyp:hlinkClr xmlns:ahyp="http://schemas.microsoft.com/office/drawing/2018/hyperlinkcolor" val="tx"/>
                    </a:ext>
                  </a:extLst>
                </a:hlinkClick>
              </a:rPr>
              <a:t>Slidesgo</a:t>
            </a:r>
            <a:r>
              <a:rPr lang="en" sz="1600"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rPr>
              <a:t>, and includes icons, infographics &amp; images by </a:t>
            </a:r>
            <a:r>
              <a:rPr lang="en" sz="1600" b="1" u="sng"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hlinkClick r:id="rId3">
                  <a:extLst>
                    <a:ext uri="{A12FA001-AC4F-418D-AE19-62706E023703}">
                      <ahyp:hlinkClr xmlns:ahyp="http://schemas.microsoft.com/office/drawing/2018/hyperlinkcolor" val="tx"/>
                    </a:ext>
                  </a:extLst>
                </a:hlinkClick>
              </a:rPr>
              <a:t>Freepik</a:t>
            </a:r>
            <a:endParaRPr sz="1600" dirty="0">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endParaRPr>
          </a:p>
        </p:txBody>
      </p:sp>
    </p:spTree>
    <p:extLst>
      <p:ext uri="{BB962C8B-B14F-4D97-AF65-F5344CB8AC3E}">
        <p14:creationId xmlns:p14="http://schemas.microsoft.com/office/powerpoint/2010/main" val="26748816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65"/>
        <p:cNvGrpSpPr/>
        <p:nvPr/>
      </p:nvGrpSpPr>
      <p:grpSpPr>
        <a:xfrm>
          <a:off x="0" y="0"/>
          <a:ext cx="0" cy="0"/>
          <a:chOff x="0" y="0"/>
          <a:chExt cx="0" cy="0"/>
        </a:xfrm>
      </p:grpSpPr>
      <p:cxnSp>
        <p:nvCxnSpPr>
          <p:cNvPr id="266" name="Google Shape;266;p33"/>
          <p:cNvCxnSpPr/>
          <p:nvPr/>
        </p:nvCxnSpPr>
        <p:spPr>
          <a:xfrm rot="10800000">
            <a:off x="12002800" y="-133"/>
            <a:ext cx="0" cy="3536800"/>
          </a:xfrm>
          <a:prstGeom prst="straightConnector1">
            <a:avLst/>
          </a:prstGeom>
          <a:noFill/>
          <a:ln w="9525" cap="flat" cmpd="sng">
            <a:solidFill>
              <a:schemeClr val="dk1"/>
            </a:solidFill>
            <a:prstDash val="solid"/>
            <a:round/>
            <a:headEnd type="none" w="med" len="med"/>
            <a:tailEnd type="none" w="med" len="med"/>
          </a:ln>
        </p:spPr>
      </p:cxnSp>
      <p:sp>
        <p:nvSpPr>
          <p:cNvPr id="267" name="Google Shape;267;p33"/>
          <p:cNvSpPr/>
          <p:nvPr/>
        </p:nvSpPr>
        <p:spPr>
          <a:xfrm>
            <a:off x="11054800" y="0"/>
            <a:ext cx="11372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268" name="Google Shape;268;p33"/>
          <p:cNvCxnSpPr/>
          <p:nvPr/>
        </p:nvCxnSpPr>
        <p:spPr>
          <a:xfrm>
            <a:off x="5697600" y="6501367"/>
            <a:ext cx="6494400" cy="0"/>
          </a:xfrm>
          <a:prstGeom prst="straightConnector1">
            <a:avLst/>
          </a:prstGeom>
          <a:noFill/>
          <a:ln w="9525" cap="flat" cmpd="sng">
            <a:solidFill>
              <a:schemeClr val="dk1"/>
            </a:solidFill>
            <a:prstDash val="solid"/>
            <a:round/>
            <a:headEnd type="none" w="med" len="med"/>
            <a:tailEnd type="none" w="med" len="med"/>
          </a:ln>
        </p:spPr>
      </p:cxnSp>
      <p:cxnSp>
        <p:nvCxnSpPr>
          <p:cNvPr id="269" name="Google Shape;269;p33"/>
          <p:cNvCxnSpPr/>
          <p:nvPr/>
        </p:nvCxnSpPr>
        <p:spPr>
          <a:xfrm rot="10800000">
            <a:off x="948333" y="0"/>
            <a:ext cx="0" cy="550800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8868137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70"/>
        <p:cNvGrpSpPr/>
        <p:nvPr/>
      </p:nvGrpSpPr>
      <p:grpSpPr>
        <a:xfrm>
          <a:off x="0" y="0"/>
          <a:ext cx="0" cy="0"/>
          <a:chOff x="0" y="0"/>
          <a:chExt cx="0" cy="0"/>
        </a:xfrm>
      </p:grpSpPr>
      <p:sp>
        <p:nvSpPr>
          <p:cNvPr id="271" name="Google Shape;271;p34"/>
          <p:cNvSpPr/>
          <p:nvPr/>
        </p:nvSpPr>
        <p:spPr>
          <a:xfrm rot="10800000">
            <a:off x="167" y="0"/>
            <a:ext cx="9556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72" name="Google Shape;272;p34"/>
          <p:cNvGrpSpPr/>
          <p:nvPr/>
        </p:nvGrpSpPr>
        <p:grpSpPr>
          <a:xfrm rot="10800000">
            <a:off x="0" y="484133"/>
            <a:ext cx="11813600" cy="6373867"/>
            <a:chOff x="283800" y="0"/>
            <a:chExt cx="8860200" cy="4780400"/>
          </a:xfrm>
        </p:grpSpPr>
        <p:cxnSp>
          <p:nvCxnSpPr>
            <p:cNvPr id="273" name="Google Shape;273;p34"/>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274" name="Google Shape;274;p34"/>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extLst>
      <p:ext uri="{BB962C8B-B14F-4D97-AF65-F5344CB8AC3E}">
        <p14:creationId xmlns:p14="http://schemas.microsoft.com/office/powerpoint/2010/main" val="41155002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78"/>
        <p:cNvGrpSpPr/>
        <p:nvPr/>
      </p:nvGrpSpPr>
      <p:grpSpPr>
        <a:xfrm>
          <a:off x="0" y="0"/>
          <a:ext cx="0" cy="0"/>
          <a:chOff x="0" y="0"/>
          <a:chExt cx="0" cy="0"/>
        </a:xfrm>
      </p:grpSpPr>
    </p:spTree>
    <p:extLst>
      <p:ext uri="{BB962C8B-B14F-4D97-AF65-F5344CB8AC3E}">
        <p14:creationId xmlns:p14="http://schemas.microsoft.com/office/powerpoint/2010/main" val="8627791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79"/>
        <p:cNvGrpSpPr/>
        <p:nvPr/>
      </p:nvGrpSpPr>
      <p:grpSpPr>
        <a:xfrm>
          <a:off x="0" y="0"/>
          <a:ext cx="0" cy="0"/>
          <a:chOff x="0" y="0"/>
          <a:chExt cx="0" cy="0"/>
        </a:xfrm>
      </p:grpSpPr>
      <p:sp>
        <p:nvSpPr>
          <p:cNvPr id="280" name="Google Shape;280;p37"/>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ja-JP" altLang="en-US"/>
              <a:t>マスター タイトルの書式設定</a:t>
            </a:r>
            <a:endParaRPr/>
          </a:p>
        </p:txBody>
      </p:sp>
    </p:spTree>
    <p:extLst>
      <p:ext uri="{BB962C8B-B14F-4D97-AF65-F5344CB8AC3E}">
        <p14:creationId xmlns:p14="http://schemas.microsoft.com/office/powerpoint/2010/main" val="28862226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84"/>
        <p:cNvGrpSpPr/>
        <p:nvPr/>
      </p:nvGrpSpPr>
      <p:grpSpPr>
        <a:xfrm>
          <a:off x="0" y="0"/>
          <a:ext cx="0" cy="0"/>
          <a:chOff x="0" y="0"/>
          <a:chExt cx="0" cy="0"/>
        </a:xfrm>
      </p:grpSpPr>
    </p:spTree>
    <p:extLst>
      <p:ext uri="{BB962C8B-B14F-4D97-AF65-F5344CB8AC3E}">
        <p14:creationId xmlns:p14="http://schemas.microsoft.com/office/powerpoint/2010/main" val="36136751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85"/>
        <p:cNvGrpSpPr/>
        <p:nvPr/>
      </p:nvGrpSpPr>
      <p:grpSpPr>
        <a:xfrm>
          <a:off x="0" y="0"/>
          <a:ext cx="0" cy="0"/>
          <a:chOff x="0" y="0"/>
          <a:chExt cx="0" cy="0"/>
        </a:xfrm>
      </p:grpSpPr>
      <p:sp>
        <p:nvSpPr>
          <p:cNvPr id="286" name="Google Shape;286;p40"/>
          <p:cNvSpPr txBox="1">
            <a:spLocks noGrp="1"/>
          </p:cNvSpPr>
          <p:nvPr>
            <p:ph type="title"/>
          </p:nvPr>
        </p:nvSpPr>
        <p:spPr>
          <a:xfrm>
            <a:off x="955700" y="681200"/>
            <a:ext cx="10280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ja-JP" altLang="en-US"/>
              <a:t>マスター タイトルの書式設定</a:t>
            </a:r>
            <a:endParaRPr/>
          </a:p>
        </p:txBody>
      </p:sp>
    </p:spTree>
    <p:extLst>
      <p:ext uri="{BB962C8B-B14F-4D97-AF65-F5344CB8AC3E}">
        <p14:creationId xmlns:p14="http://schemas.microsoft.com/office/powerpoint/2010/main" val="3765053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34.xml"/><Relationship Id="rId1"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627533"/>
            <a:ext cx="10290000" cy="7332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1pPr>
            <a:lvl2pPr lvl="1"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2pPr>
            <a:lvl3pPr lvl="2"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3pPr>
            <a:lvl4pPr lvl="3"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4pPr>
            <a:lvl5pPr lvl="4"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5pPr>
            <a:lvl6pPr lvl="5"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6pPr>
            <a:lvl7pPr lvl="6"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7pPr>
            <a:lvl8pPr lvl="7"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8pPr>
            <a:lvl9pPr lvl="8"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9pPr>
          </a:lstStyle>
          <a:p>
            <a:endParaRPr dirty="0"/>
          </a:p>
        </p:txBody>
      </p:sp>
      <p:sp>
        <p:nvSpPr>
          <p:cNvPr id="7" name="Google Shape;7;p1"/>
          <p:cNvSpPr txBox="1">
            <a:spLocks noGrp="1"/>
          </p:cNvSpPr>
          <p:nvPr>
            <p:ph type="body" idx="1"/>
          </p:nvPr>
        </p:nvSpPr>
        <p:spPr>
          <a:xfrm>
            <a:off x="950967" y="1729867"/>
            <a:ext cx="10290000" cy="43620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1pPr>
            <a:lvl2pPr marL="914400" lvl="1"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2pPr>
            <a:lvl3pPr marL="1371600" lvl="2"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3pPr>
            <a:lvl4pPr marL="1828800" lvl="3"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4pPr>
            <a:lvl5pPr marL="2286000" lvl="4"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5pPr>
            <a:lvl6pPr marL="2743200" lvl="5"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6pPr>
            <a:lvl7pPr marL="3200400" lvl="6"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7pPr>
            <a:lvl8pPr marL="3657600" lvl="7"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8pPr>
            <a:lvl9pPr marL="4114800" lvl="8" indent="-317500">
              <a:lnSpc>
                <a:spcPct val="115000"/>
              </a:lnSpc>
              <a:spcBef>
                <a:spcPts val="1600"/>
              </a:spcBef>
              <a:spcAft>
                <a:spcPts val="1600"/>
              </a:spcAft>
              <a:buClr>
                <a:schemeClr val="dk1"/>
              </a:buClr>
              <a:buSzPts val="1400"/>
              <a:buFont typeface="Commissioner"/>
              <a:buChar char="■"/>
              <a:defRPr>
                <a:solidFill>
                  <a:schemeClr val="dk1"/>
                </a:solidFill>
                <a:latin typeface="Commissioner"/>
                <a:ea typeface="Commissioner"/>
                <a:cs typeface="Commissioner"/>
                <a:sym typeface="Commissioner"/>
              </a:defRPr>
            </a:lvl9pPr>
          </a:lstStyle>
          <a:p>
            <a:endParaRPr dirty="0"/>
          </a:p>
        </p:txBody>
      </p:sp>
    </p:spTree>
    <p:extLst>
      <p:ext uri="{BB962C8B-B14F-4D97-AF65-F5344CB8AC3E}">
        <p14:creationId xmlns:p14="http://schemas.microsoft.com/office/powerpoint/2010/main" val="227117561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LINE Seed JP App_TTF Bold" panose="02020700000000000000" pitchFamily="18" charset="-128"/>
          <a:ea typeface="LINE Seed JP App_TTF Bold" panose="02020700000000000000" pitchFamily="18" charset="-128"/>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LINE Seed JP App_TTF Regular" panose="02020500000000000000" pitchFamily="18" charset="-128"/>
          <a:ea typeface="LINE Seed JP App_TTF Regular" panose="02020500000000000000" pitchFamily="18" charset="-128"/>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75"/>
        <p:cNvGrpSpPr/>
        <p:nvPr/>
      </p:nvGrpSpPr>
      <p:grpSpPr>
        <a:xfrm>
          <a:off x="0" y="0"/>
          <a:ext cx="0" cy="0"/>
          <a:chOff x="0" y="0"/>
          <a:chExt cx="0" cy="0"/>
        </a:xfrm>
      </p:grpSpPr>
      <p:sp>
        <p:nvSpPr>
          <p:cNvPr id="276" name="Google Shape;276;p35"/>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77" name="Google Shape;277;p35"/>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61128959"/>
      </p:ext>
    </p:extLst>
  </p:cSld>
  <p:clrMap bg1="lt1" tx1="dk1" bg2="dk2" tx2="lt2" accent1="accent1" accent2="accent2" accent3="accent3" accent4="accent4" accent5="accent5" accent6="accent6" hlink="hlink" folHlink="folHlink"/>
  <p:sldLayoutIdLst>
    <p:sldLayoutId id="2147483692" r:id="rId1"/>
    <p:sldLayoutId id="2147483693"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81"/>
        <p:cNvGrpSpPr/>
        <p:nvPr/>
      </p:nvGrpSpPr>
      <p:grpSpPr>
        <a:xfrm>
          <a:off x="0" y="0"/>
          <a:ext cx="0" cy="0"/>
          <a:chOff x="0" y="0"/>
          <a:chExt cx="0" cy="0"/>
        </a:xfrm>
      </p:grpSpPr>
      <p:sp>
        <p:nvSpPr>
          <p:cNvPr id="282" name="Google Shape;282;p38"/>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283" name="Google Shape;283;p38"/>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2984350584"/>
      </p:ext>
    </p:extLst>
  </p:cSld>
  <p:clrMap bg1="lt1" tx1="dk1" bg2="dk2" tx2="lt2" accent1="accent1" accent2="accent2" accent3="accent3" accent4="accent4" accent5="accent5" accent6="accent6" hlink="hlink" folHlink="folHlink"/>
  <p:sldLayoutIdLst>
    <p:sldLayoutId id="2147483695" r:id="rId1"/>
    <p:sldLayoutId id="2147483696"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FA04E7-C944-5B19-8673-43D6929A0D34}"/>
              </a:ext>
            </a:extLst>
          </p:cNvPr>
          <p:cNvSpPr>
            <a:spLocks noGrp="1"/>
          </p:cNvSpPr>
          <p:nvPr>
            <p:ph type="ctrTitle"/>
          </p:nvPr>
        </p:nvSpPr>
        <p:spPr/>
        <p:txBody>
          <a:bodyPr/>
          <a:lstStyle/>
          <a:p>
            <a:r>
              <a:rPr lang="ja-JP" altLang="ja-JP" dirty="0"/>
              <a:t>A Dynamic LOD Point Clouds Visualization System using Octree-based Voxels</a:t>
            </a:r>
            <a:endParaRPr kumimoji="1" lang="ja-JP" altLang="en-US" dirty="0"/>
          </a:p>
        </p:txBody>
      </p:sp>
      <p:sp>
        <p:nvSpPr>
          <p:cNvPr id="3" name="字幕 2">
            <a:extLst>
              <a:ext uri="{FF2B5EF4-FFF2-40B4-BE49-F238E27FC236}">
                <a16:creationId xmlns:a16="http://schemas.microsoft.com/office/drawing/2014/main" id="{1399BF5C-47A6-5267-AC36-D532D2D9B6B0}"/>
              </a:ext>
            </a:extLst>
          </p:cNvPr>
          <p:cNvSpPr>
            <a:spLocks noGrp="1"/>
          </p:cNvSpPr>
          <p:nvPr>
            <p:ph type="subTitle" idx="1"/>
          </p:nvPr>
        </p:nvSpPr>
        <p:spPr>
          <a:xfrm>
            <a:off x="950966" y="4421299"/>
            <a:ext cx="8598718" cy="1528739"/>
          </a:xfrm>
        </p:spPr>
        <p:txBody>
          <a:bodyPr/>
          <a:lstStyle/>
          <a:p>
            <a:r>
              <a:rPr kumimoji="1" lang="en-US" altLang="ja-JP" dirty="0"/>
              <a:t>Togo Okubo, </a:t>
            </a:r>
            <a:r>
              <a:rPr lang="ja-JP" altLang="ja-JP" dirty="0"/>
              <a:t>Masahiko Itoh</a:t>
            </a:r>
            <a:endParaRPr lang="en-US" altLang="ja-JP" dirty="0"/>
          </a:p>
          <a:p>
            <a:r>
              <a:rPr kumimoji="1" lang="en-US" altLang="ja-JP" dirty="0"/>
              <a:t>(</a:t>
            </a:r>
            <a:r>
              <a:rPr lang="ja-JP" altLang="ja-JP" dirty="0"/>
              <a:t>Department of Information Media Hokkaido Information University</a:t>
            </a:r>
            <a:r>
              <a:rPr lang="en-US" altLang="ja-JP" dirty="0"/>
              <a:t>)</a:t>
            </a:r>
            <a:endParaRPr kumimoji="1" lang="ja-JP" altLang="en-US" dirty="0"/>
          </a:p>
        </p:txBody>
      </p:sp>
      <p:sp>
        <p:nvSpPr>
          <p:cNvPr id="4" name="テキスト ボックス 3">
            <a:extLst>
              <a:ext uri="{FF2B5EF4-FFF2-40B4-BE49-F238E27FC236}">
                <a16:creationId xmlns:a16="http://schemas.microsoft.com/office/drawing/2014/main" id="{F394D16E-FDEE-6BAD-F2F2-0AD1F25A0136}"/>
              </a:ext>
            </a:extLst>
          </p:cNvPr>
          <p:cNvSpPr txBox="1"/>
          <p:nvPr/>
        </p:nvSpPr>
        <p:spPr>
          <a:xfrm>
            <a:off x="1247180" y="6259132"/>
            <a:ext cx="3126177" cy="307777"/>
          </a:xfrm>
          <a:prstGeom prst="rect">
            <a:avLst/>
          </a:prstGeom>
          <a:noFill/>
        </p:spPr>
        <p:txBody>
          <a:bodyPr wrap="none" rtlCol="0">
            <a:spAutoFit/>
          </a:bodyPr>
          <a:lstStyle/>
          <a:p>
            <a:r>
              <a:rPr kumimoji="1" lang="en-US" altLang="ja-JP" dirty="0">
                <a:latin typeface="+mn-ea"/>
                <a:ea typeface="+mn-ea"/>
              </a:rPr>
              <a:t>NICOGRAPH International 2026</a:t>
            </a:r>
            <a:endParaRPr kumimoji="1" lang="ja-JP" altLang="en-US" dirty="0">
              <a:latin typeface="+mn-ea"/>
              <a:ea typeface="+mn-ea"/>
            </a:endParaRPr>
          </a:p>
        </p:txBody>
      </p:sp>
    </p:spTree>
    <p:extLst>
      <p:ext uri="{BB962C8B-B14F-4D97-AF65-F5344CB8AC3E}">
        <p14:creationId xmlns:p14="http://schemas.microsoft.com/office/powerpoint/2010/main" val="451142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A40D5E-BF33-5404-8AD8-191E342F5E01}"/>
              </a:ext>
            </a:extLst>
          </p:cNvPr>
          <p:cNvSpPr>
            <a:spLocks noGrp="1"/>
          </p:cNvSpPr>
          <p:nvPr>
            <p:ph type="title"/>
          </p:nvPr>
        </p:nvSpPr>
        <p:spPr/>
        <p:txBody>
          <a:bodyPr/>
          <a:lstStyle/>
          <a:p>
            <a:r>
              <a:rPr kumimoji="1" lang="ja-JP" altLang="en-US" dirty="0"/>
              <a:t>背景と課題</a:t>
            </a:r>
          </a:p>
        </p:txBody>
      </p:sp>
      <p:graphicFrame>
        <p:nvGraphicFramePr>
          <p:cNvPr id="5" name="図表 4">
            <a:extLst>
              <a:ext uri="{FF2B5EF4-FFF2-40B4-BE49-F238E27FC236}">
                <a16:creationId xmlns:a16="http://schemas.microsoft.com/office/drawing/2014/main" id="{2746A73E-2EE0-1D0D-C3D6-2039F5DBAE1C}"/>
              </a:ext>
            </a:extLst>
          </p:cNvPr>
          <p:cNvGraphicFramePr/>
          <p:nvPr>
            <p:extLst>
              <p:ext uri="{D42A27DB-BD31-4B8C-83A1-F6EECF244321}">
                <p14:modId xmlns:p14="http://schemas.microsoft.com/office/powerpoint/2010/main" val="1519842531"/>
              </p:ext>
            </p:extLst>
          </p:nvPr>
        </p:nvGraphicFramePr>
        <p:xfrm>
          <a:off x="404269" y="1146220"/>
          <a:ext cx="10947042" cy="55636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矢印: 右 5">
            <a:extLst>
              <a:ext uri="{FF2B5EF4-FFF2-40B4-BE49-F238E27FC236}">
                <a16:creationId xmlns:a16="http://schemas.microsoft.com/office/drawing/2014/main" id="{0AA763D8-02FA-887F-95BD-EFC7F8533149}"/>
              </a:ext>
            </a:extLst>
          </p:cNvPr>
          <p:cNvSpPr/>
          <p:nvPr/>
        </p:nvSpPr>
        <p:spPr>
          <a:xfrm>
            <a:off x="7094080" y="4346620"/>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37299EB2-4E25-9DAE-B366-DD3A1FCE7932}"/>
              </a:ext>
            </a:extLst>
          </p:cNvPr>
          <p:cNvSpPr/>
          <p:nvPr/>
        </p:nvSpPr>
        <p:spPr>
          <a:xfrm>
            <a:off x="8345510" y="3638281"/>
            <a:ext cx="2678805" cy="2073499"/>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ja-JP" altLang="ja-JP" sz="3200" dirty="0">
                <a:solidFill>
                  <a:schemeClr val="tx1"/>
                </a:solidFill>
              </a:rPr>
              <a:t>軽量化と</a:t>
            </a:r>
            <a:endParaRPr lang="en-US" altLang="ja-JP" sz="3200" dirty="0">
              <a:solidFill>
                <a:schemeClr val="tx1"/>
              </a:solidFill>
            </a:endParaRPr>
          </a:p>
          <a:p>
            <a:pPr algn="ctr"/>
            <a:r>
              <a:rPr lang="ja-JP" altLang="ja-JP" sz="3200" dirty="0">
                <a:solidFill>
                  <a:schemeClr val="tx1"/>
                </a:solidFill>
              </a:rPr>
              <a:t>視認性の</a:t>
            </a:r>
            <a:endParaRPr lang="en-US" altLang="ja-JP" sz="3200" dirty="0">
              <a:solidFill>
                <a:schemeClr val="tx1"/>
              </a:solidFill>
            </a:endParaRPr>
          </a:p>
          <a:p>
            <a:pPr algn="ctr"/>
            <a:r>
              <a:rPr lang="ja-JP" altLang="ja-JP" sz="3200" dirty="0">
                <a:solidFill>
                  <a:schemeClr val="tx1"/>
                </a:solidFill>
              </a:rPr>
              <a:t>両立が必要</a:t>
            </a:r>
          </a:p>
        </p:txBody>
      </p:sp>
      <p:pic>
        <p:nvPicPr>
          <p:cNvPr id="4" name="図 3">
            <a:extLst>
              <a:ext uri="{FF2B5EF4-FFF2-40B4-BE49-F238E27FC236}">
                <a16:creationId xmlns:a16="http://schemas.microsoft.com/office/drawing/2014/main" id="{E984026C-AAC6-29D5-FEB9-EEA8C3BAE64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45400" y="1031763"/>
            <a:ext cx="3342331" cy="2311758"/>
          </a:xfrm>
          <a:prstGeom prst="rect">
            <a:avLst/>
          </a:prstGeom>
        </p:spPr>
      </p:pic>
    </p:spTree>
    <p:extLst>
      <p:ext uri="{BB962C8B-B14F-4D97-AF65-F5344CB8AC3E}">
        <p14:creationId xmlns:p14="http://schemas.microsoft.com/office/powerpoint/2010/main" val="1410655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1ECC3-44DC-ABAC-940E-21271FFEAED8}"/>
              </a:ext>
            </a:extLst>
          </p:cNvPr>
          <p:cNvSpPr>
            <a:spLocks noGrp="1"/>
          </p:cNvSpPr>
          <p:nvPr>
            <p:ph type="title"/>
          </p:nvPr>
        </p:nvSpPr>
        <p:spPr/>
        <p:txBody>
          <a:bodyPr/>
          <a:lstStyle/>
          <a:p>
            <a:r>
              <a:rPr lang="ja-JP" altLang="ja-JP" dirty="0"/>
              <a:t>研究目的</a:t>
            </a:r>
            <a:endParaRPr kumimoji="1" lang="ja-JP" altLang="en-US" dirty="0"/>
          </a:p>
        </p:txBody>
      </p:sp>
      <p:sp>
        <p:nvSpPr>
          <p:cNvPr id="3" name="字幕 2">
            <a:extLst>
              <a:ext uri="{FF2B5EF4-FFF2-40B4-BE49-F238E27FC236}">
                <a16:creationId xmlns:a16="http://schemas.microsoft.com/office/drawing/2014/main" id="{51CBB104-5C47-8CA2-DBE4-D30868935F6D}"/>
              </a:ext>
            </a:extLst>
          </p:cNvPr>
          <p:cNvSpPr>
            <a:spLocks noGrp="1"/>
          </p:cNvSpPr>
          <p:nvPr>
            <p:ph type="subTitle" idx="1"/>
          </p:nvPr>
        </p:nvSpPr>
        <p:spPr/>
        <p:txBody>
          <a:bodyPr/>
          <a:lstStyle/>
          <a:p>
            <a:r>
              <a:rPr lang="ja-JP" altLang="ja-JP" dirty="0"/>
              <a:t>点群を効率よく可視化する手法の提案</a:t>
            </a:r>
          </a:p>
        </p:txBody>
      </p:sp>
      <p:sp>
        <p:nvSpPr>
          <p:cNvPr id="4" name="四角形: 角を丸くする 3">
            <a:extLst>
              <a:ext uri="{FF2B5EF4-FFF2-40B4-BE49-F238E27FC236}">
                <a16:creationId xmlns:a16="http://schemas.microsoft.com/office/drawing/2014/main" id="{27A2F98D-0F5B-8F36-33E8-41B35C6DE2C9}"/>
              </a:ext>
            </a:extLst>
          </p:cNvPr>
          <p:cNvSpPr/>
          <p:nvPr/>
        </p:nvSpPr>
        <p:spPr>
          <a:xfrm>
            <a:off x="3581367" y="2665927"/>
            <a:ext cx="5029200" cy="91440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ja-JP" altLang="ja-JP" sz="2800" dirty="0">
                <a:solidFill>
                  <a:schemeClr val="tx1"/>
                </a:solidFill>
              </a:rPr>
              <a:t>距離に応じて解像度を変える（LOD制御）</a:t>
            </a:r>
          </a:p>
        </p:txBody>
      </p:sp>
      <p:sp>
        <p:nvSpPr>
          <p:cNvPr id="5" name="矢印: 下 4">
            <a:extLst>
              <a:ext uri="{FF2B5EF4-FFF2-40B4-BE49-F238E27FC236}">
                <a16:creationId xmlns:a16="http://schemas.microsoft.com/office/drawing/2014/main" id="{BC49B6CE-2442-EEF9-9068-93778321DBB7}"/>
              </a:ext>
            </a:extLst>
          </p:cNvPr>
          <p:cNvSpPr/>
          <p:nvPr/>
        </p:nvSpPr>
        <p:spPr>
          <a:xfrm>
            <a:off x="5853651" y="3818586"/>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1B92141B-D07B-B350-DD89-EF5AA9BB8BAE}"/>
              </a:ext>
            </a:extLst>
          </p:cNvPr>
          <p:cNvSpPr/>
          <p:nvPr/>
        </p:nvSpPr>
        <p:spPr>
          <a:xfrm>
            <a:off x="3247036" y="5235268"/>
            <a:ext cx="5697861" cy="914400"/>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ja-JP" altLang="en-US" sz="2800" dirty="0">
                <a:solidFill>
                  <a:schemeClr val="tx1"/>
                </a:solidFill>
              </a:rPr>
              <a:t>見やすさ維持つつデータ削減</a:t>
            </a:r>
            <a:endParaRPr lang="ja-JP" altLang="ja-JP" sz="2800" dirty="0">
              <a:solidFill>
                <a:schemeClr val="tx1"/>
              </a:solidFill>
            </a:endParaRPr>
          </a:p>
        </p:txBody>
      </p:sp>
      <p:sp>
        <p:nvSpPr>
          <p:cNvPr id="9" name="吹き出し: 四角形 8">
            <a:extLst>
              <a:ext uri="{FF2B5EF4-FFF2-40B4-BE49-F238E27FC236}">
                <a16:creationId xmlns:a16="http://schemas.microsoft.com/office/drawing/2014/main" id="{542846F0-43FE-8B85-28C2-DD9D856FDC91}"/>
              </a:ext>
            </a:extLst>
          </p:cNvPr>
          <p:cNvSpPr/>
          <p:nvPr/>
        </p:nvSpPr>
        <p:spPr>
          <a:xfrm>
            <a:off x="502276" y="3039413"/>
            <a:ext cx="2562896" cy="914399"/>
          </a:xfrm>
          <a:prstGeom prst="wedgeRectCallout">
            <a:avLst>
              <a:gd name="adj1" fmla="val 131730"/>
              <a:gd name="adj2" fmla="val -1945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ja-JP" sz="2000" dirty="0"/>
              <a:t>Level Of Detail（詳細さのレベル）</a:t>
            </a:r>
          </a:p>
        </p:txBody>
      </p:sp>
    </p:spTree>
    <p:extLst>
      <p:ext uri="{BB962C8B-B14F-4D97-AF65-F5344CB8AC3E}">
        <p14:creationId xmlns:p14="http://schemas.microsoft.com/office/powerpoint/2010/main" val="2137707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FF5846D-C4C9-D081-018C-80AD67FF4CF5}"/>
              </a:ext>
            </a:extLst>
          </p:cNvPr>
          <p:cNvSpPr>
            <a:spLocks noGrp="1"/>
          </p:cNvSpPr>
          <p:nvPr>
            <p:ph type="body" idx="1"/>
          </p:nvPr>
        </p:nvSpPr>
        <p:spPr>
          <a:xfrm>
            <a:off x="950967" y="1477540"/>
            <a:ext cx="10289996" cy="2495592"/>
          </a:xfrm>
        </p:spPr>
        <p:txBody>
          <a:bodyPr/>
          <a:lstStyle/>
          <a:p>
            <a:r>
              <a:rPr lang="ja-JP" altLang="ja-JP" dirty="0"/>
              <a:t>点群 → </a:t>
            </a:r>
            <a:r>
              <a:rPr lang="ja-JP" altLang="ja-JP" b="1" dirty="0"/>
              <a:t>ボクセル化</a:t>
            </a:r>
            <a:endParaRPr lang="en-US" altLang="ja-JP" b="1" dirty="0"/>
          </a:p>
          <a:p>
            <a:r>
              <a:rPr lang="ja-JP" altLang="ja-JP" b="1" dirty="0"/>
              <a:t>視点距離に応じて解像度を動的変更</a:t>
            </a:r>
            <a:endParaRPr lang="en-US" altLang="ja-JP" b="1" dirty="0"/>
          </a:p>
          <a:p>
            <a:pPr lvl="1"/>
            <a:r>
              <a:rPr lang="ja-JP" altLang="ja-JP" sz="2400" dirty="0">
                <a:latin typeface="+mn-ea"/>
                <a:ea typeface="+mn-ea"/>
              </a:rPr>
              <a:t>近い：細かいボクセル（高精細） </a:t>
            </a:r>
            <a:endParaRPr lang="en-US" altLang="ja-JP" sz="2400" dirty="0">
              <a:latin typeface="+mn-ea"/>
              <a:ea typeface="+mn-ea"/>
            </a:endParaRPr>
          </a:p>
          <a:p>
            <a:pPr lvl="1"/>
            <a:r>
              <a:rPr lang="ja-JP" altLang="ja-JP" sz="2400" dirty="0">
                <a:latin typeface="+mn-ea"/>
                <a:ea typeface="+mn-ea"/>
              </a:rPr>
              <a:t>遠い：粗いボクセル（軽量）</a:t>
            </a:r>
          </a:p>
          <a:p>
            <a:pPr lvl="1"/>
            <a:endParaRPr lang="ja-JP" altLang="ja-JP" dirty="0"/>
          </a:p>
          <a:p>
            <a:endParaRPr kumimoji="1" lang="ja-JP" altLang="en-US" dirty="0"/>
          </a:p>
        </p:txBody>
      </p:sp>
      <p:sp>
        <p:nvSpPr>
          <p:cNvPr id="3" name="タイトル 2">
            <a:extLst>
              <a:ext uri="{FF2B5EF4-FFF2-40B4-BE49-F238E27FC236}">
                <a16:creationId xmlns:a16="http://schemas.microsoft.com/office/drawing/2014/main" id="{E37F909F-FD37-F28B-F52E-8B7B38EF0777}"/>
              </a:ext>
            </a:extLst>
          </p:cNvPr>
          <p:cNvSpPr>
            <a:spLocks noGrp="1"/>
          </p:cNvSpPr>
          <p:nvPr>
            <p:ph type="title"/>
          </p:nvPr>
        </p:nvSpPr>
        <p:spPr/>
        <p:txBody>
          <a:bodyPr/>
          <a:lstStyle/>
          <a:p>
            <a:r>
              <a:rPr lang="ja-JP" altLang="ja-JP" dirty="0"/>
              <a:t>提案手法</a:t>
            </a:r>
            <a:r>
              <a:rPr lang="ja-JP" altLang="en-US" dirty="0"/>
              <a:t>の</a:t>
            </a:r>
            <a:r>
              <a:rPr lang="ja-JP" altLang="ja-JP" dirty="0"/>
              <a:t>概要</a:t>
            </a:r>
            <a:endParaRPr kumimoji="1" lang="ja-JP" altLang="en-US" dirty="0"/>
          </a:p>
        </p:txBody>
      </p:sp>
      <p:sp>
        <p:nvSpPr>
          <p:cNvPr id="4" name="吹き出し: 四角形 3">
            <a:extLst>
              <a:ext uri="{FF2B5EF4-FFF2-40B4-BE49-F238E27FC236}">
                <a16:creationId xmlns:a16="http://schemas.microsoft.com/office/drawing/2014/main" id="{131637FF-EE47-7583-2484-49C66CFA63F9}"/>
              </a:ext>
            </a:extLst>
          </p:cNvPr>
          <p:cNvSpPr/>
          <p:nvPr/>
        </p:nvSpPr>
        <p:spPr>
          <a:xfrm>
            <a:off x="8360755" y="1268568"/>
            <a:ext cx="2723882" cy="850007"/>
          </a:xfrm>
          <a:prstGeom prst="wedgeRectCallout">
            <a:avLst>
              <a:gd name="adj1" fmla="val -191593"/>
              <a:gd name="adj2" fmla="val -877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t"/>
            <a:r>
              <a:rPr lang="ja-JP" altLang="ja-JP" sz="2400" dirty="0"/>
              <a:t>3D版のピクセル</a:t>
            </a:r>
          </a:p>
        </p:txBody>
      </p:sp>
      <p:pic>
        <p:nvPicPr>
          <p:cNvPr id="11" name="図 10">
            <a:extLst>
              <a:ext uri="{FF2B5EF4-FFF2-40B4-BE49-F238E27FC236}">
                <a16:creationId xmlns:a16="http://schemas.microsoft.com/office/drawing/2014/main" id="{5D16C49E-0CB2-AE88-3C49-CCB2F626D5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9174" y="4089939"/>
            <a:ext cx="9467356" cy="2041398"/>
          </a:xfrm>
          <a:prstGeom prst="rect">
            <a:avLst/>
          </a:prstGeom>
        </p:spPr>
      </p:pic>
    </p:spTree>
    <p:extLst>
      <p:ext uri="{BB962C8B-B14F-4D97-AF65-F5344CB8AC3E}">
        <p14:creationId xmlns:p14="http://schemas.microsoft.com/office/powerpoint/2010/main" val="3118701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83AE4D-B8D4-0C8C-300D-1517D449C61C}"/>
              </a:ext>
            </a:extLst>
          </p:cNvPr>
          <p:cNvSpPr>
            <a:spLocks noGrp="1"/>
          </p:cNvSpPr>
          <p:nvPr>
            <p:ph type="title"/>
          </p:nvPr>
        </p:nvSpPr>
        <p:spPr/>
        <p:txBody>
          <a:bodyPr/>
          <a:lstStyle/>
          <a:p>
            <a:r>
              <a:rPr lang="ja-JP" altLang="ja-JP" dirty="0"/>
              <a:t>技術要素①（Octree）</a:t>
            </a:r>
            <a:endParaRPr kumimoji="1" lang="ja-JP" altLang="en-US" dirty="0"/>
          </a:p>
        </p:txBody>
      </p:sp>
      <p:sp>
        <p:nvSpPr>
          <p:cNvPr id="3" name="字幕 2">
            <a:extLst>
              <a:ext uri="{FF2B5EF4-FFF2-40B4-BE49-F238E27FC236}">
                <a16:creationId xmlns:a16="http://schemas.microsoft.com/office/drawing/2014/main" id="{2B9CA2F4-6B3E-4E20-B998-A793B592CA7F}"/>
              </a:ext>
            </a:extLst>
          </p:cNvPr>
          <p:cNvSpPr>
            <a:spLocks noGrp="1"/>
          </p:cNvSpPr>
          <p:nvPr>
            <p:ph type="subTitle" idx="1"/>
          </p:nvPr>
        </p:nvSpPr>
        <p:spPr/>
        <p:txBody>
          <a:bodyPr/>
          <a:lstStyle/>
          <a:p>
            <a:r>
              <a:rPr lang="ja-JP" altLang="ja-JP" dirty="0"/>
              <a:t>空間を8分割する階層構造</a:t>
            </a:r>
          </a:p>
        </p:txBody>
      </p:sp>
      <p:pic>
        <p:nvPicPr>
          <p:cNvPr id="5" name="図 4">
            <a:extLst>
              <a:ext uri="{FF2B5EF4-FFF2-40B4-BE49-F238E27FC236}">
                <a16:creationId xmlns:a16="http://schemas.microsoft.com/office/drawing/2014/main" id="{133C2381-0B8E-8F56-21DC-7BDE2EACEB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0131" y="2748588"/>
            <a:ext cx="6092386" cy="3223986"/>
          </a:xfrm>
          <a:prstGeom prst="rect">
            <a:avLst/>
          </a:prstGeom>
        </p:spPr>
      </p:pic>
      <p:sp>
        <p:nvSpPr>
          <p:cNvPr id="6" name="字幕 2">
            <a:extLst>
              <a:ext uri="{FF2B5EF4-FFF2-40B4-BE49-F238E27FC236}">
                <a16:creationId xmlns:a16="http://schemas.microsoft.com/office/drawing/2014/main" id="{D22DE6A2-0AF0-15C1-E618-51C4CBF1FDCF}"/>
              </a:ext>
            </a:extLst>
          </p:cNvPr>
          <p:cNvSpPr txBox="1">
            <a:spLocks/>
          </p:cNvSpPr>
          <p:nvPr/>
        </p:nvSpPr>
        <p:spPr>
          <a:xfrm>
            <a:off x="379483" y="2495278"/>
            <a:ext cx="6190215" cy="226346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eaLnBrk="1" hangingPunct="1">
              <a:lnSpc>
                <a:spcPct val="115000"/>
              </a:lnSpc>
              <a:spcBef>
                <a:spcPts val="0"/>
              </a:spcBef>
              <a:spcAft>
                <a:spcPts val="0"/>
              </a:spcAft>
              <a:buClr>
                <a:schemeClr val="dk1"/>
              </a:buClr>
              <a:buSzPts val="1400"/>
              <a:buFont typeface="Commissioner"/>
              <a:buNone/>
              <a:defRPr kumimoji="1" sz="2800" b="0" i="0" u="none" strike="noStrike" cap="none">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defRPr>
            </a:lvl1pPr>
            <a:lvl2pPr marL="914400" marR="0" lvl="1" indent="-317500" algn="ctr" rtl="0" eaLnBrk="1" hangingPunct="1">
              <a:lnSpc>
                <a:spcPct val="115000"/>
              </a:lnSpc>
              <a:spcBef>
                <a:spcPts val="0"/>
              </a:spcBef>
              <a:spcAft>
                <a:spcPts val="0"/>
              </a:spcAft>
              <a:buClr>
                <a:schemeClr val="dk1"/>
              </a:buClr>
              <a:buSzPts val="1400"/>
              <a:buFont typeface="Commissioner"/>
              <a:buNone/>
              <a:defRPr kumimoji="1" sz="1867" b="0" i="0" u="none" strike="noStrike" cap="none">
                <a:solidFill>
                  <a:schemeClr val="dk1"/>
                </a:solidFill>
                <a:latin typeface="Commissioner"/>
                <a:ea typeface="Commissioner"/>
                <a:cs typeface="Commissioner"/>
                <a:sym typeface="Commissioner"/>
              </a:defRPr>
            </a:lvl2pPr>
            <a:lvl3pPr marL="1371600" marR="0" lvl="2" indent="-317500" algn="ctr" rtl="0" eaLnBrk="1" hangingPunct="1">
              <a:lnSpc>
                <a:spcPct val="115000"/>
              </a:lnSpc>
              <a:spcBef>
                <a:spcPts val="0"/>
              </a:spcBef>
              <a:spcAft>
                <a:spcPts val="0"/>
              </a:spcAft>
              <a:buClr>
                <a:schemeClr val="dk1"/>
              </a:buClr>
              <a:buSzPts val="1400"/>
              <a:buFont typeface="Commissioner"/>
              <a:buNone/>
              <a:defRPr kumimoji="1" sz="1867" b="0" i="0" u="none" strike="noStrike" cap="none">
                <a:solidFill>
                  <a:schemeClr val="dk1"/>
                </a:solidFill>
                <a:latin typeface="Commissioner"/>
                <a:ea typeface="Commissioner"/>
                <a:cs typeface="Commissioner"/>
                <a:sym typeface="Commissioner"/>
              </a:defRPr>
            </a:lvl3pPr>
            <a:lvl4pPr marL="1828800" marR="0" lvl="3" indent="-317500" algn="ctr" rtl="0" eaLnBrk="1" hangingPunct="1">
              <a:lnSpc>
                <a:spcPct val="115000"/>
              </a:lnSpc>
              <a:spcBef>
                <a:spcPts val="0"/>
              </a:spcBef>
              <a:spcAft>
                <a:spcPts val="0"/>
              </a:spcAft>
              <a:buClr>
                <a:schemeClr val="dk1"/>
              </a:buClr>
              <a:buSzPts val="1400"/>
              <a:buFont typeface="Commissioner"/>
              <a:buNone/>
              <a:defRPr kumimoji="1" sz="1867" b="0" i="0" u="none" strike="noStrike" cap="none">
                <a:solidFill>
                  <a:schemeClr val="dk1"/>
                </a:solidFill>
                <a:latin typeface="Commissioner"/>
                <a:ea typeface="Commissioner"/>
                <a:cs typeface="Commissioner"/>
                <a:sym typeface="Commissioner"/>
              </a:defRPr>
            </a:lvl4pPr>
            <a:lvl5pPr marL="2286000" marR="0" lvl="4" indent="-317500" algn="ctr" rtl="0" eaLnBrk="1" hangingPunct="1">
              <a:lnSpc>
                <a:spcPct val="115000"/>
              </a:lnSpc>
              <a:spcBef>
                <a:spcPts val="0"/>
              </a:spcBef>
              <a:spcAft>
                <a:spcPts val="0"/>
              </a:spcAft>
              <a:buClr>
                <a:schemeClr val="dk1"/>
              </a:buClr>
              <a:buSzPts val="1400"/>
              <a:buFont typeface="Commissioner"/>
              <a:buNone/>
              <a:defRPr kumimoji="1" sz="1867" b="0" i="0" u="none" strike="noStrike" cap="none">
                <a:solidFill>
                  <a:schemeClr val="dk1"/>
                </a:solidFill>
                <a:latin typeface="Commissioner"/>
                <a:ea typeface="Commissioner"/>
                <a:cs typeface="Commissioner"/>
                <a:sym typeface="Commissioner"/>
              </a:defRPr>
            </a:lvl5pPr>
            <a:lvl6pPr marL="2743200" marR="0" lvl="5" indent="-317500" algn="ctr" rtl="0" eaLnBrk="1" hangingPunct="1">
              <a:lnSpc>
                <a:spcPct val="115000"/>
              </a:lnSpc>
              <a:spcBef>
                <a:spcPts val="0"/>
              </a:spcBef>
              <a:spcAft>
                <a:spcPts val="0"/>
              </a:spcAft>
              <a:buClr>
                <a:schemeClr val="dk1"/>
              </a:buClr>
              <a:buSzPts val="1400"/>
              <a:buFont typeface="Commissioner"/>
              <a:buNone/>
              <a:defRPr kumimoji="1" sz="1867" b="0" i="0" u="none" strike="noStrike" cap="none">
                <a:solidFill>
                  <a:schemeClr val="dk1"/>
                </a:solidFill>
                <a:latin typeface="Commissioner"/>
                <a:ea typeface="Commissioner"/>
                <a:cs typeface="Commissioner"/>
                <a:sym typeface="Commissioner"/>
              </a:defRPr>
            </a:lvl6pPr>
            <a:lvl7pPr marL="3200400" marR="0" lvl="6" indent="-317500" algn="ctr" rtl="0" eaLnBrk="1" hangingPunct="1">
              <a:lnSpc>
                <a:spcPct val="115000"/>
              </a:lnSpc>
              <a:spcBef>
                <a:spcPts val="0"/>
              </a:spcBef>
              <a:spcAft>
                <a:spcPts val="0"/>
              </a:spcAft>
              <a:buClr>
                <a:schemeClr val="dk1"/>
              </a:buClr>
              <a:buSzPts val="1400"/>
              <a:buFont typeface="Commissioner"/>
              <a:buNone/>
              <a:defRPr kumimoji="1" sz="1867" b="0" i="0" u="none" strike="noStrike" cap="none">
                <a:solidFill>
                  <a:schemeClr val="dk1"/>
                </a:solidFill>
                <a:latin typeface="Commissioner"/>
                <a:ea typeface="Commissioner"/>
                <a:cs typeface="Commissioner"/>
                <a:sym typeface="Commissioner"/>
              </a:defRPr>
            </a:lvl7pPr>
            <a:lvl8pPr marL="3657600" marR="0" lvl="7" indent="-317500" algn="ctr" rtl="0" eaLnBrk="1" hangingPunct="1">
              <a:lnSpc>
                <a:spcPct val="115000"/>
              </a:lnSpc>
              <a:spcBef>
                <a:spcPts val="0"/>
              </a:spcBef>
              <a:spcAft>
                <a:spcPts val="0"/>
              </a:spcAft>
              <a:buClr>
                <a:schemeClr val="dk1"/>
              </a:buClr>
              <a:buSzPts val="1400"/>
              <a:buFont typeface="Commissioner"/>
              <a:buNone/>
              <a:defRPr kumimoji="1" sz="1867" b="0" i="0" u="none" strike="noStrike" cap="none">
                <a:solidFill>
                  <a:schemeClr val="dk1"/>
                </a:solidFill>
                <a:latin typeface="Commissioner"/>
                <a:ea typeface="Commissioner"/>
                <a:cs typeface="Commissioner"/>
                <a:sym typeface="Commissioner"/>
              </a:defRPr>
            </a:lvl8pPr>
            <a:lvl9pPr marL="4114800" marR="0" lvl="8" indent="-317500" algn="ctr" rtl="0" eaLnBrk="1" hangingPunct="1">
              <a:lnSpc>
                <a:spcPct val="115000"/>
              </a:lnSpc>
              <a:spcBef>
                <a:spcPts val="0"/>
              </a:spcBef>
              <a:spcAft>
                <a:spcPts val="0"/>
              </a:spcAft>
              <a:buClr>
                <a:schemeClr val="dk1"/>
              </a:buClr>
              <a:buSzPts val="1400"/>
              <a:buFont typeface="Commissioner"/>
              <a:buNone/>
              <a:defRPr kumimoji="1" sz="1867" b="0" i="0" u="none" strike="noStrike" cap="none">
                <a:solidFill>
                  <a:schemeClr val="dk1"/>
                </a:solidFill>
                <a:latin typeface="Commissioner"/>
                <a:ea typeface="Commissioner"/>
                <a:cs typeface="Commissioner"/>
                <a:sym typeface="Commissioner"/>
              </a:defRPr>
            </a:lvl9pPr>
          </a:lstStyle>
          <a:p>
            <a:pPr algn="l" fontAlgn="t"/>
            <a:r>
              <a:rPr lang="ja-JP" altLang="ja-JP" dirty="0"/>
              <a:t>特徴： </a:t>
            </a:r>
          </a:p>
          <a:p>
            <a:pPr lvl="1" algn="l" fontAlgn="t"/>
            <a:r>
              <a:rPr lang="ja-JP" altLang="ja-JP" sz="2800" dirty="0">
                <a:latin typeface="+mn-ea"/>
                <a:ea typeface="+mn-ea"/>
              </a:rPr>
              <a:t>単純部分 → 大きいボクセル</a:t>
            </a:r>
          </a:p>
          <a:p>
            <a:pPr lvl="1" algn="l" fontAlgn="t"/>
            <a:r>
              <a:rPr lang="ja-JP" altLang="ja-JP" sz="2800" dirty="0">
                <a:latin typeface="+mn-ea"/>
                <a:ea typeface="+mn-ea"/>
              </a:rPr>
              <a:t>複雑部分 → 小さいボクセル</a:t>
            </a:r>
          </a:p>
          <a:p>
            <a:pPr algn="l" fontAlgn="t"/>
            <a:r>
              <a:rPr lang="ja-JP" altLang="ja-JP" dirty="0"/>
              <a:t>👉 </a:t>
            </a:r>
            <a:r>
              <a:rPr lang="ja-JP" altLang="ja-JP" b="1" dirty="0"/>
              <a:t>効率的なデータ管理が可能</a:t>
            </a:r>
            <a:endParaRPr lang="ja-JP" altLang="ja-JP" dirty="0"/>
          </a:p>
          <a:p>
            <a:endParaRPr lang="ja-JP" altLang="en-US" dirty="0"/>
          </a:p>
        </p:txBody>
      </p:sp>
    </p:spTree>
    <p:extLst>
      <p:ext uri="{BB962C8B-B14F-4D97-AF65-F5344CB8AC3E}">
        <p14:creationId xmlns:p14="http://schemas.microsoft.com/office/powerpoint/2010/main" val="2529565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085C0E-E1A3-E114-87F5-C2E8397B4054}"/>
              </a:ext>
            </a:extLst>
          </p:cNvPr>
          <p:cNvSpPr>
            <a:spLocks noGrp="1"/>
          </p:cNvSpPr>
          <p:nvPr>
            <p:ph type="title"/>
          </p:nvPr>
        </p:nvSpPr>
        <p:spPr/>
        <p:txBody>
          <a:bodyPr/>
          <a:lstStyle/>
          <a:p>
            <a:r>
              <a:rPr lang="ja-JP" altLang="ja-JP" dirty="0"/>
              <a:t>技術要素②（LOD制御）</a:t>
            </a:r>
            <a:endParaRPr kumimoji="1" lang="ja-JP" altLang="en-US" dirty="0"/>
          </a:p>
        </p:txBody>
      </p:sp>
      <p:sp>
        <p:nvSpPr>
          <p:cNvPr id="3" name="字幕 2">
            <a:extLst>
              <a:ext uri="{FF2B5EF4-FFF2-40B4-BE49-F238E27FC236}">
                <a16:creationId xmlns:a16="http://schemas.microsoft.com/office/drawing/2014/main" id="{9A66299F-817A-21A4-67EE-AC4C83DFD57B}"/>
              </a:ext>
            </a:extLst>
          </p:cNvPr>
          <p:cNvSpPr>
            <a:spLocks noGrp="1"/>
          </p:cNvSpPr>
          <p:nvPr>
            <p:ph type="subTitle" idx="1"/>
          </p:nvPr>
        </p:nvSpPr>
        <p:spPr>
          <a:xfrm>
            <a:off x="951000" y="1622732"/>
            <a:ext cx="6190215" cy="1867443"/>
          </a:xfrm>
        </p:spPr>
        <p:txBody>
          <a:bodyPr/>
          <a:lstStyle/>
          <a:p>
            <a:pPr algn="l" fontAlgn="t"/>
            <a:r>
              <a:rPr lang="ja-JP" altLang="ja-JP" dirty="0"/>
              <a:t>視点距離を基準に解像度を切替</a:t>
            </a:r>
          </a:p>
          <a:p>
            <a:pPr algn="l" fontAlgn="t"/>
            <a:r>
              <a:rPr lang="ja-JP" altLang="ja-JP" dirty="0"/>
              <a:t>各オブジェクトごとに独立制御</a:t>
            </a:r>
          </a:p>
          <a:p>
            <a:pPr algn="l" fontAlgn="t"/>
            <a:r>
              <a:rPr lang="ja-JP" altLang="ja-JP" dirty="0"/>
              <a:t>👉 </a:t>
            </a:r>
            <a:r>
              <a:rPr lang="ja-JP" altLang="ja-JP" b="1" dirty="0"/>
              <a:t>近くは詳細・遠くは簡略化</a:t>
            </a:r>
            <a:endParaRPr lang="ja-JP" altLang="ja-JP" dirty="0"/>
          </a:p>
          <a:p>
            <a:endParaRPr kumimoji="1" lang="ja-JP" altLang="en-US" dirty="0"/>
          </a:p>
        </p:txBody>
      </p:sp>
      <p:pic>
        <p:nvPicPr>
          <p:cNvPr id="5" name="図 4">
            <a:extLst>
              <a:ext uri="{FF2B5EF4-FFF2-40B4-BE49-F238E27FC236}">
                <a16:creationId xmlns:a16="http://schemas.microsoft.com/office/drawing/2014/main" id="{7F72BF03-D61E-9230-099E-D26F7504A1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009" y="4035374"/>
            <a:ext cx="10290000" cy="2785509"/>
          </a:xfrm>
          <a:prstGeom prst="rect">
            <a:avLst/>
          </a:prstGeom>
        </p:spPr>
      </p:pic>
      <p:pic>
        <p:nvPicPr>
          <p:cNvPr id="7" name="図 6">
            <a:extLst>
              <a:ext uri="{FF2B5EF4-FFF2-40B4-BE49-F238E27FC236}">
                <a16:creationId xmlns:a16="http://schemas.microsoft.com/office/drawing/2014/main" id="{C7160271-68EE-CDE9-473A-69B60431ED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54426" y="1422975"/>
            <a:ext cx="3342331" cy="2311758"/>
          </a:xfrm>
          <a:prstGeom prst="rect">
            <a:avLst/>
          </a:prstGeom>
        </p:spPr>
      </p:pic>
      <p:sp>
        <p:nvSpPr>
          <p:cNvPr id="9" name="矢印: 右 8">
            <a:extLst>
              <a:ext uri="{FF2B5EF4-FFF2-40B4-BE49-F238E27FC236}">
                <a16:creationId xmlns:a16="http://schemas.microsoft.com/office/drawing/2014/main" id="{6611F422-D568-C7B5-36B0-F0B7A39669BB}"/>
              </a:ext>
            </a:extLst>
          </p:cNvPr>
          <p:cNvSpPr/>
          <p:nvPr/>
        </p:nvSpPr>
        <p:spPr>
          <a:xfrm rot="9774461">
            <a:off x="7190828" y="3355420"/>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79888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21C13C6-BFEF-E266-CF30-9CA62A6A4E79}"/>
              </a:ext>
            </a:extLst>
          </p:cNvPr>
          <p:cNvSpPr>
            <a:spLocks noGrp="1"/>
          </p:cNvSpPr>
          <p:nvPr>
            <p:ph type="body" idx="1"/>
          </p:nvPr>
        </p:nvSpPr>
        <p:spPr/>
        <p:txBody>
          <a:bodyPr/>
          <a:lstStyle/>
          <a:p>
            <a:pPr fontAlgn="t"/>
            <a:r>
              <a:rPr lang="ja-JP" altLang="ja-JP" dirty="0"/>
              <a:t>データサイズ </a:t>
            </a:r>
          </a:p>
          <a:p>
            <a:pPr lvl="1" fontAlgn="t"/>
            <a:r>
              <a:rPr lang="ja-JP" altLang="ja-JP" sz="2400" dirty="0">
                <a:latin typeface="+mn-ea"/>
                <a:ea typeface="+mn-ea"/>
              </a:rPr>
              <a:t>約19MB → 約9MB（約50%削減）</a:t>
            </a:r>
          </a:p>
          <a:p>
            <a:pPr fontAlgn="t"/>
            <a:r>
              <a:rPr lang="ja-JP" altLang="ja-JP" dirty="0"/>
              <a:t>描画性能 </a:t>
            </a:r>
          </a:p>
          <a:p>
            <a:pPr lvl="1" fontAlgn="t"/>
            <a:r>
              <a:rPr lang="ja-JP" altLang="ja-JP" sz="2400" dirty="0">
                <a:latin typeface="+mn-ea"/>
                <a:ea typeface="+mn-ea"/>
              </a:rPr>
              <a:t>60FPS以上を維持（快適動作）</a:t>
            </a:r>
          </a:p>
          <a:p>
            <a:pPr fontAlgn="t"/>
            <a:endParaRPr lang="en-US" altLang="ja-JP" dirty="0"/>
          </a:p>
          <a:p>
            <a:pPr marL="186262" indent="0" fontAlgn="t">
              <a:buNone/>
            </a:pPr>
            <a:r>
              <a:rPr lang="ja-JP" altLang="ja-JP" dirty="0"/>
              <a:t>👉 </a:t>
            </a:r>
            <a:r>
              <a:rPr lang="ja-JP" altLang="ja-JP" b="1" dirty="0"/>
              <a:t>軽量化＋リアルタイム性を実現</a:t>
            </a:r>
            <a:endParaRPr lang="ja-JP" altLang="ja-JP" dirty="0"/>
          </a:p>
          <a:p>
            <a:endParaRPr kumimoji="1" lang="ja-JP" altLang="en-US" dirty="0"/>
          </a:p>
        </p:txBody>
      </p:sp>
      <p:sp>
        <p:nvSpPr>
          <p:cNvPr id="3" name="タイトル 2">
            <a:extLst>
              <a:ext uri="{FF2B5EF4-FFF2-40B4-BE49-F238E27FC236}">
                <a16:creationId xmlns:a16="http://schemas.microsoft.com/office/drawing/2014/main" id="{8316F8F6-C1B3-B097-6AA3-8CF66D255D9D}"/>
              </a:ext>
            </a:extLst>
          </p:cNvPr>
          <p:cNvSpPr>
            <a:spLocks noGrp="1"/>
          </p:cNvSpPr>
          <p:nvPr>
            <p:ph type="title"/>
          </p:nvPr>
        </p:nvSpPr>
        <p:spPr/>
        <p:txBody>
          <a:bodyPr/>
          <a:lstStyle/>
          <a:p>
            <a:r>
              <a:rPr lang="ja-JP" altLang="ja-JP" dirty="0"/>
              <a:t>実験と結果</a:t>
            </a:r>
            <a:endParaRPr kumimoji="1" lang="ja-JP" altLang="en-US" dirty="0"/>
          </a:p>
        </p:txBody>
      </p:sp>
    </p:spTree>
    <p:extLst>
      <p:ext uri="{BB962C8B-B14F-4D97-AF65-F5344CB8AC3E}">
        <p14:creationId xmlns:p14="http://schemas.microsoft.com/office/powerpoint/2010/main" val="4170800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1915044B-27A1-DE85-E1FC-4D8F0665C53C}"/>
              </a:ext>
            </a:extLst>
          </p:cNvPr>
          <p:cNvSpPr>
            <a:spLocks noGrp="1"/>
          </p:cNvSpPr>
          <p:nvPr>
            <p:ph type="body" idx="1"/>
          </p:nvPr>
        </p:nvSpPr>
        <p:spPr>
          <a:xfrm>
            <a:off x="455130" y="1951149"/>
            <a:ext cx="5842639" cy="4279318"/>
          </a:xfrm>
        </p:spPr>
        <p:txBody>
          <a:bodyPr/>
          <a:lstStyle/>
          <a:p>
            <a:pPr fontAlgn="t"/>
            <a:r>
              <a:rPr lang="ja-JP" altLang="ja-JP" dirty="0"/>
              <a:t>✅ 良い点</a:t>
            </a:r>
          </a:p>
          <a:p>
            <a:pPr lvl="1" fontAlgn="t"/>
            <a:r>
              <a:rPr lang="ja-JP" altLang="ja-JP" sz="2400" dirty="0">
                <a:latin typeface="+mn-ea"/>
                <a:ea typeface="+mn-ea"/>
              </a:rPr>
              <a:t>単純な形状は粗くても認識可能</a:t>
            </a:r>
          </a:p>
          <a:p>
            <a:pPr lvl="1" fontAlgn="t"/>
            <a:r>
              <a:rPr lang="ja-JP" altLang="ja-JP" sz="2400" dirty="0">
                <a:latin typeface="+mn-ea"/>
                <a:ea typeface="+mn-ea"/>
              </a:rPr>
              <a:t>描画負荷を大幅に削減</a:t>
            </a:r>
          </a:p>
          <a:p>
            <a:pPr fontAlgn="t"/>
            <a:r>
              <a:rPr lang="ja-JP" altLang="ja-JP" dirty="0"/>
              <a:t>⚠️ 問題点</a:t>
            </a:r>
            <a:endParaRPr lang="en-US" altLang="ja-JP" dirty="0"/>
          </a:p>
          <a:p>
            <a:pPr lvl="1" fontAlgn="t"/>
            <a:r>
              <a:rPr lang="ja-JP" altLang="ja-JP" sz="2400" dirty="0">
                <a:latin typeface="+mn-ea"/>
                <a:ea typeface="+mn-ea"/>
              </a:rPr>
              <a:t>複雑形状では形が崩れる</a:t>
            </a:r>
          </a:p>
          <a:p>
            <a:pPr lvl="1" fontAlgn="t"/>
            <a:r>
              <a:rPr lang="ja-JP" altLang="ja-JP" sz="2400" dirty="0">
                <a:latin typeface="+mn-ea"/>
                <a:ea typeface="+mn-ea"/>
              </a:rPr>
              <a:t>距離のみでLOD制御している</a:t>
            </a:r>
          </a:p>
          <a:p>
            <a:endParaRPr kumimoji="1" lang="ja-JP" altLang="en-US" dirty="0"/>
          </a:p>
        </p:txBody>
      </p:sp>
      <p:sp>
        <p:nvSpPr>
          <p:cNvPr id="3" name="タイトル 2">
            <a:extLst>
              <a:ext uri="{FF2B5EF4-FFF2-40B4-BE49-F238E27FC236}">
                <a16:creationId xmlns:a16="http://schemas.microsoft.com/office/drawing/2014/main" id="{06C099AD-D0CA-B8C4-F211-160388A6E9DA}"/>
              </a:ext>
            </a:extLst>
          </p:cNvPr>
          <p:cNvSpPr>
            <a:spLocks noGrp="1"/>
          </p:cNvSpPr>
          <p:nvPr>
            <p:ph type="title"/>
          </p:nvPr>
        </p:nvSpPr>
        <p:spPr/>
        <p:txBody>
          <a:bodyPr/>
          <a:lstStyle/>
          <a:p>
            <a:r>
              <a:rPr kumimoji="1" lang="ja-JP" altLang="en-US" dirty="0"/>
              <a:t>考察と今後の課題</a:t>
            </a:r>
          </a:p>
        </p:txBody>
      </p:sp>
      <p:sp>
        <p:nvSpPr>
          <p:cNvPr id="4" name="テキスト プレースホルダー 1">
            <a:extLst>
              <a:ext uri="{FF2B5EF4-FFF2-40B4-BE49-F238E27FC236}">
                <a16:creationId xmlns:a16="http://schemas.microsoft.com/office/drawing/2014/main" id="{F08CF888-5626-7C26-57AF-D08450136AAF}"/>
              </a:ext>
            </a:extLst>
          </p:cNvPr>
          <p:cNvSpPr txBox="1">
            <a:spLocks/>
          </p:cNvSpPr>
          <p:nvPr/>
        </p:nvSpPr>
        <p:spPr>
          <a:xfrm>
            <a:off x="6095967" y="1951149"/>
            <a:ext cx="5842639" cy="42793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609585" marR="0" lvl="0" indent="-423323" algn="l" rtl="0" eaLnBrk="1" hangingPunct="1">
              <a:lnSpc>
                <a:spcPct val="115000"/>
              </a:lnSpc>
              <a:spcBef>
                <a:spcPts val="0"/>
              </a:spcBef>
              <a:spcAft>
                <a:spcPts val="0"/>
              </a:spcAft>
              <a:buClr>
                <a:schemeClr val="dk2"/>
              </a:buClr>
              <a:buSzPts val="1400"/>
              <a:buFont typeface="Red Hat Display"/>
              <a:buChar char="■"/>
              <a:defRPr kumimoji="1" sz="2800" b="0" i="0" u="none" strike="noStrike" cap="none">
                <a:solidFill>
                  <a:schemeClr val="dk1"/>
                </a:solidFill>
                <a:latin typeface="LINE Seed JP App_TTF Regular" panose="02020500000000000000" pitchFamily="18" charset="-128"/>
                <a:ea typeface="LINE Seed JP App_TTF Regular" panose="02020500000000000000" pitchFamily="18" charset="-128"/>
                <a:cs typeface="Commissioner"/>
                <a:sym typeface="Commissioner"/>
              </a:defRPr>
            </a:lvl1pPr>
            <a:lvl2pPr marL="1219170" marR="0" lvl="1" indent="-423323" algn="l" rtl="0" eaLnBrk="1" hangingPunct="1">
              <a:lnSpc>
                <a:spcPct val="115000"/>
              </a:lnSpc>
              <a:spcBef>
                <a:spcPts val="2133"/>
              </a:spcBef>
              <a:spcAft>
                <a:spcPts val="0"/>
              </a:spcAft>
              <a:buClr>
                <a:srgbClr val="FFFFFF"/>
              </a:buClr>
              <a:buSzPts val="1400"/>
              <a:buFont typeface="Red Hat Display"/>
              <a:buChar char="○"/>
              <a:defRPr kumimoji="1" sz="1867" b="0" i="0" u="none" strike="noStrike" cap="none">
                <a:solidFill>
                  <a:schemeClr val="dk1"/>
                </a:solidFill>
                <a:latin typeface="Commissioner"/>
                <a:ea typeface="Commissioner"/>
                <a:cs typeface="Commissioner"/>
                <a:sym typeface="Commissioner"/>
              </a:defRPr>
            </a:lvl2pPr>
            <a:lvl3pPr marL="1828754" marR="0" lvl="2" indent="-423323" algn="l" rtl="0" eaLnBrk="1" hangingPunct="1">
              <a:lnSpc>
                <a:spcPct val="115000"/>
              </a:lnSpc>
              <a:spcBef>
                <a:spcPts val="2133"/>
              </a:spcBef>
              <a:spcAft>
                <a:spcPts val="0"/>
              </a:spcAft>
              <a:buClr>
                <a:srgbClr val="FFFFFF"/>
              </a:buClr>
              <a:buSzPts val="1400"/>
              <a:buFont typeface="Red Hat Display"/>
              <a:buChar char="■"/>
              <a:defRPr kumimoji="1" sz="1867" b="0" i="0" u="none" strike="noStrike" cap="none">
                <a:solidFill>
                  <a:schemeClr val="dk1"/>
                </a:solidFill>
                <a:latin typeface="Commissioner"/>
                <a:ea typeface="Commissioner"/>
                <a:cs typeface="Commissioner"/>
                <a:sym typeface="Commissioner"/>
              </a:defRPr>
            </a:lvl3pPr>
            <a:lvl4pPr marL="2438339" marR="0" lvl="3" indent="-423323" algn="l" rtl="0" eaLnBrk="1" hangingPunct="1">
              <a:lnSpc>
                <a:spcPct val="115000"/>
              </a:lnSpc>
              <a:spcBef>
                <a:spcPts val="2133"/>
              </a:spcBef>
              <a:spcAft>
                <a:spcPts val="0"/>
              </a:spcAft>
              <a:buClr>
                <a:srgbClr val="FFFFFF"/>
              </a:buClr>
              <a:buSzPts val="1400"/>
              <a:buFont typeface="Red Hat Display"/>
              <a:buChar char="●"/>
              <a:defRPr kumimoji="1" sz="1867" b="0" i="0" u="none" strike="noStrike" cap="none">
                <a:solidFill>
                  <a:schemeClr val="dk1"/>
                </a:solidFill>
                <a:latin typeface="Commissioner"/>
                <a:ea typeface="Commissioner"/>
                <a:cs typeface="Commissioner"/>
                <a:sym typeface="Commissioner"/>
              </a:defRPr>
            </a:lvl4pPr>
            <a:lvl5pPr marL="3047924" marR="0" lvl="4" indent="-423323" algn="l" rtl="0" eaLnBrk="1" hangingPunct="1">
              <a:lnSpc>
                <a:spcPct val="115000"/>
              </a:lnSpc>
              <a:spcBef>
                <a:spcPts val="2133"/>
              </a:spcBef>
              <a:spcAft>
                <a:spcPts val="0"/>
              </a:spcAft>
              <a:buClr>
                <a:srgbClr val="FFFFFF"/>
              </a:buClr>
              <a:buSzPts val="1400"/>
              <a:buFont typeface="Red Hat Display"/>
              <a:buChar char="○"/>
              <a:defRPr kumimoji="1" sz="1867" b="0" i="0" u="none" strike="noStrike" cap="none">
                <a:solidFill>
                  <a:schemeClr val="dk1"/>
                </a:solidFill>
                <a:latin typeface="Commissioner"/>
                <a:ea typeface="Commissioner"/>
                <a:cs typeface="Commissioner"/>
                <a:sym typeface="Commissioner"/>
              </a:defRPr>
            </a:lvl5pPr>
            <a:lvl6pPr marL="3657509" marR="0" lvl="5" indent="-423323" algn="l" rtl="0" eaLnBrk="1" hangingPunct="1">
              <a:lnSpc>
                <a:spcPct val="115000"/>
              </a:lnSpc>
              <a:spcBef>
                <a:spcPts val="2133"/>
              </a:spcBef>
              <a:spcAft>
                <a:spcPts val="0"/>
              </a:spcAft>
              <a:buClr>
                <a:srgbClr val="FFFFFF"/>
              </a:buClr>
              <a:buSzPts val="1400"/>
              <a:buFont typeface="Red Hat Display"/>
              <a:buChar char="■"/>
              <a:defRPr kumimoji="1" sz="1867" b="0" i="0" u="none" strike="noStrike" cap="none">
                <a:solidFill>
                  <a:schemeClr val="dk1"/>
                </a:solidFill>
                <a:latin typeface="Commissioner"/>
                <a:ea typeface="Commissioner"/>
                <a:cs typeface="Commissioner"/>
                <a:sym typeface="Commissioner"/>
              </a:defRPr>
            </a:lvl6pPr>
            <a:lvl7pPr marL="4267093" marR="0" lvl="6" indent="-423323" algn="l" rtl="0" eaLnBrk="1" hangingPunct="1">
              <a:lnSpc>
                <a:spcPct val="115000"/>
              </a:lnSpc>
              <a:spcBef>
                <a:spcPts val="2133"/>
              </a:spcBef>
              <a:spcAft>
                <a:spcPts val="0"/>
              </a:spcAft>
              <a:buClr>
                <a:srgbClr val="FFFFFF"/>
              </a:buClr>
              <a:buSzPts val="1400"/>
              <a:buFont typeface="Red Hat Display"/>
              <a:buChar char="●"/>
              <a:defRPr kumimoji="1" sz="1867" b="0" i="0" u="none" strike="noStrike" cap="none">
                <a:solidFill>
                  <a:schemeClr val="dk1"/>
                </a:solidFill>
                <a:latin typeface="Commissioner"/>
                <a:ea typeface="Commissioner"/>
                <a:cs typeface="Commissioner"/>
                <a:sym typeface="Commissioner"/>
              </a:defRPr>
            </a:lvl7pPr>
            <a:lvl8pPr marL="4876678" marR="0" lvl="7" indent="-423323" algn="l" rtl="0" eaLnBrk="1" hangingPunct="1">
              <a:lnSpc>
                <a:spcPct val="115000"/>
              </a:lnSpc>
              <a:spcBef>
                <a:spcPts val="2133"/>
              </a:spcBef>
              <a:spcAft>
                <a:spcPts val="0"/>
              </a:spcAft>
              <a:buClr>
                <a:srgbClr val="FFFFFF"/>
              </a:buClr>
              <a:buSzPts val="1400"/>
              <a:buFont typeface="Red Hat Display"/>
              <a:buChar char="○"/>
              <a:defRPr kumimoji="1" sz="1867" b="0" i="0" u="none" strike="noStrike" cap="none">
                <a:solidFill>
                  <a:schemeClr val="dk1"/>
                </a:solidFill>
                <a:latin typeface="Commissioner"/>
                <a:ea typeface="Commissioner"/>
                <a:cs typeface="Commissioner"/>
                <a:sym typeface="Commissioner"/>
              </a:defRPr>
            </a:lvl8pPr>
            <a:lvl9pPr marL="5486263" marR="0" lvl="8" indent="-423323" algn="l" rtl="0" eaLnBrk="1" hangingPunct="1">
              <a:lnSpc>
                <a:spcPct val="115000"/>
              </a:lnSpc>
              <a:spcBef>
                <a:spcPts val="2133"/>
              </a:spcBef>
              <a:spcAft>
                <a:spcPts val="2133"/>
              </a:spcAft>
              <a:buClr>
                <a:srgbClr val="FFFFFF"/>
              </a:buClr>
              <a:buSzPts val="1400"/>
              <a:buFont typeface="Red Hat Display"/>
              <a:buChar char="■"/>
              <a:defRPr kumimoji="1" sz="1867" b="0" i="0" u="none" strike="noStrike" cap="none">
                <a:solidFill>
                  <a:schemeClr val="dk1"/>
                </a:solidFill>
                <a:latin typeface="Commissioner"/>
                <a:ea typeface="Commissioner"/>
                <a:cs typeface="Commissioner"/>
                <a:sym typeface="Commissioner"/>
              </a:defRPr>
            </a:lvl9pPr>
          </a:lstStyle>
          <a:p>
            <a:pPr fontAlgn="t"/>
            <a:r>
              <a:rPr lang="ja-JP" altLang="ja-JP" b="1" dirty="0"/>
              <a:t>形状の複雑さを考慮したLOD制御</a:t>
            </a:r>
            <a:r>
              <a:rPr lang="ja-JP" altLang="ja-JP" dirty="0"/>
              <a:t> </a:t>
            </a:r>
            <a:endParaRPr lang="en-US" altLang="ja-JP" dirty="0"/>
          </a:p>
          <a:p>
            <a:pPr fontAlgn="t"/>
            <a:r>
              <a:rPr lang="ja-JP" altLang="ja-JP" dirty="0"/>
              <a:t>最適な距離閾値の決定 点群データの品質向上</a:t>
            </a:r>
          </a:p>
          <a:p>
            <a:endParaRPr lang="ja-JP" altLang="en-US" dirty="0"/>
          </a:p>
        </p:txBody>
      </p:sp>
      <p:sp>
        <p:nvSpPr>
          <p:cNvPr id="5" name="正方形/長方形 4">
            <a:extLst>
              <a:ext uri="{FF2B5EF4-FFF2-40B4-BE49-F238E27FC236}">
                <a16:creationId xmlns:a16="http://schemas.microsoft.com/office/drawing/2014/main" id="{48EA9750-451C-9047-77D4-518D4DED73FA}"/>
              </a:ext>
            </a:extLst>
          </p:cNvPr>
          <p:cNvSpPr/>
          <p:nvPr/>
        </p:nvSpPr>
        <p:spPr>
          <a:xfrm>
            <a:off x="654754" y="1255690"/>
            <a:ext cx="1257760" cy="6117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dirty="0"/>
              <a:t>考察</a:t>
            </a:r>
          </a:p>
        </p:txBody>
      </p:sp>
      <p:sp>
        <p:nvSpPr>
          <p:cNvPr id="7" name="正方形/長方形 6">
            <a:extLst>
              <a:ext uri="{FF2B5EF4-FFF2-40B4-BE49-F238E27FC236}">
                <a16:creationId xmlns:a16="http://schemas.microsoft.com/office/drawing/2014/main" id="{CE14E4A1-B81D-5ACD-FA82-D29E771F242C}"/>
              </a:ext>
            </a:extLst>
          </p:cNvPr>
          <p:cNvSpPr/>
          <p:nvPr/>
        </p:nvSpPr>
        <p:spPr>
          <a:xfrm>
            <a:off x="6364387" y="1255690"/>
            <a:ext cx="2296655" cy="6117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dirty="0"/>
              <a:t>今後の課題</a:t>
            </a:r>
          </a:p>
        </p:txBody>
      </p:sp>
    </p:spTree>
    <p:extLst>
      <p:ext uri="{BB962C8B-B14F-4D97-AF65-F5344CB8AC3E}">
        <p14:creationId xmlns:p14="http://schemas.microsoft.com/office/powerpoint/2010/main" val="615200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EDB06D9-421B-FC17-8457-DB0E43E1D1BE}"/>
              </a:ext>
            </a:extLst>
          </p:cNvPr>
          <p:cNvSpPr>
            <a:spLocks noGrp="1"/>
          </p:cNvSpPr>
          <p:nvPr>
            <p:ph type="body" idx="1"/>
          </p:nvPr>
        </p:nvSpPr>
        <p:spPr/>
        <p:txBody>
          <a:bodyPr/>
          <a:lstStyle/>
          <a:p>
            <a:pPr fontAlgn="t"/>
            <a:r>
              <a:rPr lang="ja-JP" altLang="ja-JP" dirty="0"/>
              <a:t>Octree＋ボクセルで点群を表現</a:t>
            </a:r>
          </a:p>
          <a:p>
            <a:pPr fontAlgn="t"/>
            <a:r>
              <a:rPr lang="ja-JP" altLang="ja-JP" dirty="0"/>
              <a:t>距離に応じたLOD制御を提案</a:t>
            </a:r>
          </a:p>
          <a:p>
            <a:pPr fontAlgn="t"/>
            <a:r>
              <a:rPr lang="ja-JP" altLang="ja-JP" b="1" dirty="0"/>
              <a:t>軽量化と視認性を両立</a:t>
            </a:r>
            <a:endParaRPr lang="ja-JP" altLang="ja-JP" dirty="0"/>
          </a:p>
          <a:p>
            <a:pPr fontAlgn="t"/>
            <a:r>
              <a:rPr lang="ja-JP" altLang="ja-JP" dirty="0"/>
              <a:t>今後は「距離＋形状」で改良</a:t>
            </a:r>
          </a:p>
        </p:txBody>
      </p:sp>
      <p:sp>
        <p:nvSpPr>
          <p:cNvPr id="3" name="タイトル 2">
            <a:extLst>
              <a:ext uri="{FF2B5EF4-FFF2-40B4-BE49-F238E27FC236}">
                <a16:creationId xmlns:a16="http://schemas.microsoft.com/office/drawing/2014/main" id="{128451CD-ECD8-9CC5-B02C-406EFB9FDFB1}"/>
              </a:ext>
            </a:extLst>
          </p:cNvPr>
          <p:cNvSpPr>
            <a:spLocks noGrp="1"/>
          </p:cNvSpPr>
          <p:nvPr>
            <p:ph type="title"/>
          </p:nvPr>
        </p:nvSpPr>
        <p:spPr/>
        <p:txBody>
          <a:bodyPr/>
          <a:lstStyle/>
          <a:p>
            <a:r>
              <a:rPr kumimoji="1" lang="ja-JP" altLang="en-US" dirty="0"/>
              <a:t>まとめ</a:t>
            </a:r>
          </a:p>
        </p:txBody>
      </p:sp>
    </p:spTree>
    <p:extLst>
      <p:ext uri="{BB962C8B-B14F-4D97-AF65-F5344CB8AC3E}">
        <p14:creationId xmlns:p14="http://schemas.microsoft.com/office/powerpoint/2010/main" val="3931188320"/>
      </p:ext>
    </p:extLst>
  </p:cSld>
  <p:clrMapOvr>
    <a:masterClrMapping/>
  </p:clrMapOvr>
</p:sld>
</file>

<file path=ppt/theme/theme1.xml><?xml version="1.0" encoding="utf-8"?>
<a:theme xmlns:a="http://schemas.openxmlformats.org/drawingml/2006/main" name="My Research Presentation">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LINE Seed">
      <a:majorFont>
        <a:latin typeface="LINE Seed JP App_TTF Bold"/>
        <a:ea typeface="LINE Seed JP App_TTF Bold"/>
        <a:cs typeface=""/>
      </a:majorFont>
      <a:minorFont>
        <a:latin typeface="LINE Seed JP App_TTF Regular"/>
        <a:ea typeface="LINE Seed JP App_TTF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y Research Presentation" id="{23B22FBB-E986-460C-802C-182F53C36B1C}" vid="{10644DD2-1222-4803-BFFD-1A9C15C7E183}"/>
    </a:ext>
  </a:ext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LINE Seed">
      <a:majorFont>
        <a:latin typeface="LINE Seed JP App_TTF Bold"/>
        <a:ea typeface="LINE Seed JP App_TTF Bold"/>
        <a:cs typeface=""/>
      </a:majorFont>
      <a:minorFont>
        <a:latin typeface="LINE Seed JP App_TTF Regular"/>
        <a:ea typeface="LINE Seed JP App_TTF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LINE Seed">
      <a:majorFont>
        <a:latin typeface="LINE Seed JP App_TTF Bold"/>
        <a:ea typeface="LINE Seed JP App_TTF Bold"/>
        <a:cs typeface=""/>
      </a:majorFont>
      <a:minorFont>
        <a:latin typeface="LINE Seed JP App_TTF Regular"/>
        <a:ea typeface="LINE Seed JP App_TTF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My Research Presentation</Template>
  <TotalTime>767</TotalTime>
  <Words>1116</Words>
  <Application>Microsoft Office PowerPoint</Application>
  <PresentationFormat>ワイド画面</PresentationFormat>
  <Paragraphs>100</Paragraphs>
  <Slides>9</Slides>
  <Notes>9</Notes>
  <HiddenSlides>0</HiddenSlides>
  <MMClips>0</MMClips>
  <ScaleCrop>false</ScaleCrop>
  <HeadingPairs>
    <vt:vector size="6" baseType="variant">
      <vt:variant>
        <vt:lpstr>使用されているフォント</vt:lpstr>
      </vt:variant>
      <vt:variant>
        <vt:i4>11</vt:i4>
      </vt:variant>
      <vt:variant>
        <vt:lpstr>テーマ</vt:lpstr>
      </vt:variant>
      <vt:variant>
        <vt:i4>3</vt:i4>
      </vt:variant>
      <vt:variant>
        <vt:lpstr>スライド タイトル</vt:lpstr>
      </vt:variant>
      <vt:variant>
        <vt:i4>9</vt:i4>
      </vt:variant>
    </vt:vector>
  </HeadingPairs>
  <TitlesOfParts>
    <vt:vector size="23" baseType="lpstr">
      <vt:lpstr>Chivo</vt:lpstr>
      <vt:lpstr>Commissioner</vt:lpstr>
      <vt:lpstr>Golos Text</vt:lpstr>
      <vt:lpstr>Golos Text SemiBold</vt:lpstr>
      <vt:lpstr>LINE Seed JP App_TTF Bold</vt:lpstr>
      <vt:lpstr>LINE Seed JP App_TTF Regular</vt:lpstr>
      <vt:lpstr>Proxima Nova</vt:lpstr>
      <vt:lpstr>Proxima Nova Semibold</vt:lpstr>
      <vt:lpstr>Red Hat Display</vt:lpstr>
      <vt:lpstr>游ゴシック</vt:lpstr>
      <vt:lpstr>Arial</vt:lpstr>
      <vt:lpstr>My Research Presentation</vt:lpstr>
      <vt:lpstr>Slidesgo Final Pages</vt:lpstr>
      <vt:lpstr>1_Slidesgo Final Pages</vt:lpstr>
      <vt:lpstr>A Dynamic LOD Point Clouds Visualization System using Octree-based Voxels</vt:lpstr>
      <vt:lpstr>背景と課題</vt:lpstr>
      <vt:lpstr>研究目的</vt:lpstr>
      <vt:lpstr>提案手法の概要</vt:lpstr>
      <vt:lpstr>技術要素①（Octree）</vt:lpstr>
      <vt:lpstr>技術要素②（LOD制御）</vt:lpstr>
      <vt:lpstr>実験と結果</vt:lpstr>
      <vt:lpstr>考察と今後の課題</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白木　陽</dc:creator>
  <cp:lastModifiedBy>白木　陽</cp:lastModifiedBy>
  <cp:revision>12</cp:revision>
  <dcterms:created xsi:type="dcterms:W3CDTF">2026-06-28T10:29:58Z</dcterms:created>
  <dcterms:modified xsi:type="dcterms:W3CDTF">2026-07-06T06:04:40Z</dcterms:modified>
</cp:coreProperties>
</file>